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1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626c20d-3bb1-4069-5f9b-f93130107fef}">
          <p14:sldIdLst>
            <p14:sldId id="256"/>
            <p14:sldId id="257"/>
          </p14:sldIdLst>
        </p14:section>
        <p14:section name="1. Introduction" id="{cb1a1a65-5625-3e95-e6b8-2cd1f05fd0a7}">
          <p14:sldIdLst>
            <p14:sldId id="258"/>
            <p14:sldId id="259"/>
            <p14:sldId id="260"/>
          </p14:sldIdLst>
        </p14:section>
        <p14:section name="2. Review of literature" id="{49f50bc3-b1c4-f8bc-c9bf-334dbc6832d9}">
          <p14:sldIdLst>
            <p14:sldId id="261"/>
            <p14:sldId id="262"/>
            <p14:sldId id="263"/>
          </p14:sldIdLst>
        </p14:section>
        <p14:section name="3. Objectives" id="{09ef9300-2fac-1336-12ab-5270910eca1a}">
          <p14:sldIdLst>
            <p14:sldId id="264"/>
            <p14:sldId id="265"/>
          </p14:sldIdLst>
        </p14:section>
        <p14:section name="4. Materials and methods" id="{22ce0894-36cc-4c72-065c-aea34b05267c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5. Results" id="{a683caa0-7171-6f55-72ae-d32c68ec1ffa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6. Discussion and conclusions" id="{32eb1a98-398d-adb9-05fa-946ed4297fd3}">
          <p14:sldIdLst>
            <p14:sldId id="286"/>
            <p14:sldId id="287"/>
            <p14:sldId id="288"/>
          </p14:sldIdLst>
        </p14:section>
        <p14:section name="References" id="{3847d670-ca92-5394-2c51-e55aee3f42d4}">
          <p14:sldIdLst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Spectra by growth stage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Healthy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Vegetative</c:v>
                  </c:pt>
                  <c:pt idx="1">
                    <c:v>Flowering</c:v>
                  </c:pt>
                  <c:pt idx="2">
                    <c:v>Pod formation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</c:v>
                </c:pt>
                <c:pt idx="1">
                  <c:v>195</c:v>
                </c:pt>
                <c:pt idx="2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Diseased</c:v>
                </c:pt>
              </c:strCache>
            </c:strRef>
          </c:tx>
          <c:spPr>
            <a:solidFill>
              <a:srgbClr val="D08A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Vegetative</c:v>
                  </c:pt>
                  <c:pt idx="1">
                    <c:v>Flowering</c:v>
                  </c:pt>
                  <c:pt idx="2">
                    <c:v>Pod formation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471</c:v>
                </c:pt>
                <c:pt idx="1">
                  <c:v>965</c:v>
                </c:pt>
                <c:pt idx="2">
                  <c:v>525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Signal-to-noise ratio by region (raw spectra)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SNR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350-400</c:v>
                  </c:pt>
                  <c:pt idx="1">
                    <c:v>400-500</c:v>
                  </c:pt>
                  <c:pt idx="2">
                    <c:v>500-700</c:v>
                  </c:pt>
                  <c:pt idx="3">
                    <c:v>700-1000</c:v>
                  </c:pt>
                  <c:pt idx="4">
                    <c:v>1000-1350</c:v>
                  </c:pt>
                  <c:pt idx="5">
                    <c:v>1350-1450</c:v>
                  </c:pt>
                  <c:pt idx="6">
                    <c:v>1450-1800</c:v>
                  </c:pt>
                  <c:pt idx="7">
                    <c:v>1800-1950</c:v>
                  </c:pt>
                  <c:pt idx="8">
                    <c:v>1950-2350</c:v>
                  </c:pt>
                  <c:pt idx="9">
                    <c:v>2350-2400</c:v>
                  </c:pt>
                  <c:pt idx="10">
                    <c:v>2400-2500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40</c:v>
                </c:pt>
                <c:pt idx="1">
                  <c:v>234</c:v>
                </c:pt>
                <c:pt idx="2">
                  <c:v>252</c:v>
                </c:pt>
                <c:pt idx="3">
                  <c:v>1584</c:v>
                </c:pt>
                <c:pt idx="4">
                  <c:v>4156</c:v>
                </c:pt>
                <c:pt idx="5">
                  <c:v>386</c:v>
                </c:pt>
                <c:pt idx="6">
                  <c:v>1847</c:v>
                </c:pt>
                <c:pt idx="7">
                  <c:v>469</c:v>
                </c:pt>
                <c:pt idx="8">
                  <c:v>631</c:v>
                </c:pt>
                <c:pt idx="9">
                  <c:v>779</c:v>
                </c:pt>
                <c:pt idx="10">
                  <c:v>698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Mean reflectance / noise SD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Mean reflectance (n = 378 healthy, 1912 diseased)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Healthy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Sheet1!$B$2:$B$202</c:f>
              <c:numCache>
                <c:formatCode>General</c:formatCode>
                <c:ptCount val="201"/>
                <c:pt idx="0">
                  <c:v>0.228208</c:v>
                </c:pt>
                <c:pt idx="1">
                  <c:v>0.222691</c:v>
                </c:pt>
                <c:pt idx="2">
                  <c:v>0.213636</c:v>
                </c:pt>
                <c:pt idx="3">
                  <c:v>0.201597</c:v>
                </c:pt>
                <c:pt idx="4">
                  <c:v>0.188967</c:v>
                </c:pt>
                <c:pt idx="5">
                  <c:v>0.179051</c:v>
                </c:pt>
                <c:pt idx="6">
                  <c:v>0.169419</c:v>
                </c:pt>
                <c:pt idx="7">
                  <c:v>0.159519</c:v>
                </c:pt>
                <c:pt idx="8">
                  <c:v>0.151205</c:v>
                </c:pt>
                <c:pt idx="9">
                  <c:v>0.145433</c:v>
                </c:pt>
                <c:pt idx="10">
                  <c:v>0.145626</c:v>
                </c:pt>
                <c:pt idx="11">
                  <c:v>0.157697</c:v>
                </c:pt>
                <c:pt idx="12">
                  <c:v>0.189444</c:v>
                </c:pt>
                <c:pt idx="13">
                  <c:v>0.227231</c:v>
                </c:pt>
                <c:pt idx="14">
                  <c:v>0.243287</c:v>
                </c:pt>
                <c:pt idx="15">
                  <c:v>0.245484</c:v>
                </c:pt>
                <c:pt idx="16">
                  <c:v>0.234246</c:v>
                </c:pt>
                <c:pt idx="17">
                  <c:v>0.207184</c:v>
                </c:pt>
                <c:pt idx="18">
                  <c:v>0.179607</c:v>
                </c:pt>
                <c:pt idx="19">
                  <c:v>0.163618</c:v>
                </c:pt>
                <c:pt idx="20">
                  <c:v>0.155289</c:v>
                </c:pt>
                <c:pt idx="21">
                  <c:v>0.144056</c:v>
                </c:pt>
                <c:pt idx="22">
                  <c:v>0.131779</c:v>
                </c:pt>
                <c:pt idx="23">
                  <c:v>0.126584</c:v>
                </c:pt>
                <c:pt idx="24">
                  <c:v>0.120535</c:v>
                </c:pt>
                <c:pt idx="25">
                  <c:v>0.110046</c:v>
                </c:pt>
                <c:pt idx="26">
                  <c:v>0.101393</c:v>
                </c:pt>
                <c:pt idx="27">
                  <c:v>0.095279</c:v>
                </c:pt>
                <c:pt idx="28">
                  <c:v>0.097473</c:v>
                </c:pt>
                <c:pt idx="29">
                  <c:v>0.11572</c:v>
                </c:pt>
                <c:pt idx="30">
                  <c:v>0.191823</c:v>
                </c:pt>
                <c:pt idx="31">
                  <c:v>0.310339</c:v>
                </c:pt>
                <c:pt idx="32">
                  <c:v>0.426278</c:v>
                </c:pt>
                <c:pt idx="33">
                  <c:v>0.516122</c:v>
                </c:pt>
                <c:pt idx="34">
                  <c:v>0.567045</c:v>
                </c:pt>
                <c:pt idx="35">
                  <c:v>0.588534</c:v>
                </c:pt>
                <c:pt idx="36">
                  <c:v>0.594638</c:v>
                </c:pt>
                <c:pt idx="37">
                  <c:v>0.595112</c:v>
                </c:pt>
                <c:pt idx="38">
                  <c:v>0.59429</c:v>
                </c:pt>
                <c:pt idx="39">
                  <c:v>0.593667</c:v>
                </c:pt>
                <c:pt idx="40">
                  <c:v>0.593257</c:v>
                </c:pt>
                <c:pt idx="41">
                  <c:v>0.592872</c:v>
                </c:pt>
                <c:pt idx="42">
                  <c:v>0.59237</c:v>
                </c:pt>
                <c:pt idx="43">
                  <c:v>0.591568</c:v>
                </c:pt>
                <c:pt idx="44">
                  <c:v>0.59087</c:v>
                </c:pt>
                <c:pt idx="45">
                  <c:v>0.590557</c:v>
                </c:pt>
                <c:pt idx="46">
                  <c:v>0.590284</c:v>
                </c:pt>
                <c:pt idx="47">
                  <c:v>0.589962</c:v>
                </c:pt>
                <c:pt idx="48">
                  <c:v>0.589508</c:v>
                </c:pt>
                <c:pt idx="49">
                  <c:v>0.589047</c:v>
                </c:pt>
                <c:pt idx="50">
                  <c:v>0.588646</c:v>
                </c:pt>
                <c:pt idx="51">
                  <c:v>0.588344</c:v>
                </c:pt>
                <c:pt idx="52">
                  <c:v>0.587512</c:v>
                </c:pt>
                <c:pt idx="53">
                  <c:v>0.584977</c:v>
                </c:pt>
                <c:pt idx="54">
                  <c:v>0.580017</c:v>
                </c:pt>
                <c:pt idx="55">
                  <c:v>0.572075</c:v>
                </c:pt>
                <c:pt idx="56">
                  <c:v>0.562889</c:v>
                </c:pt>
                <c:pt idx="57">
                  <c:v>0.559595</c:v>
                </c:pt>
                <c:pt idx="58">
                  <c:v>0.559978</c:v>
                </c:pt>
                <c:pt idx="59">
                  <c:v>0.562489</c:v>
                </c:pt>
                <c:pt idx="60">
                  <c:v>0.566246</c:v>
                </c:pt>
                <c:pt idx="61">
                  <c:v>0.570386</c:v>
                </c:pt>
                <c:pt idx="62">
                  <c:v>0.5746</c:v>
                </c:pt>
                <c:pt idx="63">
                  <c:v>0.578228</c:v>
                </c:pt>
                <c:pt idx="64">
                  <c:v>0.580741</c:v>
                </c:pt>
                <c:pt idx="65">
                  <c:v>0.582266</c:v>
                </c:pt>
                <c:pt idx="66">
                  <c:v>0.583094</c:v>
                </c:pt>
                <c:pt idx="67">
                  <c:v>0.58332</c:v>
                </c:pt>
                <c:pt idx="68">
                  <c:v>0.582885</c:v>
                </c:pt>
                <c:pt idx="69">
                  <c:v>0.581646</c:v>
                </c:pt>
                <c:pt idx="70">
                  <c:v>0.57988</c:v>
                </c:pt>
                <c:pt idx="71">
                  <c:v>0.577525</c:v>
                </c:pt>
                <c:pt idx="72">
                  <c:v>0.57385</c:v>
                </c:pt>
                <c:pt idx="73">
                  <c:v>0.564788</c:v>
                </c:pt>
                <c:pt idx="74">
                  <c:v>0.545839</c:v>
                </c:pt>
                <c:pt idx="75">
                  <c:v>0.525638</c:v>
                </c:pt>
                <c:pt idx="76">
                  <c:v>0.515964</c:v>
                </c:pt>
                <c:pt idx="77">
                  <c:v>0.513925</c:v>
                </c:pt>
                <c:pt idx="78">
                  <c:v>0.514143</c:v>
                </c:pt>
                <c:pt idx="79">
                  <c:v>0.514997</c:v>
                </c:pt>
                <c:pt idx="80">
                  <c:v>0.517162</c:v>
                </c:pt>
                <c:pt idx="81">
                  <c:v>0.520209</c:v>
                </c:pt>
                <c:pt idx="82">
                  <c:v>0.520677</c:v>
                </c:pt>
                <c:pt idx="83">
                  <c:v>0.520126</c:v>
                </c:pt>
                <c:pt idx="84">
                  <c:v>0.520918</c:v>
                </c:pt>
                <c:pt idx="85">
                  <c:v>0.522247</c:v>
                </c:pt>
                <c:pt idx="86">
                  <c:v>0.522803</c:v>
                </c:pt>
                <c:pt idx="87">
                  <c:v>0.521714</c:v>
                </c:pt>
                <c:pt idx="88">
                  <c:v>0.518863</c:v>
                </c:pt>
                <c:pt idx="89">
                  <c:v>0.513787</c:v>
                </c:pt>
                <c:pt idx="90">
                  <c:v>0.505729</c:v>
                </c:pt>
                <c:pt idx="91">
                  <c:v>0.493797</c:v>
                </c:pt>
                <c:pt idx="92">
                  <c:v>0.477284</c:v>
                </c:pt>
                <c:pt idx="93">
                  <c:v>0.456744</c:v>
                </c:pt>
                <c:pt idx="94">
                  <c:v>0.435207</c:v>
                </c:pt>
                <c:pt idx="95">
                  <c:v>0.415619</c:v>
                </c:pt>
                <c:pt idx="96">
                  <c:v>0.396476</c:v>
                </c:pt>
                <c:pt idx="97">
                  <c:v>0.368381</c:v>
                </c:pt>
                <c:pt idx="98">
                  <c:v>0.316558</c:v>
                </c:pt>
                <c:pt idx="99">
                  <c:v>0.242736</c:v>
                </c:pt>
                <c:pt idx="100">
                  <c:v>0.177128</c:v>
                </c:pt>
                <c:pt idx="101">
                  <c:v>0.140072</c:v>
                </c:pt>
                <c:pt idx="102">
                  <c:v>0.123323</c:v>
                </c:pt>
                <c:pt idx="103">
                  <c:v>0.115939</c:v>
                </c:pt>
                <c:pt idx="104">
                  <c:v>0.113016</c:v>
                </c:pt>
                <c:pt idx="105">
                  <c:v>0.112573</c:v>
                </c:pt>
                <c:pt idx="106">
                  <c:v>0.114493</c:v>
                </c:pt>
                <c:pt idx="107">
                  <c:v>0.120234</c:v>
                </c:pt>
                <c:pt idx="108">
                  <c:v>0.129668</c:v>
                </c:pt>
                <c:pt idx="109">
                  <c:v>0.141645</c:v>
                </c:pt>
                <c:pt idx="110">
                  <c:v>0.155471</c:v>
                </c:pt>
                <c:pt idx="111">
                  <c:v>0.170614</c:v>
                </c:pt>
                <c:pt idx="112">
                  <c:v>0.186537</c:v>
                </c:pt>
                <c:pt idx="113">
                  <c:v>0.202781</c:v>
                </c:pt>
                <c:pt idx="114">
                  <c:v>0.218917</c:v>
                </c:pt>
                <c:pt idx="115">
                  <c:v>0.234549</c:v>
                </c:pt>
                <c:pt idx="116">
                  <c:v>0.249341</c:v>
                </c:pt>
                <c:pt idx="117">
                  <c:v>0.262959</c:v>
                </c:pt>
                <c:pt idx="118">
                  <c:v>0.275346</c:v>
                </c:pt>
                <c:pt idx="119">
                  <c:v>0.286513</c:v>
                </c:pt>
                <c:pt idx="120">
                  <c:v>0.296495</c:v>
                </c:pt>
                <c:pt idx="121">
                  <c:v>0.305309</c:v>
                </c:pt>
                <c:pt idx="122">
                  <c:v>0.313039</c:v>
                </c:pt>
                <c:pt idx="123">
                  <c:v>0.319835</c:v>
                </c:pt>
                <c:pt idx="124">
                  <c:v>0.325664</c:v>
                </c:pt>
                <c:pt idx="125">
                  <c:v>0.330487</c:v>
                </c:pt>
                <c:pt idx="126">
                  <c:v>0.334177</c:v>
                </c:pt>
                <c:pt idx="127">
                  <c:v>0.336743</c:v>
                </c:pt>
                <c:pt idx="128">
                  <c:v>0.338819</c:v>
                </c:pt>
                <c:pt idx="129">
                  <c:v>0.341802</c:v>
                </c:pt>
                <c:pt idx="130">
                  <c:v>0.34482</c:v>
                </c:pt>
                <c:pt idx="131">
                  <c:v>0.346346</c:v>
                </c:pt>
                <c:pt idx="132">
                  <c:v>0.346882</c:v>
                </c:pt>
                <c:pt idx="133">
                  <c:v>0.339349</c:v>
                </c:pt>
                <c:pt idx="134">
                  <c:v>0.321775</c:v>
                </c:pt>
                <c:pt idx="135">
                  <c:v>0.308856</c:v>
                </c:pt>
                <c:pt idx="136">
                  <c:v>0.298074</c:v>
                </c:pt>
                <c:pt idx="137">
                  <c:v>0.28435</c:v>
                </c:pt>
                <c:pt idx="138">
                  <c:v>0.273894</c:v>
                </c:pt>
                <c:pt idx="139">
                  <c:v>0.26956</c:v>
                </c:pt>
                <c:pt idx="140">
                  <c:v>0.268728</c:v>
                </c:pt>
                <c:pt idx="141">
                  <c:v>0.269448</c:v>
                </c:pt>
                <c:pt idx="142">
                  <c:v>0.269097</c:v>
                </c:pt>
                <c:pt idx="143">
                  <c:v>0.265199</c:v>
                </c:pt>
                <c:pt idx="144">
                  <c:v>0.255929</c:v>
                </c:pt>
                <c:pt idx="145">
                  <c:v>0.237436</c:v>
                </c:pt>
                <c:pt idx="146">
                  <c:v>0.204929</c:v>
                </c:pt>
                <c:pt idx="147">
                  <c:v>0.158051</c:v>
                </c:pt>
                <c:pt idx="148">
                  <c:v>0.109381</c:v>
                </c:pt>
                <c:pt idx="149">
                  <c:v>0.077533</c:v>
                </c:pt>
                <c:pt idx="150">
                  <c:v>0.064799</c:v>
                </c:pt>
                <c:pt idx="151">
                  <c:v>0.061654</c:v>
                </c:pt>
                <c:pt idx="152">
                  <c:v>0.061119</c:v>
                </c:pt>
                <c:pt idx="153">
                  <c:v>0.061208</c:v>
                </c:pt>
                <c:pt idx="154">
                  <c:v>0.061532</c:v>
                </c:pt>
                <c:pt idx="155">
                  <c:v>0.062042</c:v>
                </c:pt>
                <c:pt idx="156">
                  <c:v>0.062858</c:v>
                </c:pt>
                <c:pt idx="157">
                  <c:v>0.064079</c:v>
                </c:pt>
                <c:pt idx="158">
                  <c:v>0.06568</c:v>
                </c:pt>
                <c:pt idx="159">
                  <c:v>0.067742</c:v>
                </c:pt>
                <c:pt idx="160">
                  <c:v>0.07033</c:v>
                </c:pt>
                <c:pt idx="161">
                  <c:v>0.073424</c:v>
                </c:pt>
                <c:pt idx="162">
                  <c:v>0.076979</c:v>
                </c:pt>
                <c:pt idx="163">
                  <c:v>0.081021</c:v>
                </c:pt>
                <c:pt idx="164">
                  <c:v>0.085464</c:v>
                </c:pt>
                <c:pt idx="165">
                  <c:v>0.090219</c:v>
                </c:pt>
                <c:pt idx="166">
                  <c:v>0.095373</c:v>
                </c:pt>
                <c:pt idx="167">
                  <c:v>0.101049</c:v>
                </c:pt>
                <c:pt idx="168">
                  <c:v>0.107185</c:v>
                </c:pt>
                <c:pt idx="169">
                  <c:v>0.113638</c:v>
                </c:pt>
                <c:pt idx="170">
                  <c:v>0.120284</c:v>
                </c:pt>
                <c:pt idx="171">
                  <c:v>0.127094</c:v>
                </c:pt>
                <c:pt idx="172">
                  <c:v>0.133907</c:v>
                </c:pt>
                <c:pt idx="173">
                  <c:v>0.140203</c:v>
                </c:pt>
                <c:pt idx="174">
                  <c:v>0.14548</c:v>
                </c:pt>
                <c:pt idx="175">
                  <c:v>0.149552</c:v>
                </c:pt>
                <c:pt idx="176">
                  <c:v>0.152626</c:v>
                </c:pt>
                <c:pt idx="177">
                  <c:v>0.155142</c:v>
                </c:pt>
                <c:pt idx="178">
                  <c:v>0.157463</c:v>
                </c:pt>
                <c:pt idx="179">
                  <c:v>0.159576</c:v>
                </c:pt>
                <c:pt idx="180">
                  <c:v>0.161205</c:v>
                </c:pt>
                <c:pt idx="181">
                  <c:v>0.162247</c:v>
                </c:pt>
                <c:pt idx="182">
                  <c:v>0.162642</c:v>
                </c:pt>
                <c:pt idx="183">
                  <c:v>0.162371</c:v>
                </c:pt>
                <c:pt idx="184">
                  <c:v>0.161789</c:v>
                </c:pt>
                <c:pt idx="185">
                  <c:v>0.161776</c:v>
                </c:pt>
                <c:pt idx="186">
                  <c:v>0.162988</c:v>
                </c:pt>
                <c:pt idx="187">
                  <c:v>0.165123</c:v>
                </c:pt>
                <c:pt idx="188">
                  <c:v>0.166214</c:v>
                </c:pt>
                <c:pt idx="189">
                  <c:v>0.167813</c:v>
                </c:pt>
                <c:pt idx="190">
                  <c:v>0.173293</c:v>
                </c:pt>
                <c:pt idx="191">
                  <c:v>0.170078</c:v>
                </c:pt>
                <c:pt idx="192">
                  <c:v>0.151704</c:v>
                </c:pt>
                <c:pt idx="193">
                  <c:v>0.141148</c:v>
                </c:pt>
                <c:pt idx="194">
                  <c:v>0.140318</c:v>
                </c:pt>
                <c:pt idx="195">
                  <c:v>0.13675</c:v>
                </c:pt>
                <c:pt idx="196">
                  <c:v>0.12529</c:v>
                </c:pt>
                <c:pt idx="197">
                  <c:v>0.118667</c:v>
                </c:pt>
                <c:pt idx="198">
                  <c:v>0.113718</c:v>
                </c:pt>
                <c:pt idx="199">
                  <c:v>0.108822</c:v>
                </c:pt>
                <c:pt idx="200">
                  <c:v>0.105043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Diseased</c:v>
                </c:pt>
              </c:strCache>
            </c:strRef>
          </c:tx>
          <c:spPr>
            <a:solidFill>
              <a:srgbClr val="D08A00"/>
            </a:solidFill>
            <a:ln w="25400" cap="flat">
              <a:solidFill>
                <a:srgbClr val="D08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Sheet1!$C$2:$C$202</c:f>
              <c:numCache>
                <c:formatCode>General</c:formatCode>
                <c:ptCount val="201"/>
                <c:pt idx="0">
                  <c:v>0.228281</c:v>
                </c:pt>
                <c:pt idx="1">
                  <c:v>0.223299</c:v>
                </c:pt>
                <c:pt idx="2">
                  <c:v>0.215299</c:v>
                </c:pt>
                <c:pt idx="3">
                  <c:v>0.204062</c:v>
                </c:pt>
                <c:pt idx="4">
                  <c:v>0.192461</c:v>
                </c:pt>
                <c:pt idx="5">
                  <c:v>0.183596</c:v>
                </c:pt>
                <c:pt idx="6">
                  <c:v>0.17463</c:v>
                </c:pt>
                <c:pt idx="7">
                  <c:v>0.165349</c:v>
                </c:pt>
                <c:pt idx="8">
                  <c:v>0.157563</c:v>
                </c:pt>
                <c:pt idx="9">
                  <c:v>0.152414</c:v>
                </c:pt>
                <c:pt idx="10">
                  <c:v>0.153675</c:v>
                </c:pt>
                <c:pt idx="11">
                  <c:v>0.166733</c:v>
                </c:pt>
                <c:pt idx="12">
                  <c:v>0.197666</c:v>
                </c:pt>
                <c:pt idx="13">
                  <c:v>0.232605</c:v>
                </c:pt>
                <c:pt idx="14">
                  <c:v>0.247413</c:v>
                </c:pt>
                <c:pt idx="15">
                  <c:v>0.249797</c:v>
                </c:pt>
                <c:pt idx="16">
                  <c:v>0.24014</c:v>
                </c:pt>
                <c:pt idx="17">
                  <c:v>0.216507</c:v>
                </c:pt>
                <c:pt idx="18">
                  <c:v>0.191852</c:v>
                </c:pt>
                <c:pt idx="19">
                  <c:v>0.177273</c:v>
                </c:pt>
                <c:pt idx="20">
                  <c:v>0.169635</c:v>
                </c:pt>
                <c:pt idx="21">
                  <c:v>0.159339</c:v>
                </c:pt>
                <c:pt idx="22">
                  <c:v>0.147944</c:v>
                </c:pt>
                <c:pt idx="23">
                  <c:v>0.143355</c:v>
                </c:pt>
                <c:pt idx="24">
                  <c:v>0.136975</c:v>
                </c:pt>
                <c:pt idx="25">
                  <c:v>0.125265</c:v>
                </c:pt>
                <c:pt idx="26">
                  <c:v>0.115645</c:v>
                </c:pt>
                <c:pt idx="27">
                  <c:v>0.107927</c:v>
                </c:pt>
                <c:pt idx="28">
                  <c:v>0.110004</c:v>
                </c:pt>
                <c:pt idx="29">
                  <c:v>0.13313</c:v>
                </c:pt>
                <c:pt idx="30">
                  <c:v>0.214243</c:v>
                </c:pt>
                <c:pt idx="31">
                  <c:v>0.3268</c:v>
                </c:pt>
                <c:pt idx="32">
                  <c:v>0.430386</c:v>
                </c:pt>
                <c:pt idx="33">
                  <c:v>0.508077</c:v>
                </c:pt>
                <c:pt idx="34">
                  <c:v>0.551635</c:v>
                </c:pt>
                <c:pt idx="35">
                  <c:v>0.57025</c:v>
                </c:pt>
                <c:pt idx="36">
                  <c:v>0.575934</c:v>
                </c:pt>
                <c:pt idx="37">
                  <c:v>0.576982</c:v>
                </c:pt>
                <c:pt idx="38">
                  <c:v>0.57697</c:v>
                </c:pt>
                <c:pt idx="39">
                  <c:v>0.577176</c:v>
                </c:pt>
                <c:pt idx="40">
                  <c:v>0.577569</c:v>
                </c:pt>
                <c:pt idx="41">
                  <c:v>0.577936</c:v>
                </c:pt>
                <c:pt idx="42">
                  <c:v>0.57816</c:v>
                </c:pt>
                <c:pt idx="43">
                  <c:v>0.578063</c:v>
                </c:pt>
                <c:pt idx="44">
                  <c:v>0.578037</c:v>
                </c:pt>
                <c:pt idx="45">
                  <c:v>0.578328</c:v>
                </c:pt>
                <c:pt idx="46">
                  <c:v>0.578601</c:v>
                </c:pt>
                <c:pt idx="47">
                  <c:v>0.578787</c:v>
                </c:pt>
                <c:pt idx="48">
                  <c:v>0.578832</c:v>
                </c:pt>
                <c:pt idx="49">
                  <c:v>0.578866</c:v>
                </c:pt>
                <c:pt idx="50">
                  <c:v>0.578945</c:v>
                </c:pt>
                <c:pt idx="51">
                  <c:v>0.579133</c:v>
                </c:pt>
                <c:pt idx="52">
                  <c:v>0.578812</c:v>
                </c:pt>
                <c:pt idx="53">
                  <c:v>0.576884</c:v>
                </c:pt>
                <c:pt idx="54">
                  <c:v>0.572668</c:v>
                </c:pt>
                <c:pt idx="55">
                  <c:v>0.565701</c:v>
                </c:pt>
                <c:pt idx="56">
                  <c:v>0.557554</c:v>
                </c:pt>
                <c:pt idx="57">
                  <c:v>0.554886</c:v>
                </c:pt>
                <c:pt idx="58">
                  <c:v>0.555635</c:v>
                </c:pt>
                <c:pt idx="59">
                  <c:v>0.558429</c:v>
                </c:pt>
                <c:pt idx="60">
                  <c:v>0.562396</c:v>
                </c:pt>
                <c:pt idx="61">
                  <c:v>0.566474</c:v>
                </c:pt>
                <c:pt idx="62">
                  <c:v>0.570552</c:v>
                </c:pt>
                <c:pt idx="63">
                  <c:v>0.574037</c:v>
                </c:pt>
                <c:pt idx="64">
                  <c:v>0.576347</c:v>
                </c:pt>
                <c:pt idx="65">
                  <c:v>0.577642</c:v>
                </c:pt>
                <c:pt idx="66">
                  <c:v>0.578304</c:v>
                </c:pt>
                <c:pt idx="67">
                  <c:v>0.5785</c:v>
                </c:pt>
                <c:pt idx="68">
                  <c:v>0.578161</c:v>
                </c:pt>
                <c:pt idx="69">
                  <c:v>0.577115</c:v>
                </c:pt>
                <c:pt idx="70">
                  <c:v>0.575593</c:v>
                </c:pt>
                <c:pt idx="71">
                  <c:v>0.573517</c:v>
                </c:pt>
                <c:pt idx="72">
                  <c:v>0.570229</c:v>
                </c:pt>
                <c:pt idx="73">
                  <c:v>0.561868</c:v>
                </c:pt>
                <c:pt idx="74">
                  <c:v>0.544229</c:v>
                </c:pt>
                <c:pt idx="75">
                  <c:v>0.525277</c:v>
                </c:pt>
                <c:pt idx="76">
                  <c:v>0.516107</c:v>
                </c:pt>
                <c:pt idx="77">
                  <c:v>0.514152</c:v>
                </c:pt>
                <c:pt idx="78">
                  <c:v>0.514328</c:v>
                </c:pt>
                <c:pt idx="79">
                  <c:v>0.515191</c:v>
                </c:pt>
                <c:pt idx="80">
                  <c:v>0.517241</c:v>
                </c:pt>
                <c:pt idx="81">
                  <c:v>0.520103</c:v>
                </c:pt>
                <c:pt idx="82">
                  <c:v>0.520608</c:v>
                </c:pt>
                <c:pt idx="83">
                  <c:v>0.520136</c:v>
                </c:pt>
                <c:pt idx="84">
                  <c:v>0.520916</c:v>
                </c:pt>
                <c:pt idx="85">
                  <c:v>0.522245</c:v>
                </c:pt>
                <c:pt idx="86">
                  <c:v>0.522785</c:v>
                </c:pt>
                <c:pt idx="87">
                  <c:v>0.521696</c:v>
                </c:pt>
                <c:pt idx="88">
                  <c:v>0.518957</c:v>
                </c:pt>
                <c:pt idx="89">
                  <c:v>0.514179</c:v>
                </c:pt>
                <c:pt idx="90">
                  <c:v>0.506692</c:v>
                </c:pt>
                <c:pt idx="91">
                  <c:v>0.495629</c:v>
                </c:pt>
                <c:pt idx="92">
                  <c:v>0.480182</c:v>
                </c:pt>
                <c:pt idx="93">
                  <c:v>0.460871</c:v>
                </c:pt>
                <c:pt idx="94">
                  <c:v>0.440568</c:v>
                </c:pt>
                <c:pt idx="95">
                  <c:v>0.422123</c:v>
                </c:pt>
                <c:pt idx="96">
                  <c:v>0.404095</c:v>
                </c:pt>
                <c:pt idx="97">
                  <c:v>0.377466</c:v>
                </c:pt>
                <c:pt idx="98">
                  <c:v>0.328142</c:v>
                </c:pt>
                <c:pt idx="99">
                  <c:v>0.257221</c:v>
                </c:pt>
                <c:pt idx="100">
                  <c:v>0.19333</c:v>
                </c:pt>
                <c:pt idx="101">
                  <c:v>0.156506</c:v>
                </c:pt>
                <c:pt idx="102">
                  <c:v>0.139482</c:v>
                </c:pt>
                <c:pt idx="103">
                  <c:v>0.131884</c:v>
                </c:pt>
                <c:pt idx="104">
                  <c:v>0.128899</c:v>
                </c:pt>
                <c:pt idx="105">
                  <c:v>0.128478</c:v>
                </c:pt>
                <c:pt idx="106">
                  <c:v>0.130458</c:v>
                </c:pt>
                <c:pt idx="107">
                  <c:v>0.136291</c:v>
                </c:pt>
                <c:pt idx="108">
                  <c:v>0.145815</c:v>
                </c:pt>
                <c:pt idx="109">
                  <c:v>0.157805</c:v>
                </c:pt>
                <c:pt idx="110">
                  <c:v>0.171516</c:v>
                </c:pt>
                <c:pt idx="111">
                  <c:v>0.186369</c:v>
                </c:pt>
                <c:pt idx="112">
                  <c:v>0.201837</c:v>
                </c:pt>
                <c:pt idx="113">
                  <c:v>0.217503</c:v>
                </c:pt>
                <c:pt idx="114">
                  <c:v>0.232963</c:v>
                </c:pt>
                <c:pt idx="115">
                  <c:v>0.247853</c:v>
                </c:pt>
                <c:pt idx="116">
                  <c:v>0.261878</c:v>
                </c:pt>
                <c:pt idx="117">
                  <c:v>0.274778</c:v>
                </c:pt>
                <c:pt idx="118">
                  <c:v>0.286539</c:v>
                </c:pt>
                <c:pt idx="119">
                  <c:v>0.297144</c:v>
                </c:pt>
                <c:pt idx="120">
                  <c:v>0.306611</c:v>
                </c:pt>
                <c:pt idx="121">
                  <c:v>0.31498</c:v>
                </c:pt>
                <c:pt idx="122">
                  <c:v>0.322336</c:v>
                </c:pt>
                <c:pt idx="123">
                  <c:v>0.328812</c:v>
                </c:pt>
                <c:pt idx="124">
                  <c:v>0.334358</c:v>
                </c:pt>
                <c:pt idx="125">
                  <c:v>0.338914</c:v>
                </c:pt>
                <c:pt idx="126">
                  <c:v>0.342361</c:v>
                </c:pt>
                <c:pt idx="127">
                  <c:v>0.344763</c:v>
                </c:pt>
                <c:pt idx="128">
                  <c:v>0.346755</c:v>
                </c:pt>
                <c:pt idx="129">
                  <c:v>0.349708</c:v>
                </c:pt>
                <c:pt idx="130">
                  <c:v>0.352792</c:v>
                </c:pt>
                <c:pt idx="131">
                  <c:v>0.354382</c:v>
                </c:pt>
                <c:pt idx="132">
                  <c:v>0.354754</c:v>
                </c:pt>
                <c:pt idx="133">
                  <c:v>0.347202</c:v>
                </c:pt>
                <c:pt idx="134">
                  <c:v>0.330447</c:v>
                </c:pt>
                <c:pt idx="135">
                  <c:v>0.31835</c:v>
                </c:pt>
                <c:pt idx="136">
                  <c:v>0.308085</c:v>
                </c:pt>
                <c:pt idx="137">
                  <c:v>0.294888</c:v>
                </c:pt>
                <c:pt idx="138">
                  <c:v>0.284881</c:v>
                </c:pt>
                <c:pt idx="139">
                  <c:v>0.280767</c:v>
                </c:pt>
                <c:pt idx="140">
                  <c:v>0.279971</c:v>
                </c:pt>
                <c:pt idx="141">
                  <c:v>0.28061</c:v>
                </c:pt>
                <c:pt idx="142">
                  <c:v>0.281499</c:v>
                </c:pt>
                <c:pt idx="143">
                  <c:v>0.278568</c:v>
                </c:pt>
                <c:pt idx="144">
                  <c:v>0.270028</c:v>
                </c:pt>
                <c:pt idx="145">
                  <c:v>0.252457</c:v>
                </c:pt>
                <c:pt idx="146">
                  <c:v>0.221148</c:v>
                </c:pt>
                <c:pt idx="147">
                  <c:v>0.175198</c:v>
                </c:pt>
                <c:pt idx="148">
                  <c:v>0.125897</c:v>
                </c:pt>
                <c:pt idx="149">
                  <c:v>0.091679</c:v>
                </c:pt>
                <c:pt idx="150">
                  <c:v>0.076309</c:v>
                </c:pt>
                <c:pt idx="151">
                  <c:v>0.071482</c:v>
                </c:pt>
                <c:pt idx="152">
                  <c:v>0.070186</c:v>
                </c:pt>
                <c:pt idx="153">
                  <c:v>0.070103</c:v>
                </c:pt>
                <c:pt idx="154">
                  <c:v>0.070649</c:v>
                </c:pt>
                <c:pt idx="155">
                  <c:v>0.07162</c:v>
                </c:pt>
                <c:pt idx="156">
                  <c:v>0.073006</c:v>
                </c:pt>
                <c:pt idx="157">
                  <c:v>0.074892</c:v>
                </c:pt>
                <c:pt idx="158">
                  <c:v>0.077277</c:v>
                </c:pt>
                <c:pt idx="159">
                  <c:v>0.080105</c:v>
                </c:pt>
                <c:pt idx="160">
                  <c:v>0.083437</c:v>
                </c:pt>
                <c:pt idx="161">
                  <c:v>0.087209</c:v>
                </c:pt>
                <c:pt idx="162">
                  <c:v>0.091356</c:v>
                </c:pt>
                <c:pt idx="163">
                  <c:v>0.095893</c:v>
                </c:pt>
                <c:pt idx="164">
                  <c:v>0.100716</c:v>
                </c:pt>
                <c:pt idx="165">
                  <c:v>0.105746</c:v>
                </c:pt>
                <c:pt idx="166">
                  <c:v>0.11112</c:v>
                </c:pt>
                <c:pt idx="167">
                  <c:v>0.116988</c:v>
                </c:pt>
                <c:pt idx="168">
                  <c:v>0.123258</c:v>
                </c:pt>
                <c:pt idx="169">
                  <c:v>0.129772</c:v>
                </c:pt>
                <c:pt idx="170">
                  <c:v>0.136448</c:v>
                </c:pt>
                <c:pt idx="171">
                  <c:v>0.143289</c:v>
                </c:pt>
                <c:pt idx="172">
                  <c:v>0.150142</c:v>
                </c:pt>
                <c:pt idx="173">
                  <c:v>0.156464</c:v>
                </c:pt>
                <c:pt idx="174">
                  <c:v>0.161701</c:v>
                </c:pt>
                <c:pt idx="175">
                  <c:v>0.165708</c:v>
                </c:pt>
                <c:pt idx="176">
                  <c:v>0.168691</c:v>
                </c:pt>
                <c:pt idx="177">
                  <c:v>0.171057</c:v>
                </c:pt>
                <c:pt idx="178">
                  <c:v>0.173263</c:v>
                </c:pt>
                <c:pt idx="179">
                  <c:v>0.175301</c:v>
                </c:pt>
                <c:pt idx="180">
                  <c:v>0.176924</c:v>
                </c:pt>
                <c:pt idx="181">
                  <c:v>0.178057</c:v>
                </c:pt>
                <c:pt idx="182">
                  <c:v>0.178585</c:v>
                </c:pt>
                <c:pt idx="183">
                  <c:v>0.17842</c:v>
                </c:pt>
                <c:pt idx="184">
                  <c:v>0.177889</c:v>
                </c:pt>
                <c:pt idx="185">
                  <c:v>0.17795</c:v>
                </c:pt>
                <c:pt idx="186">
                  <c:v>0.179382</c:v>
                </c:pt>
                <c:pt idx="187">
                  <c:v>0.181878</c:v>
                </c:pt>
                <c:pt idx="188">
                  <c:v>0.183373</c:v>
                </c:pt>
                <c:pt idx="189">
                  <c:v>0.185574</c:v>
                </c:pt>
                <c:pt idx="190">
                  <c:v>0.191799</c:v>
                </c:pt>
                <c:pt idx="191">
                  <c:v>0.188424</c:v>
                </c:pt>
                <c:pt idx="192">
                  <c:v>0.16945</c:v>
                </c:pt>
                <c:pt idx="193">
                  <c:v>0.158974</c:v>
                </c:pt>
                <c:pt idx="194">
                  <c:v>0.158677</c:v>
                </c:pt>
                <c:pt idx="195">
                  <c:v>0.155091</c:v>
                </c:pt>
                <c:pt idx="196">
                  <c:v>0.1431</c:v>
                </c:pt>
                <c:pt idx="197">
                  <c:v>0.136317</c:v>
                </c:pt>
                <c:pt idx="198">
                  <c:v>0.13114</c:v>
                </c:pt>
                <c:pt idx="199">
                  <c:v>0.12589</c:v>
                </c:pt>
                <c:pt idx="200">
                  <c:v>0.121811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Wavelength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Reflectance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Difference spectrum (D - H)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Diseased - Healthy</c:v>
                </c:pt>
              </c:strCache>
            </c:strRef>
          </c:tx>
          <c:spPr>
            <a:solidFill>
              <a:srgbClr val="B03A2E"/>
            </a:solidFill>
            <a:ln w="25400" cap="flat">
              <a:solidFill>
                <a:srgbClr val="B03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03A2E"/>
              </a:solidFill>
              <a:ln w="9525" cap="flat">
                <a:solidFill>
                  <a:srgbClr val="B03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Sheet1!$B$2:$B$202</c:f>
              <c:numCache>
                <c:formatCode>General</c:formatCode>
                <c:ptCount val="201"/>
                <c:pt idx="0">
                  <c:v>0.000073</c:v>
                </c:pt>
                <c:pt idx="1">
                  <c:v>0.000608</c:v>
                </c:pt>
                <c:pt idx="2">
                  <c:v>0.001663</c:v>
                </c:pt>
                <c:pt idx="3">
                  <c:v>0.002466</c:v>
                </c:pt>
                <c:pt idx="4">
                  <c:v>0.003494</c:v>
                </c:pt>
                <c:pt idx="5">
                  <c:v>0.004546</c:v>
                </c:pt>
                <c:pt idx="6">
                  <c:v>0.005211</c:v>
                </c:pt>
                <c:pt idx="7">
                  <c:v>0.00583</c:v>
                </c:pt>
                <c:pt idx="8">
                  <c:v>0.006358</c:v>
                </c:pt>
                <c:pt idx="9">
                  <c:v>0.006981</c:v>
                </c:pt>
                <c:pt idx="10">
                  <c:v>0.008049</c:v>
                </c:pt>
                <c:pt idx="11">
                  <c:v>0.009036</c:v>
                </c:pt>
                <c:pt idx="12">
                  <c:v>0.008222</c:v>
                </c:pt>
                <c:pt idx="13">
                  <c:v>0.005374</c:v>
                </c:pt>
                <c:pt idx="14">
                  <c:v>0.004126</c:v>
                </c:pt>
                <c:pt idx="15">
                  <c:v>0.004313</c:v>
                </c:pt>
                <c:pt idx="16">
                  <c:v>0.005894</c:v>
                </c:pt>
                <c:pt idx="17">
                  <c:v>0.009323</c:v>
                </c:pt>
                <c:pt idx="18">
                  <c:v>0.012245</c:v>
                </c:pt>
                <c:pt idx="19">
                  <c:v>0.013655</c:v>
                </c:pt>
                <c:pt idx="20">
                  <c:v>0.014346</c:v>
                </c:pt>
                <c:pt idx="21">
                  <c:v>0.015283</c:v>
                </c:pt>
                <c:pt idx="22">
                  <c:v>0.016165</c:v>
                </c:pt>
                <c:pt idx="23">
                  <c:v>0.016771</c:v>
                </c:pt>
                <c:pt idx="24">
                  <c:v>0.01644</c:v>
                </c:pt>
                <c:pt idx="25">
                  <c:v>0.015219</c:v>
                </c:pt>
                <c:pt idx="26">
                  <c:v>0.014252</c:v>
                </c:pt>
                <c:pt idx="27">
                  <c:v>0.012648</c:v>
                </c:pt>
                <c:pt idx="28">
                  <c:v>0.012531</c:v>
                </c:pt>
                <c:pt idx="29">
                  <c:v>0.01741</c:v>
                </c:pt>
                <c:pt idx="30">
                  <c:v>0.02242</c:v>
                </c:pt>
                <c:pt idx="31">
                  <c:v>0.016461</c:v>
                </c:pt>
                <c:pt idx="32">
                  <c:v>0.004108</c:v>
                </c:pt>
                <c:pt idx="33">
                  <c:v>-0.008045</c:v>
                </c:pt>
                <c:pt idx="34">
                  <c:v>-0.01541</c:v>
                </c:pt>
                <c:pt idx="35">
                  <c:v>-0.018285</c:v>
                </c:pt>
                <c:pt idx="36">
                  <c:v>-0.018703</c:v>
                </c:pt>
                <c:pt idx="37">
                  <c:v>-0.01813</c:v>
                </c:pt>
                <c:pt idx="38">
                  <c:v>-0.01732</c:v>
                </c:pt>
                <c:pt idx="39">
                  <c:v>-0.016492</c:v>
                </c:pt>
                <c:pt idx="40">
                  <c:v>-0.015688</c:v>
                </c:pt>
                <c:pt idx="41">
                  <c:v>-0.014936</c:v>
                </c:pt>
                <c:pt idx="42">
                  <c:v>-0.01421</c:v>
                </c:pt>
                <c:pt idx="43">
                  <c:v>-0.013505</c:v>
                </c:pt>
                <c:pt idx="44">
                  <c:v>-0.012833</c:v>
                </c:pt>
                <c:pt idx="45">
                  <c:v>-0.012229</c:v>
                </c:pt>
                <c:pt idx="46">
                  <c:v>-0.011683</c:v>
                </c:pt>
                <c:pt idx="47">
                  <c:v>-0.011175</c:v>
                </c:pt>
                <c:pt idx="48">
                  <c:v>-0.010676</c:v>
                </c:pt>
                <c:pt idx="49">
                  <c:v>-0.010181</c:v>
                </c:pt>
                <c:pt idx="50">
                  <c:v>-0.009701</c:v>
                </c:pt>
                <c:pt idx="51">
                  <c:v>-0.009212</c:v>
                </c:pt>
                <c:pt idx="52">
                  <c:v>-0.008701</c:v>
                </c:pt>
                <c:pt idx="53">
                  <c:v>-0.008093</c:v>
                </c:pt>
                <c:pt idx="54">
                  <c:v>-0.007349</c:v>
                </c:pt>
                <c:pt idx="55">
                  <c:v>-0.006374</c:v>
                </c:pt>
                <c:pt idx="56">
                  <c:v>-0.005335</c:v>
                </c:pt>
                <c:pt idx="57">
                  <c:v>-0.004709</c:v>
                </c:pt>
                <c:pt idx="58">
                  <c:v>-0.004343</c:v>
                </c:pt>
                <c:pt idx="59">
                  <c:v>-0.00406</c:v>
                </c:pt>
                <c:pt idx="60">
                  <c:v>-0.00385</c:v>
                </c:pt>
                <c:pt idx="61">
                  <c:v>-0.003911</c:v>
                </c:pt>
                <c:pt idx="62">
                  <c:v>-0.004048</c:v>
                </c:pt>
                <c:pt idx="63">
                  <c:v>-0.004191</c:v>
                </c:pt>
                <c:pt idx="64">
                  <c:v>-0.004394</c:v>
                </c:pt>
                <c:pt idx="65">
                  <c:v>-0.004623</c:v>
                </c:pt>
                <c:pt idx="66">
                  <c:v>-0.00479</c:v>
                </c:pt>
                <c:pt idx="67">
                  <c:v>-0.00482</c:v>
                </c:pt>
                <c:pt idx="68">
                  <c:v>-0.004725</c:v>
                </c:pt>
                <c:pt idx="69">
                  <c:v>-0.004531</c:v>
                </c:pt>
                <c:pt idx="70">
                  <c:v>-0.004288</c:v>
                </c:pt>
                <c:pt idx="71">
                  <c:v>-0.004008</c:v>
                </c:pt>
                <c:pt idx="72">
                  <c:v>-0.00362</c:v>
                </c:pt>
                <c:pt idx="73">
                  <c:v>-0.002921</c:v>
                </c:pt>
                <c:pt idx="74">
                  <c:v>-0.00161</c:v>
                </c:pt>
                <c:pt idx="75">
                  <c:v>-0.000361</c:v>
                </c:pt>
                <c:pt idx="76">
                  <c:v>0.000144</c:v>
                </c:pt>
                <c:pt idx="77">
                  <c:v>0.000227</c:v>
                </c:pt>
                <c:pt idx="78">
                  <c:v>0.000185</c:v>
                </c:pt>
                <c:pt idx="79">
                  <c:v>0.000194</c:v>
                </c:pt>
                <c:pt idx="80">
                  <c:v>0.000079</c:v>
                </c:pt>
                <c:pt idx="81">
                  <c:v>-0.000106</c:v>
                </c:pt>
                <c:pt idx="82">
                  <c:v>-0.000068</c:v>
                </c:pt>
                <c:pt idx="83">
                  <c:v>0.00001</c:v>
                </c:pt>
                <c:pt idx="84">
                  <c:v>-0.000001</c:v>
                </c:pt>
                <c:pt idx="85">
                  <c:v>-0.000002</c:v>
                </c:pt>
                <c:pt idx="86">
                  <c:v>-0.000018</c:v>
                </c:pt>
                <c:pt idx="87">
                  <c:v>-0.000018</c:v>
                </c:pt>
                <c:pt idx="88">
                  <c:v>0.000093</c:v>
                </c:pt>
                <c:pt idx="89">
                  <c:v>0.000393</c:v>
                </c:pt>
                <c:pt idx="90">
                  <c:v>0.000963</c:v>
                </c:pt>
                <c:pt idx="91">
                  <c:v>0.001833</c:v>
                </c:pt>
                <c:pt idx="92">
                  <c:v>0.002898</c:v>
                </c:pt>
                <c:pt idx="93">
                  <c:v>0.004127</c:v>
                </c:pt>
                <c:pt idx="94">
                  <c:v>0.005361</c:v>
                </c:pt>
                <c:pt idx="95">
                  <c:v>0.006504</c:v>
                </c:pt>
                <c:pt idx="96">
                  <c:v>0.007618</c:v>
                </c:pt>
                <c:pt idx="97">
                  <c:v>0.009085</c:v>
                </c:pt>
                <c:pt idx="98">
                  <c:v>0.011584</c:v>
                </c:pt>
                <c:pt idx="99">
                  <c:v>0.014485</c:v>
                </c:pt>
                <c:pt idx="100">
                  <c:v>0.016203</c:v>
                </c:pt>
                <c:pt idx="101">
                  <c:v>0.016434</c:v>
                </c:pt>
                <c:pt idx="102">
                  <c:v>0.016159</c:v>
                </c:pt>
                <c:pt idx="103">
                  <c:v>0.015945</c:v>
                </c:pt>
                <c:pt idx="104">
                  <c:v>0.015883</c:v>
                </c:pt>
                <c:pt idx="105">
                  <c:v>0.015905</c:v>
                </c:pt>
                <c:pt idx="106">
                  <c:v>0.015965</c:v>
                </c:pt>
                <c:pt idx="107">
                  <c:v>0.016057</c:v>
                </c:pt>
                <c:pt idx="108">
                  <c:v>0.016147</c:v>
                </c:pt>
                <c:pt idx="109">
                  <c:v>0.016161</c:v>
                </c:pt>
                <c:pt idx="110">
                  <c:v>0.016045</c:v>
                </c:pt>
                <c:pt idx="111">
                  <c:v>0.015755</c:v>
                </c:pt>
                <c:pt idx="112">
                  <c:v>0.0153</c:v>
                </c:pt>
                <c:pt idx="113">
                  <c:v>0.014722</c:v>
                </c:pt>
                <c:pt idx="114">
                  <c:v>0.014045</c:v>
                </c:pt>
                <c:pt idx="115">
                  <c:v>0.013304</c:v>
                </c:pt>
                <c:pt idx="116">
                  <c:v>0.012537</c:v>
                </c:pt>
                <c:pt idx="117">
                  <c:v>0.011819</c:v>
                </c:pt>
                <c:pt idx="118">
                  <c:v>0.011193</c:v>
                </c:pt>
                <c:pt idx="119">
                  <c:v>0.010631</c:v>
                </c:pt>
                <c:pt idx="120">
                  <c:v>0.010117</c:v>
                </c:pt>
                <c:pt idx="121">
                  <c:v>0.009672</c:v>
                </c:pt>
                <c:pt idx="122">
                  <c:v>0.009298</c:v>
                </c:pt>
                <c:pt idx="123">
                  <c:v>0.008976</c:v>
                </c:pt>
                <c:pt idx="124">
                  <c:v>0.008694</c:v>
                </c:pt>
                <c:pt idx="125">
                  <c:v>0.008426</c:v>
                </c:pt>
                <c:pt idx="126">
                  <c:v>0.008184</c:v>
                </c:pt>
                <c:pt idx="127">
                  <c:v>0.00802</c:v>
                </c:pt>
                <c:pt idx="128">
                  <c:v>0.007937</c:v>
                </c:pt>
                <c:pt idx="129">
                  <c:v>0.007906</c:v>
                </c:pt>
                <c:pt idx="130">
                  <c:v>0.007972</c:v>
                </c:pt>
                <c:pt idx="131">
                  <c:v>0.008036</c:v>
                </c:pt>
                <c:pt idx="132">
                  <c:v>0.007872</c:v>
                </c:pt>
                <c:pt idx="133">
                  <c:v>0.007853</c:v>
                </c:pt>
                <c:pt idx="134">
                  <c:v>0.008672</c:v>
                </c:pt>
                <c:pt idx="135">
                  <c:v>0.009494</c:v>
                </c:pt>
                <c:pt idx="136">
                  <c:v>0.010011</c:v>
                </c:pt>
                <c:pt idx="137">
                  <c:v>0.010537</c:v>
                </c:pt>
                <c:pt idx="138">
                  <c:v>0.010987</c:v>
                </c:pt>
                <c:pt idx="139">
                  <c:v>0.011207</c:v>
                </c:pt>
                <c:pt idx="140">
                  <c:v>0.011243</c:v>
                </c:pt>
                <c:pt idx="141">
                  <c:v>0.011162</c:v>
                </c:pt>
                <c:pt idx="142">
                  <c:v>0.012402</c:v>
                </c:pt>
                <c:pt idx="143">
                  <c:v>0.013369</c:v>
                </c:pt>
                <c:pt idx="144">
                  <c:v>0.014098</c:v>
                </c:pt>
                <c:pt idx="145">
                  <c:v>0.015022</c:v>
                </c:pt>
                <c:pt idx="146">
                  <c:v>0.016219</c:v>
                </c:pt>
                <c:pt idx="147">
                  <c:v>0.017147</c:v>
                </c:pt>
                <c:pt idx="148">
                  <c:v>0.016517</c:v>
                </c:pt>
                <c:pt idx="149">
                  <c:v>0.014146</c:v>
                </c:pt>
                <c:pt idx="150">
                  <c:v>0.011511</c:v>
                </c:pt>
                <c:pt idx="151">
                  <c:v>0.009828</c:v>
                </c:pt>
                <c:pt idx="152">
                  <c:v>0.009067</c:v>
                </c:pt>
                <c:pt idx="153">
                  <c:v>0.008895</c:v>
                </c:pt>
                <c:pt idx="154">
                  <c:v>0.009117</c:v>
                </c:pt>
                <c:pt idx="155">
                  <c:v>0.009578</c:v>
                </c:pt>
                <c:pt idx="156">
                  <c:v>0.010147</c:v>
                </c:pt>
                <c:pt idx="157">
                  <c:v>0.010813</c:v>
                </c:pt>
                <c:pt idx="158">
                  <c:v>0.011597</c:v>
                </c:pt>
                <c:pt idx="159">
                  <c:v>0.012363</c:v>
                </c:pt>
                <c:pt idx="160">
                  <c:v>0.013107</c:v>
                </c:pt>
                <c:pt idx="161">
                  <c:v>0.013785</c:v>
                </c:pt>
                <c:pt idx="162">
                  <c:v>0.014377</c:v>
                </c:pt>
                <c:pt idx="163">
                  <c:v>0.014872</c:v>
                </c:pt>
                <c:pt idx="164">
                  <c:v>0.015252</c:v>
                </c:pt>
                <c:pt idx="165">
                  <c:v>0.015527</c:v>
                </c:pt>
                <c:pt idx="166">
                  <c:v>0.015748</c:v>
                </c:pt>
                <c:pt idx="167">
                  <c:v>0.01594</c:v>
                </c:pt>
                <c:pt idx="168">
                  <c:v>0.016073</c:v>
                </c:pt>
                <c:pt idx="169">
                  <c:v>0.016134</c:v>
                </c:pt>
                <c:pt idx="170">
                  <c:v>0.016163</c:v>
                </c:pt>
                <c:pt idx="171">
                  <c:v>0.016195</c:v>
                </c:pt>
                <c:pt idx="172">
                  <c:v>0.016234</c:v>
                </c:pt>
                <c:pt idx="173">
                  <c:v>0.016261</c:v>
                </c:pt>
                <c:pt idx="174">
                  <c:v>0.016221</c:v>
                </c:pt>
                <c:pt idx="175">
                  <c:v>0.016156</c:v>
                </c:pt>
                <c:pt idx="176">
                  <c:v>0.016065</c:v>
                </c:pt>
                <c:pt idx="177">
                  <c:v>0.015915</c:v>
                </c:pt>
                <c:pt idx="178">
                  <c:v>0.0158</c:v>
                </c:pt>
                <c:pt idx="179">
                  <c:v>0.015724</c:v>
                </c:pt>
                <c:pt idx="180">
                  <c:v>0.015719</c:v>
                </c:pt>
                <c:pt idx="181">
                  <c:v>0.01581</c:v>
                </c:pt>
                <c:pt idx="182">
                  <c:v>0.015943</c:v>
                </c:pt>
                <c:pt idx="183">
                  <c:v>0.01605</c:v>
                </c:pt>
                <c:pt idx="184">
                  <c:v>0.0161</c:v>
                </c:pt>
                <c:pt idx="185">
                  <c:v>0.016174</c:v>
                </c:pt>
                <c:pt idx="186">
                  <c:v>0.016394</c:v>
                </c:pt>
                <c:pt idx="187">
                  <c:v>0.016756</c:v>
                </c:pt>
                <c:pt idx="188">
                  <c:v>0.017159</c:v>
                </c:pt>
                <c:pt idx="189">
                  <c:v>0.017761</c:v>
                </c:pt>
                <c:pt idx="190">
                  <c:v>0.018506</c:v>
                </c:pt>
                <c:pt idx="191">
                  <c:v>0.018346</c:v>
                </c:pt>
                <c:pt idx="192">
                  <c:v>0.017746</c:v>
                </c:pt>
                <c:pt idx="193">
                  <c:v>0.017826</c:v>
                </c:pt>
                <c:pt idx="194">
                  <c:v>0.018358</c:v>
                </c:pt>
                <c:pt idx="195">
                  <c:v>0.018341</c:v>
                </c:pt>
                <c:pt idx="196">
                  <c:v>0.01781</c:v>
                </c:pt>
                <c:pt idx="197">
                  <c:v>0.01765</c:v>
                </c:pt>
                <c:pt idx="198">
                  <c:v>0.017422</c:v>
                </c:pt>
                <c:pt idx="199">
                  <c:v>0.017068</c:v>
                </c:pt>
                <c:pt idx="200">
                  <c:v>0.016768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Wavelength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Reflectance difference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Difference spectra (D - H) by date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 Feb</c:v>
                </c:pt>
              </c:strCache>
            </c:strRef>
          </c:tx>
          <c:spPr>
            <a:solidFill>
              <a:srgbClr val="2A6FB0"/>
            </a:solidFill>
            <a:ln w="25400" cap="flat">
              <a:solidFill>
                <a:srgbClr val="2A6F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6FB0"/>
              </a:solidFill>
              <a:ln w="9525" cap="flat">
                <a:solidFill>
                  <a:srgbClr val="2A6F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Sheet1!$B$2:$B$202</c:f>
              <c:numCache>
                <c:formatCode>General</c:formatCode>
                <c:ptCount val="201"/>
                <c:pt idx="0">
                  <c:v>-0.008145</c:v>
                </c:pt>
                <c:pt idx="1">
                  <c:v>-0.008566</c:v>
                </c:pt>
                <c:pt idx="2">
                  <c:v>-0.008767</c:v>
                </c:pt>
                <c:pt idx="3">
                  <c:v>-0.008871</c:v>
                </c:pt>
                <c:pt idx="4">
                  <c:v>-0.008762</c:v>
                </c:pt>
                <c:pt idx="5">
                  <c:v>-0.008437</c:v>
                </c:pt>
                <c:pt idx="6">
                  <c:v>-0.00813</c:v>
                </c:pt>
                <c:pt idx="7">
                  <c:v>-0.007821</c:v>
                </c:pt>
                <c:pt idx="8">
                  <c:v>-0.007436</c:v>
                </c:pt>
                <c:pt idx="9">
                  <c:v>-0.007026</c:v>
                </c:pt>
                <c:pt idx="10">
                  <c:v>-0.006672</c:v>
                </c:pt>
                <c:pt idx="11">
                  <c:v>-0.006733</c:v>
                </c:pt>
                <c:pt idx="12">
                  <c:v>-0.007639</c:v>
                </c:pt>
                <c:pt idx="13">
                  <c:v>-0.009433</c:v>
                </c:pt>
                <c:pt idx="14">
                  <c:v>-0.010528</c:v>
                </c:pt>
                <c:pt idx="15">
                  <c:v>-0.010628</c:v>
                </c:pt>
                <c:pt idx="16">
                  <c:v>-0.010097</c:v>
                </c:pt>
                <c:pt idx="17">
                  <c:v>-0.008819</c:v>
                </c:pt>
                <c:pt idx="18">
                  <c:v>-0.007292</c:v>
                </c:pt>
                <c:pt idx="19">
                  <c:v>-0.006378</c:v>
                </c:pt>
                <c:pt idx="20">
                  <c:v>-0.005948</c:v>
                </c:pt>
                <c:pt idx="21">
                  <c:v>-0.005327</c:v>
                </c:pt>
                <c:pt idx="22">
                  <c:v>-0.004558</c:v>
                </c:pt>
                <c:pt idx="23">
                  <c:v>-0.00421</c:v>
                </c:pt>
                <c:pt idx="24">
                  <c:v>-0.004183</c:v>
                </c:pt>
                <c:pt idx="25">
                  <c:v>-0.003871</c:v>
                </c:pt>
                <c:pt idx="26">
                  <c:v>-0.003315</c:v>
                </c:pt>
                <c:pt idx="27">
                  <c:v>-0.002902</c:v>
                </c:pt>
                <c:pt idx="28">
                  <c:v>-0.002655</c:v>
                </c:pt>
                <c:pt idx="29">
                  <c:v>-0.002518</c:v>
                </c:pt>
                <c:pt idx="30">
                  <c:v>-0.003901</c:v>
                </c:pt>
                <c:pt idx="31">
                  <c:v>-0.006436</c:v>
                </c:pt>
                <c:pt idx="32">
                  <c:v>-0.008392</c:v>
                </c:pt>
                <c:pt idx="33">
                  <c:v>-0.009602</c:v>
                </c:pt>
                <c:pt idx="34">
                  <c:v>-0.009976</c:v>
                </c:pt>
                <c:pt idx="35">
                  <c:v>-0.009993</c:v>
                </c:pt>
                <c:pt idx="36">
                  <c:v>-0.009928</c:v>
                </c:pt>
                <c:pt idx="37">
                  <c:v>-0.009769</c:v>
                </c:pt>
                <c:pt idx="38">
                  <c:v>-0.009639</c:v>
                </c:pt>
                <c:pt idx="39">
                  <c:v>-0.009462</c:v>
                </c:pt>
                <c:pt idx="40">
                  <c:v>-0.009242</c:v>
                </c:pt>
                <c:pt idx="41">
                  <c:v>-0.009055</c:v>
                </c:pt>
                <c:pt idx="42">
                  <c:v>-0.008819</c:v>
                </c:pt>
                <c:pt idx="43">
                  <c:v>-0.008563</c:v>
                </c:pt>
                <c:pt idx="44">
                  <c:v>-0.008249</c:v>
                </c:pt>
                <c:pt idx="45">
                  <c:v>-0.007938</c:v>
                </c:pt>
                <c:pt idx="46">
                  <c:v>-0.00759</c:v>
                </c:pt>
                <c:pt idx="47">
                  <c:v>-0.007275</c:v>
                </c:pt>
                <c:pt idx="48">
                  <c:v>-0.006909</c:v>
                </c:pt>
                <c:pt idx="49">
                  <c:v>-0.006533</c:v>
                </c:pt>
                <c:pt idx="50">
                  <c:v>-0.006213</c:v>
                </c:pt>
                <c:pt idx="51">
                  <c:v>-0.005844</c:v>
                </c:pt>
                <c:pt idx="52">
                  <c:v>-0.005528</c:v>
                </c:pt>
                <c:pt idx="53">
                  <c:v>-0.005071</c:v>
                </c:pt>
                <c:pt idx="54">
                  <c:v>-0.00462</c:v>
                </c:pt>
                <c:pt idx="55">
                  <c:v>-0.004036</c:v>
                </c:pt>
                <c:pt idx="56">
                  <c:v>-0.003374</c:v>
                </c:pt>
                <c:pt idx="57">
                  <c:v>-0.002879</c:v>
                </c:pt>
                <c:pt idx="58">
                  <c:v>-0.002532</c:v>
                </c:pt>
                <c:pt idx="59">
                  <c:v>-0.002192</c:v>
                </c:pt>
                <c:pt idx="60">
                  <c:v>-0.00191</c:v>
                </c:pt>
                <c:pt idx="61">
                  <c:v>-0.001831</c:v>
                </c:pt>
                <c:pt idx="62">
                  <c:v>-0.001781</c:v>
                </c:pt>
                <c:pt idx="63">
                  <c:v>-0.001823</c:v>
                </c:pt>
                <c:pt idx="64">
                  <c:v>-0.00196</c:v>
                </c:pt>
                <c:pt idx="65">
                  <c:v>-0.002149</c:v>
                </c:pt>
                <c:pt idx="66">
                  <c:v>-0.002235</c:v>
                </c:pt>
                <c:pt idx="67">
                  <c:v>-0.002215</c:v>
                </c:pt>
                <c:pt idx="68">
                  <c:v>-0.002096</c:v>
                </c:pt>
                <c:pt idx="69">
                  <c:v>-0.001885</c:v>
                </c:pt>
                <c:pt idx="70">
                  <c:v>-0.001604</c:v>
                </c:pt>
                <c:pt idx="71">
                  <c:v>-0.001313</c:v>
                </c:pt>
                <c:pt idx="72">
                  <c:v>-0.000932</c:v>
                </c:pt>
                <c:pt idx="73">
                  <c:v>-0.000518</c:v>
                </c:pt>
                <c:pt idx="74">
                  <c:v>0.00013</c:v>
                </c:pt>
                <c:pt idx="75">
                  <c:v>0.000796</c:v>
                </c:pt>
                <c:pt idx="76">
                  <c:v>0.001264</c:v>
                </c:pt>
                <c:pt idx="77">
                  <c:v>0.001535</c:v>
                </c:pt>
                <c:pt idx="78">
                  <c:v>0.0018</c:v>
                </c:pt>
                <c:pt idx="79">
                  <c:v>0.002216</c:v>
                </c:pt>
                <c:pt idx="80">
                  <c:v>0.002462</c:v>
                </c:pt>
                <c:pt idx="81">
                  <c:v>0.002545</c:v>
                </c:pt>
                <c:pt idx="82">
                  <c:v>0.002555</c:v>
                </c:pt>
                <c:pt idx="83">
                  <c:v>0.002397</c:v>
                </c:pt>
                <c:pt idx="84">
                  <c:v>0.002331</c:v>
                </c:pt>
                <c:pt idx="85">
                  <c:v>0.002338</c:v>
                </c:pt>
                <c:pt idx="86">
                  <c:v>0.002271</c:v>
                </c:pt>
                <c:pt idx="87">
                  <c:v>0.002192</c:v>
                </c:pt>
                <c:pt idx="88">
                  <c:v>0.002208</c:v>
                </c:pt>
                <c:pt idx="89">
                  <c:v>0.002429</c:v>
                </c:pt>
                <c:pt idx="90">
                  <c:v>0.002733</c:v>
                </c:pt>
                <c:pt idx="91">
                  <c:v>0.003317</c:v>
                </c:pt>
                <c:pt idx="92">
                  <c:v>0.003826</c:v>
                </c:pt>
                <c:pt idx="93">
                  <c:v>0.004252</c:v>
                </c:pt>
                <c:pt idx="94">
                  <c:v>0.004702</c:v>
                </c:pt>
                <c:pt idx="95">
                  <c:v>0.005633</c:v>
                </c:pt>
                <c:pt idx="96">
                  <c:v>0.006514</c:v>
                </c:pt>
                <c:pt idx="97">
                  <c:v>0.006158</c:v>
                </c:pt>
                <c:pt idx="98">
                  <c:v>0.005917</c:v>
                </c:pt>
                <c:pt idx="99">
                  <c:v>0.005092</c:v>
                </c:pt>
                <c:pt idx="100">
                  <c:v>0.004073</c:v>
                </c:pt>
                <c:pt idx="101">
                  <c:v>0.003217</c:v>
                </c:pt>
                <c:pt idx="102">
                  <c:v>0.002673</c:v>
                </c:pt>
                <c:pt idx="103">
                  <c:v>0.002466</c:v>
                </c:pt>
                <c:pt idx="104">
                  <c:v>0.002489</c:v>
                </c:pt>
                <c:pt idx="105">
                  <c:v>0.002597</c:v>
                </c:pt>
                <c:pt idx="106">
                  <c:v>0.002785</c:v>
                </c:pt>
                <c:pt idx="107">
                  <c:v>0.00316</c:v>
                </c:pt>
                <c:pt idx="108">
                  <c:v>0.003684</c:v>
                </c:pt>
                <c:pt idx="109">
                  <c:v>0.00427</c:v>
                </c:pt>
                <c:pt idx="110">
                  <c:v>0.004856</c:v>
                </c:pt>
                <c:pt idx="111">
                  <c:v>0.005387</c:v>
                </c:pt>
                <c:pt idx="112">
                  <c:v>0.005824</c:v>
                </c:pt>
                <c:pt idx="113">
                  <c:v>0.006195</c:v>
                </c:pt>
                <c:pt idx="114">
                  <c:v>0.006488</c:v>
                </c:pt>
                <c:pt idx="115">
                  <c:v>0.006687</c:v>
                </c:pt>
                <c:pt idx="116">
                  <c:v>0.00674</c:v>
                </c:pt>
                <c:pt idx="117">
                  <c:v>0.006783</c:v>
                </c:pt>
                <c:pt idx="118">
                  <c:v>0.006859</c:v>
                </c:pt>
                <c:pt idx="119">
                  <c:v>0.006889</c:v>
                </c:pt>
                <c:pt idx="120">
                  <c:v>0.006888</c:v>
                </c:pt>
                <c:pt idx="121">
                  <c:v>0.006919</c:v>
                </c:pt>
                <c:pt idx="122">
                  <c:v>0.006991</c:v>
                </c:pt>
                <c:pt idx="123">
                  <c:v>0.007108</c:v>
                </c:pt>
                <c:pt idx="124">
                  <c:v>0.007173</c:v>
                </c:pt>
                <c:pt idx="125">
                  <c:v>0.007213</c:v>
                </c:pt>
                <c:pt idx="126">
                  <c:v>0.007239</c:v>
                </c:pt>
                <c:pt idx="127">
                  <c:v>0.007361</c:v>
                </c:pt>
                <c:pt idx="128">
                  <c:v>0.007586</c:v>
                </c:pt>
                <c:pt idx="129">
                  <c:v>0.008007</c:v>
                </c:pt>
                <c:pt idx="130">
                  <c:v>0.008527</c:v>
                </c:pt>
                <c:pt idx="131">
                  <c:v>0.008989</c:v>
                </c:pt>
                <c:pt idx="132">
                  <c:v>0.009236</c:v>
                </c:pt>
                <c:pt idx="133">
                  <c:v>0.008722</c:v>
                </c:pt>
                <c:pt idx="134">
                  <c:v>0.008143</c:v>
                </c:pt>
                <c:pt idx="135">
                  <c:v>0.008273</c:v>
                </c:pt>
                <c:pt idx="136">
                  <c:v>0.008173</c:v>
                </c:pt>
                <c:pt idx="137">
                  <c:v>0.00761</c:v>
                </c:pt>
                <c:pt idx="138">
                  <c:v>0.007232</c:v>
                </c:pt>
                <c:pt idx="139">
                  <c:v>0.007126</c:v>
                </c:pt>
                <c:pt idx="140">
                  <c:v>0.007162</c:v>
                </c:pt>
                <c:pt idx="141">
                  <c:v>0.007252</c:v>
                </c:pt>
                <c:pt idx="142">
                  <c:v>0.0085</c:v>
                </c:pt>
                <c:pt idx="143">
                  <c:v>0.009135</c:v>
                </c:pt>
                <c:pt idx="144">
                  <c:v>0.009295</c:v>
                </c:pt>
                <c:pt idx="145">
                  <c:v>0.00868</c:v>
                </c:pt>
                <c:pt idx="146">
                  <c:v>0.007664</c:v>
                </c:pt>
                <c:pt idx="147">
                  <c:v>0.006234</c:v>
                </c:pt>
                <c:pt idx="148">
                  <c:v>0.003567</c:v>
                </c:pt>
                <c:pt idx="149">
                  <c:v>0.001171</c:v>
                </c:pt>
                <c:pt idx="150">
                  <c:v>-0.000338</c:v>
                </c:pt>
                <c:pt idx="151">
                  <c:v>-0.001353</c:v>
                </c:pt>
                <c:pt idx="152">
                  <c:v>-0.001897</c:v>
                </c:pt>
                <c:pt idx="153">
                  <c:v>-0.002059</c:v>
                </c:pt>
                <c:pt idx="154">
                  <c:v>-0.001925</c:v>
                </c:pt>
                <c:pt idx="155">
                  <c:v>-0.001638</c:v>
                </c:pt>
                <c:pt idx="156">
                  <c:v>-0.001296</c:v>
                </c:pt>
                <c:pt idx="157">
                  <c:v>-0.000885</c:v>
                </c:pt>
                <c:pt idx="158">
                  <c:v>-0.000386</c:v>
                </c:pt>
                <c:pt idx="159">
                  <c:v>0.000113</c:v>
                </c:pt>
                <c:pt idx="160">
                  <c:v>0.000622</c:v>
                </c:pt>
                <c:pt idx="161">
                  <c:v>0.001112</c:v>
                </c:pt>
                <c:pt idx="162">
                  <c:v>0.001609</c:v>
                </c:pt>
                <c:pt idx="163">
                  <c:v>0.002075</c:v>
                </c:pt>
                <c:pt idx="164">
                  <c:v>0.00249</c:v>
                </c:pt>
                <c:pt idx="165">
                  <c:v>0.00288</c:v>
                </c:pt>
                <c:pt idx="166">
                  <c:v>0.003301</c:v>
                </c:pt>
                <c:pt idx="167">
                  <c:v>0.00374</c:v>
                </c:pt>
                <c:pt idx="168">
                  <c:v>0.004153</c:v>
                </c:pt>
                <c:pt idx="169">
                  <c:v>0.004494</c:v>
                </c:pt>
                <c:pt idx="170">
                  <c:v>0.004826</c:v>
                </c:pt>
                <c:pt idx="171">
                  <c:v>0.005162</c:v>
                </c:pt>
                <c:pt idx="172">
                  <c:v>0.005502</c:v>
                </c:pt>
                <c:pt idx="173">
                  <c:v>0.005836</c:v>
                </c:pt>
                <c:pt idx="174">
                  <c:v>0.006094</c:v>
                </c:pt>
                <c:pt idx="175">
                  <c:v>0.00628</c:v>
                </c:pt>
                <c:pt idx="176">
                  <c:v>0.006417</c:v>
                </c:pt>
                <c:pt idx="177">
                  <c:v>0.006492</c:v>
                </c:pt>
                <c:pt idx="178">
                  <c:v>0.006565</c:v>
                </c:pt>
                <c:pt idx="179">
                  <c:v>0.006667</c:v>
                </c:pt>
                <c:pt idx="180">
                  <c:v>0.006813</c:v>
                </c:pt>
                <c:pt idx="181">
                  <c:v>0.006997</c:v>
                </c:pt>
                <c:pt idx="182">
                  <c:v>0.007147</c:v>
                </c:pt>
                <c:pt idx="183">
                  <c:v>0.007285</c:v>
                </c:pt>
                <c:pt idx="184">
                  <c:v>0.007444</c:v>
                </c:pt>
                <c:pt idx="185">
                  <c:v>0.007786</c:v>
                </c:pt>
                <c:pt idx="186">
                  <c:v>0.008377</c:v>
                </c:pt>
                <c:pt idx="187">
                  <c:v>0.009134</c:v>
                </c:pt>
                <c:pt idx="188">
                  <c:v>0.009767</c:v>
                </c:pt>
                <c:pt idx="189">
                  <c:v>0.010548</c:v>
                </c:pt>
                <c:pt idx="190">
                  <c:v>0.011647</c:v>
                </c:pt>
                <c:pt idx="191">
                  <c:v>0.011115</c:v>
                </c:pt>
                <c:pt idx="192">
                  <c:v>0.009403</c:v>
                </c:pt>
                <c:pt idx="193">
                  <c:v>0.008881</c:v>
                </c:pt>
                <c:pt idx="194">
                  <c:v>0.00925</c:v>
                </c:pt>
                <c:pt idx="195">
                  <c:v>0.008922</c:v>
                </c:pt>
                <c:pt idx="196">
                  <c:v>0.007798</c:v>
                </c:pt>
                <c:pt idx="197">
                  <c:v>0.00722</c:v>
                </c:pt>
                <c:pt idx="198">
                  <c:v>0.006718</c:v>
                </c:pt>
                <c:pt idx="199">
                  <c:v>0.006162</c:v>
                </c:pt>
                <c:pt idx="200">
                  <c:v>0.005731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 Feb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Sheet1!$C$2:$C$202</c:f>
              <c:numCache>
                <c:formatCode>General</c:formatCode>
                <c:ptCount val="201"/>
                <c:pt idx="0">
                  <c:v>-0.000399</c:v>
                </c:pt>
                <c:pt idx="1">
                  <c:v>0.001866</c:v>
                </c:pt>
                <c:pt idx="2">
                  <c:v>0.004911</c:v>
                </c:pt>
                <c:pt idx="3">
                  <c:v>0.006604</c:v>
                </c:pt>
                <c:pt idx="4">
                  <c:v>0.008012</c:v>
                </c:pt>
                <c:pt idx="5">
                  <c:v>0.009209</c:v>
                </c:pt>
                <c:pt idx="6">
                  <c:v>0.00961</c:v>
                </c:pt>
                <c:pt idx="7">
                  <c:v>0.009835</c:v>
                </c:pt>
                <c:pt idx="8">
                  <c:v>0.009983</c:v>
                </c:pt>
                <c:pt idx="9">
                  <c:v>0.010269</c:v>
                </c:pt>
                <c:pt idx="10">
                  <c:v>0.011469</c:v>
                </c:pt>
                <c:pt idx="11">
                  <c:v>0.013469</c:v>
                </c:pt>
                <c:pt idx="12">
                  <c:v>0.015085</c:v>
                </c:pt>
                <c:pt idx="13">
                  <c:v>0.015145</c:v>
                </c:pt>
                <c:pt idx="14">
                  <c:v>0.01533</c:v>
                </c:pt>
                <c:pt idx="15">
                  <c:v>0.015643</c:v>
                </c:pt>
                <c:pt idx="16">
                  <c:v>0.016223</c:v>
                </c:pt>
                <c:pt idx="17">
                  <c:v>0.017778</c:v>
                </c:pt>
                <c:pt idx="18">
                  <c:v>0.018733</c:v>
                </c:pt>
                <c:pt idx="19">
                  <c:v>0.018687</c:v>
                </c:pt>
                <c:pt idx="20">
                  <c:v>0.018342</c:v>
                </c:pt>
                <c:pt idx="21">
                  <c:v>0.018098</c:v>
                </c:pt>
                <c:pt idx="22">
                  <c:v>0.017701</c:v>
                </c:pt>
                <c:pt idx="23">
                  <c:v>0.017522</c:v>
                </c:pt>
                <c:pt idx="24">
                  <c:v>0.016292</c:v>
                </c:pt>
                <c:pt idx="25">
                  <c:v>0.014191</c:v>
                </c:pt>
                <c:pt idx="26">
                  <c:v>0.012624</c:v>
                </c:pt>
                <c:pt idx="27">
                  <c:v>0.01039</c:v>
                </c:pt>
                <c:pt idx="28">
                  <c:v>0.01014</c:v>
                </c:pt>
                <c:pt idx="29">
                  <c:v>0.016341</c:v>
                </c:pt>
                <c:pt idx="30">
                  <c:v>0.026334</c:v>
                </c:pt>
                <c:pt idx="31">
                  <c:v>0.023646</c:v>
                </c:pt>
                <c:pt idx="32">
                  <c:v>0.011926</c:v>
                </c:pt>
                <c:pt idx="33">
                  <c:v>-0.00083</c:v>
                </c:pt>
                <c:pt idx="34">
                  <c:v>-0.009323</c:v>
                </c:pt>
                <c:pt idx="35">
                  <c:v>-0.01327</c:v>
                </c:pt>
                <c:pt idx="36">
                  <c:v>-0.014529</c:v>
                </c:pt>
                <c:pt idx="37">
                  <c:v>-0.01442</c:v>
                </c:pt>
                <c:pt idx="38">
                  <c:v>-0.013954</c:v>
                </c:pt>
                <c:pt idx="39">
                  <c:v>-0.013415</c:v>
                </c:pt>
                <c:pt idx="40">
                  <c:v>-0.012847</c:v>
                </c:pt>
                <c:pt idx="41">
                  <c:v>-0.01233</c:v>
                </c:pt>
                <c:pt idx="42">
                  <c:v>-0.011779</c:v>
                </c:pt>
                <c:pt idx="43">
                  <c:v>-0.011202</c:v>
                </c:pt>
                <c:pt idx="44">
                  <c:v>-0.010606</c:v>
                </c:pt>
                <c:pt idx="45">
                  <c:v>-0.010043</c:v>
                </c:pt>
                <c:pt idx="46">
                  <c:v>-0.009566</c:v>
                </c:pt>
                <c:pt idx="47">
                  <c:v>-0.009096</c:v>
                </c:pt>
                <c:pt idx="48">
                  <c:v>-0.008686</c:v>
                </c:pt>
                <c:pt idx="49">
                  <c:v>-0.008325</c:v>
                </c:pt>
                <c:pt idx="50">
                  <c:v>-0.007985</c:v>
                </c:pt>
                <c:pt idx="51">
                  <c:v>-0.007707</c:v>
                </c:pt>
                <c:pt idx="52">
                  <c:v>-0.007425</c:v>
                </c:pt>
                <c:pt idx="53">
                  <c:v>-0.007123</c:v>
                </c:pt>
                <c:pt idx="54">
                  <c:v>-0.006806</c:v>
                </c:pt>
                <c:pt idx="55">
                  <c:v>-0.006522</c:v>
                </c:pt>
                <c:pt idx="56">
                  <c:v>-0.006217</c:v>
                </c:pt>
                <c:pt idx="57">
                  <c:v>-0.006224</c:v>
                </c:pt>
                <c:pt idx="58">
                  <c:v>-0.006342</c:v>
                </c:pt>
                <c:pt idx="59">
                  <c:v>-0.00658</c:v>
                </c:pt>
                <c:pt idx="60">
                  <c:v>-0.006668</c:v>
                </c:pt>
                <c:pt idx="61">
                  <c:v>-0.006707</c:v>
                </c:pt>
                <c:pt idx="62">
                  <c:v>-0.006693</c:v>
                </c:pt>
                <c:pt idx="63">
                  <c:v>-0.006683</c:v>
                </c:pt>
                <c:pt idx="64">
                  <c:v>-0.006703</c:v>
                </c:pt>
                <c:pt idx="65">
                  <c:v>-0.006865</c:v>
                </c:pt>
                <c:pt idx="66">
                  <c:v>-0.007013</c:v>
                </c:pt>
                <c:pt idx="67">
                  <c:v>-0.007027</c:v>
                </c:pt>
                <c:pt idx="68">
                  <c:v>-0.006961</c:v>
                </c:pt>
                <c:pt idx="69">
                  <c:v>-0.00688</c:v>
                </c:pt>
                <c:pt idx="70">
                  <c:v>-0.006858</c:v>
                </c:pt>
                <c:pt idx="71">
                  <c:v>-0.00672</c:v>
                </c:pt>
                <c:pt idx="72">
                  <c:v>-0.00646</c:v>
                </c:pt>
                <c:pt idx="73">
                  <c:v>-0.006063</c:v>
                </c:pt>
                <c:pt idx="74">
                  <c:v>-0.005403</c:v>
                </c:pt>
                <c:pt idx="75">
                  <c:v>-0.0049</c:v>
                </c:pt>
                <c:pt idx="76">
                  <c:v>-0.005158</c:v>
                </c:pt>
                <c:pt idx="77">
                  <c:v>-0.005583</c:v>
                </c:pt>
                <c:pt idx="78">
                  <c:v>-0.005989</c:v>
                </c:pt>
                <c:pt idx="79">
                  <c:v>-0.006301</c:v>
                </c:pt>
                <c:pt idx="80">
                  <c:v>-0.006667</c:v>
                </c:pt>
                <c:pt idx="81">
                  <c:v>-0.007043</c:v>
                </c:pt>
                <c:pt idx="82">
                  <c:v>-0.007222</c:v>
                </c:pt>
                <c:pt idx="83">
                  <c:v>-0.007245</c:v>
                </c:pt>
                <c:pt idx="84">
                  <c:v>-0.007264</c:v>
                </c:pt>
                <c:pt idx="85">
                  <c:v>-0.007223</c:v>
                </c:pt>
                <c:pt idx="86">
                  <c:v>-0.007122</c:v>
                </c:pt>
                <c:pt idx="87">
                  <c:v>-0.007005</c:v>
                </c:pt>
                <c:pt idx="88">
                  <c:v>-0.006906</c:v>
                </c:pt>
                <c:pt idx="89">
                  <c:v>-0.006772</c:v>
                </c:pt>
                <c:pt idx="90">
                  <c:v>-0.006474</c:v>
                </c:pt>
                <c:pt idx="91">
                  <c:v>-0.005972</c:v>
                </c:pt>
                <c:pt idx="92">
                  <c:v>-0.005364</c:v>
                </c:pt>
                <c:pt idx="93">
                  <c:v>-0.004539</c:v>
                </c:pt>
                <c:pt idx="94">
                  <c:v>-0.003523</c:v>
                </c:pt>
                <c:pt idx="95">
                  <c:v>-0.001917</c:v>
                </c:pt>
                <c:pt idx="96">
                  <c:v>-0.000115</c:v>
                </c:pt>
                <c:pt idx="97">
                  <c:v>0.00119</c:v>
                </c:pt>
                <c:pt idx="98">
                  <c:v>0.003829</c:v>
                </c:pt>
                <c:pt idx="99">
                  <c:v>0.006639</c:v>
                </c:pt>
                <c:pt idx="100">
                  <c:v>0.008381</c:v>
                </c:pt>
                <c:pt idx="101">
                  <c:v>0.008472</c:v>
                </c:pt>
                <c:pt idx="102">
                  <c:v>0.007744</c:v>
                </c:pt>
                <c:pt idx="103">
                  <c:v>0.006999</c:v>
                </c:pt>
                <c:pt idx="104">
                  <c:v>0.006444</c:v>
                </c:pt>
                <c:pt idx="105">
                  <c:v>0.006044</c:v>
                </c:pt>
                <c:pt idx="106">
                  <c:v>0.00571</c:v>
                </c:pt>
                <c:pt idx="107">
                  <c:v>0.005281</c:v>
                </c:pt>
                <c:pt idx="108">
                  <c:v>0.004706</c:v>
                </c:pt>
                <c:pt idx="109">
                  <c:v>0.00402</c:v>
                </c:pt>
                <c:pt idx="110">
                  <c:v>0.003221</c:v>
                </c:pt>
                <c:pt idx="111">
                  <c:v>0.002269</c:v>
                </c:pt>
                <c:pt idx="112">
                  <c:v>0.001244</c:v>
                </c:pt>
                <c:pt idx="113">
                  <c:v>0.000165</c:v>
                </c:pt>
                <c:pt idx="114">
                  <c:v>-0.000989</c:v>
                </c:pt>
                <c:pt idx="115">
                  <c:v>-0.002127</c:v>
                </c:pt>
                <c:pt idx="116">
                  <c:v>-0.003176</c:v>
                </c:pt>
                <c:pt idx="117">
                  <c:v>-0.004109</c:v>
                </c:pt>
                <c:pt idx="118">
                  <c:v>-0.004892</c:v>
                </c:pt>
                <c:pt idx="119">
                  <c:v>-0.005535</c:v>
                </c:pt>
                <c:pt idx="120">
                  <c:v>-0.00611</c:v>
                </c:pt>
                <c:pt idx="121">
                  <c:v>-0.006598</c:v>
                </c:pt>
                <c:pt idx="122">
                  <c:v>-0.006911</c:v>
                </c:pt>
                <c:pt idx="123">
                  <c:v>-0.007163</c:v>
                </c:pt>
                <c:pt idx="124">
                  <c:v>-0.007376</c:v>
                </c:pt>
                <c:pt idx="125">
                  <c:v>-0.007557</c:v>
                </c:pt>
                <c:pt idx="126">
                  <c:v>-0.007658</c:v>
                </c:pt>
                <c:pt idx="127">
                  <c:v>-0.007607</c:v>
                </c:pt>
                <c:pt idx="128">
                  <c:v>-0.007378</c:v>
                </c:pt>
                <c:pt idx="129">
                  <c:v>-0.006972</c:v>
                </c:pt>
                <c:pt idx="130">
                  <c:v>-0.00638</c:v>
                </c:pt>
                <c:pt idx="131">
                  <c:v>-0.005745</c:v>
                </c:pt>
                <c:pt idx="132">
                  <c:v>-0.005813</c:v>
                </c:pt>
                <c:pt idx="133">
                  <c:v>-0.006152</c:v>
                </c:pt>
                <c:pt idx="134">
                  <c:v>-0.005249</c:v>
                </c:pt>
                <c:pt idx="135">
                  <c:v>-0.004106</c:v>
                </c:pt>
                <c:pt idx="136">
                  <c:v>-0.003514</c:v>
                </c:pt>
                <c:pt idx="137">
                  <c:v>-0.002954</c:v>
                </c:pt>
                <c:pt idx="138">
                  <c:v>-0.002313</c:v>
                </c:pt>
                <c:pt idx="139">
                  <c:v>-0.001834</c:v>
                </c:pt>
                <c:pt idx="140">
                  <c:v>-0.001514</c:v>
                </c:pt>
                <c:pt idx="141">
                  <c:v>-0.001909</c:v>
                </c:pt>
                <c:pt idx="142">
                  <c:v>-0.00098</c:v>
                </c:pt>
                <c:pt idx="143">
                  <c:v>0.000124</c:v>
                </c:pt>
                <c:pt idx="144">
                  <c:v>0.001163</c:v>
                </c:pt>
                <c:pt idx="145">
                  <c:v>0.002262</c:v>
                </c:pt>
                <c:pt idx="146">
                  <c:v>0.004149</c:v>
                </c:pt>
                <c:pt idx="147">
                  <c:v>0.006495</c:v>
                </c:pt>
                <c:pt idx="148">
                  <c:v>0.007002</c:v>
                </c:pt>
                <c:pt idx="149">
                  <c:v>0.00542</c:v>
                </c:pt>
                <c:pt idx="150">
                  <c:v>0.003111</c:v>
                </c:pt>
                <c:pt idx="151">
                  <c:v>0.001243</c:v>
                </c:pt>
                <c:pt idx="152">
                  <c:v>0.000208</c:v>
                </c:pt>
                <c:pt idx="153">
                  <c:v>-0.000147</c:v>
                </c:pt>
                <c:pt idx="154">
                  <c:v>-0.000016</c:v>
                </c:pt>
                <c:pt idx="155">
                  <c:v>0.000385</c:v>
                </c:pt>
                <c:pt idx="156">
                  <c:v>0.000884</c:v>
                </c:pt>
                <c:pt idx="157">
                  <c:v>0.001414</c:v>
                </c:pt>
                <c:pt idx="158">
                  <c:v>0.002017</c:v>
                </c:pt>
                <c:pt idx="159">
                  <c:v>0.002569</c:v>
                </c:pt>
                <c:pt idx="160">
                  <c:v>0.003056</c:v>
                </c:pt>
                <c:pt idx="161">
                  <c:v>0.003434</c:v>
                </c:pt>
                <c:pt idx="162">
                  <c:v>0.003684</c:v>
                </c:pt>
                <c:pt idx="163">
                  <c:v>0.003831</c:v>
                </c:pt>
                <c:pt idx="164">
                  <c:v>0.003815</c:v>
                </c:pt>
                <c:pt idx="165">
                  <c:v>0.003687</c:v>
                </c:pt>
                <c:pt idx="166">
                  <c:v>0.00349</c:v>
                </c:pt>
                <c:pt idx="167">
                  <c:v>0.003221</c:v>
                </c:pt>
                <c:pt idx="168">
                  <c:v>0.0029</c:v>
                </c:pt>
                <c:pt idx="169">
                  <c:v>0.002546</c:v>
                </c:pt>
                <c:pt idx="170">
                  <c:v>0.002194</c:v>
                </c:pt>
                <c:pt idx="171">
                  <c:v>0.001879</c:v>
                </c:pt>
                <c:pt idx="172">
                  <c:v>0.001611</c:v>
                </c:pt>
                <c:pt idx="173">
                  <c:v>0.001386</c:v>
                </c:pt>
                <c:pt idx="174">
                  <c:v>0.001232</c:v>
                </c:pt>
                <c:pt idx="175">
                  <c:v>0.001158</c:v>
                </c:pt>
                <c:pt idx="176">
                  <c:v>0.001141</c:v>
                </c:pt>
                <c:pt idx="177">
                  <c:v>0.001134</c:v>
                </c:pt>
                <c:pt idx="178">
                  <c:v>0.001189</c:v>
                </c:pt>
                <c:pt idx="179">
                  <c:v>0.001282</c:v>
                </c:pt>
                <c:pt idx="180">
                  <c:v>0.001436</c:v>
                </c:pt>
                <c:pt idx="181">
                  <c:v>0.00166</c:v>
                </c:pt>
                <c:pt idx="182">
                  <c:v>0.001977</c:v>
                </c:pt>
                <c:pt idx="183">
                  <c:v>0.002303</c:v>
                </c:pt>
                <c:pt idx="184">
                  <c:v>0.002615</c:v>
                </c:pt>
                <c:pt idx="185">
                  <c:v>0.002982</c:v>
                </c:pt>
                <c:pt idx="186">
                  <c:v>0.003486</c:v>
                </c:pt>
                <c:pt idx="187">
                  <c:v>0.004077</c:v>
                </c:pt>
                <c:pt idx="188">
                  <c:v>0.004676</c:v>
                </c:pt>
                <c:pt idx="189">
                  <c:v>0.00557</c:v>
                </c:pt>
                <c:pt idx="190">
                  <c:v>0.006442</c:v>
                </c:pt>
                <c:pt idx="191">
                  <c:v>0.006048</c:v>
                </c:pt>
                <c:pt idx="192">
                  <c:v>0.005884</c:v>
                </c:pt>
                <c:pt idx="193">
                  <c:v>0.006523</c:v>
                </c:pt>
                <c:pt idx="194">
                  <c:v>0.007312</c:v>
                </c:pt>
                <c:pt idx="195">
                  <c:v>0.00724</c:v>
                </c:pt>
                <c:pt idx="196">
                  <c:v>0.006996</c:v>
                </c:pt>
                <c:pt idx="197">
                  <c:v>0.00714</c:v>
                </c:pt>
                <c:pt idx="198">
                  <c:v>0.00711</c:v>
                </c:pt>
                <c:pt idx="199">
                  <c:v>0.006937</c:v>
                </c:pt>
                <c:pt idx="200">
                  <c:v>0.006829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03 Mar</c:v>
                </c:pt>
              </c:strCache>
            </c:strRef>
          </c:tx>
          <c:spPr>
            <a:solidFill>
              <a:srgbClr val="D08A00"/>
            </a:solidFill>
            <a:ln w="25400" cap="flat">
              <a:solidFill>
                <a:srgbClr val="D08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Sheet1!$D$2:$D$202</c:f>
              <c:numCache>
                <c:formatCode>General</c:formatCode>
                <c:ptCount val="201"/>
                <c:pt idx="0">
                  <c:v>0.0194</c:v>
                </c:pt>
                <c:pt idx="1">
                  <c:v>0.018901</c:v>
                </c:pt>
                <c:pt idx="2">
                  <c:v>0.018616</c:v>
                </c:pt>
                <c:pt idx="3">
                  <c:v>0.018233</c:v>
                </c:pt>
                <c:pt idx="4">
                  <c:v>0.018576</c:v>
                </c:pt>
                <c:pt idx="5">
                  <c:v>0.019245</c:v>
                </c:pt>
                <c:pt idx="6">
                  <c:v>0.019247</c:v>
                </c:pt>
                <c:pt idx="7">
                  <c:v>0.019032</c:v>
                </c:pt>
                <c:pt idx="8">
                  <c:v>0.018937</c:v>
                </c:pt>
                <c:pt idx="9">
                  <c:v>0.019269</c:v>
                </c:pt>
                <c:pt idx="10">
                  <c:v>0.020831</c:v>
                </c:pt>
                <c:pt idx="11">
                  <c:v>0.023138</c:v>
                </c:pt>
                <c:pt idx="12">
                  <c:v>0.02298</c:v>
                </c:pt>
                <c:pt idx="13">
                  <c:v>0.019001</c:v>
                </c:pt>
                <c:pt idx="14">
                  <c:v>0.017185</c:v>
                </c:pt>
                <c:pt idx="15">
                  <c:v>0.017467</c:v>
                </c:pt>
                <c:pt idx="16">
                  <c:v>0.019349</c:v>
                </c:pt>
                <c:pt idx="17">
                  <c:v>0.02342</c:v>
                </c:pt>
                <c:pt idx="18">
                  <c:v>0.026458</c:v>
                </c:pt>
                <c:pt idx="19">
                  <c:v>0.027455</c:v>
                </c:pt>
                <c:pt idx="20">
                  <c:v>0.027594</c:v>
                </c:pt>
                <c:pt idx="21">
                  <c:v>0.027856</c:v>
                </c:pt>
                <c:pt idx="22">
                  <c:v>0.027948</c:v>
                </c:pt>
                <c:pt idx="23">
                  <c:v>0.028026</c:v>
                </c:pt>
                <c:pt idx="24">
                  <c:v>0.026797</c:v>
                </c:pt>
                <c:pt idx="25">
                  <c:v>0.02406</c:v>
                </c:pt>
                <c:pt idx="26">
                  <c:v>0.021728</c:v>
                </c:pt>
                <c:pt idx="27">
                  <c:v>0.01842</c:v>
                </c:pt>
                <c:pt idx="28">
                  <c:v>0.017338</c:v>
                </c:pt>
                <c:pt idx="29">
                  <c:v>0.024866</c:v>
                </c:pt>
                <c:pt idx="30">
                  <c:v>0.033216</c:v>
                </c:pt>
                <c:pt idx="31">
                  <c:v>0.022541</c:v>
                </c:pt>
                <c:pt idx="32">
                  <c:v>-0.000618</c:v>
                </c:pt>
                <c:pt idx="33">
                  <c:v>-0.024307</c:v>
                </c:pt>
                <c:pt idx="34">
                  <c:v>-0.039034</c:v>
                </c:pt>
                <c:pt idx="35">
                  <c:v>-0.044864</c:v>
                </c:pt>
                <c:pt idx="36">
                  <c:v>-0.045778</c:v>
                </c:pt>
                <c:pt idx="37">
                  <c:v>-0.044851</c:v>
                </c:pt>
                <c:pt idx="38">
                  <c:v>-0.043447</c:v>
                </c:pt>
                <c:pt idx="39">
                  <c:v>-0.042041</c:v>
                </c:pt>
                <c:pt idx="40">
                  <c:v>-0.040701</c:v>
                </c:pt>
                <c:pt idx="41">
                  <c:v>-0.039425</c:v>
                </c:pt>
                <c:pt idx="42">
                  <c:v>-0.03823</c:v>
                </c:pt>
                <c:pt idx="43">
                  <c:v>-0.037098</c:v>
                </c:pt>
                <c:pt idx="44">
                  <c:v>-0.036057</c:v>
                </c:pt>
                <c:pt idx="45">
                  <c:v>-0.035108</c:v>
                </c:pt>
                <c:pt idx="46">
                  <c:v>-0.034245</c:v>
                </c:pt>
                <c:pt idx="47">
                  <c:v>-0.033442</c:v>
                </c:pt>
                <c:pt idx="48">
                  <c:v>-0.032634</c:v>
                </c:pt>
                <c:pt idx="49">
                  <c:v>-0.031785</c:v>
                </c:pt>
                <c:pt idx="50">
                  <c:v>-0.030945</c:v>
                </c:pt>
                <c:pt idx="51">
                  <c:v>-0.030033</c:v>
                </c:pt>
                <c:pt idx="52">
                  <c:v>-0.029054</c:v>
                </c:pt>
                <c:pt idx="53">
                  <c:v>-0.027996</c:v>
                </c:pt>
                <c:pt idx="54">
                  <c:v>-0.026628</c:v>
                </c:pt>
                <c:pt idx="55">
                  <c:v>-0.024812</c:v>
                </c:pt>
                <c:pt idx="56">
                  <c:v>-0.022849</c:v>
                </c:pt>
                <c:pt idx="57">
                  <c:v>-0.021427</c:v>
                </c:pt>
                <c:pt idx="58">
                  <c:v>-0.020422</c:v>
                </c:pt>
                <c:pt idx="59">
                  <c:v>-0.0195</c:v>
                </c:pt>
                <c:pt idx="60">
                  <c:v>-0.018751</c:v>
                </c:pt>
                <c:pt idx="61">
                  <c:v>-0.018769</c:v>
                </c:pt>
                <c:pt idx="62">
                  <c:v>-0.019068</c:v>
                </c:pt>
                <c:pt idx="63">
                  <c:v>-0.019308</c:v>
                </c:pt>
                <c:pt idx="64">
                  <c:v>-0.019643</c:v>
                </c:pt>
                <c:pt idx="65">
                  <c:v>-0.019968</c:v>
                </c:pt>
                <c:pt idx="66">
                  <c:v>-0.020205</c:v>
                </c:pt>
                <c:pt idx="67">
                  <c:v>-0.020326</c:v>
                </c:pt>
                <c:pt idx="68">
                  <c:v>-0.020261</c:v>
                </c:pt>
                <c:pt idx="69">
                  <c:v>-0.019998</c:v>
                </c:pt>
                <c:pt idx="70">
                  <c:v>-0.019636</c:v>
                </c:pt>
                <c:pt idx="71">
                  <c:v>-0.019233</c:v>
                </c:pt>
                <c:pt idx="72">
                  <c:v>-0.018689</c:v>
                </c:pt>
                <c:pt idx="73">
                  <c:v>-0.017608</c:v>
                </c:pt>
                <c:pt idx="74">
                  <c:v>-0.015452</c:v>
                </c:pt>
                <c:pt idx="75">
                  <c:v>-0.013299</c:v>
                </c:pt>
                <c:pt idx="76">
                  <c:v>-0.012069</c:v>
                </c:pt>
                <c:pt idx="77">
                  <c:v>-0.011459</c:v>
                </c:pt>
                <c:pt idx="78">
                  <c:v>-0.011174</c:v>
                </c:pt>
                <c:pt idx="79">
                  <c:v>-0.010847</c:v>
                </c:pt>
                <c:pt idx="80">
                  <c:v>-0.010775</c:v>
                </c:pt>
                <c:pt idx="81">
                  <c:v>-0.010902</c:v>
                </c:pt>
                <c:pt idx="82">
                  <c:v>-0.010834</c:v>
                </c:pt>
                <c:pt idx="83">
                  <c:v>-0.010793</c:v>
                </c:pt>
                <c:pt idx="84">
                  <c:v>-0.010946</c:v>
                </c:pt>
                <c:pt idx="85">
                  <c:v>-0.011056</c:v>
                </c:pt>
                <c:pt idx="86">
                  <c:v>-0.011133</c:v>
                </c:pt>
                <c:pt idx="87">
                  <c:v>-0.011179</c:v>
                </c:pt>
                <c:pt idx="88">
                  <c:v>-0.011032</c:v>
                </c:pt>
                <c:pt idx="89">
                  <c:v>-0.010608</c:v>
                </c:pt>
                <c:pt idx="90">
                  <c:v>-0.009741</c:v>
                </c:pt>
                <c:pt idx="91">
                  <c:v>-0.008462</c:v>
                </c:pt>
                <c:pt idx="92">
                  <c:v>-0.00678</c:v>
                </c:pt>
                <c:pt idx="93">
                  <c:v>-0.004729</c:v>
                </c:pt>
                <c:pt idx="94">
                  <c:v>-0.002661</c:v>
                </c:pt>
                <c:pt idx="95">
                  <c:v>-0.001182</c:v>
                </c:pt>
                <c:pt idx="96">
                  <c:v>0.000206</c:v>
                </c:pt>
                <c:pt idx="97">
                  <c:v>0.003056</c:v>
                </c:pt>
                <c:pt idx="98">
                  <c:v>0.007787</c:v>
                </c:pt>
                <c:pt idx="99">
                  <c:v>0.014223</c:v>
                </c:pt>
                <c:pt idx="100">
                  <c:v>0.019196</c:v>
                </c:pt>
                <c:pt idx="101">
                  <c:v>0.021525</c:v>
                </c:pt>
                <c:pt idx="102">
                  <c:v>0.022513</c:v>
                </c:pt>
                <c:pt idx="103">
                  <c:v>0.023094</c:v>
                </c:pt>
                <c:pt idx="104">
                  <c:v>0.023548</c:v>
                </c:pt>
                <c:pt idx="105">
                  <c:v>0.023888</c:v>
                </c:pt>
                <c:pt idx="106">
                  <c:v>0.024123</c:v>
                </c:pt>
                <c:pt idx="107">
                  <c:v>0.024278</c:v>
                </c:pt>
                <c:pt idx="108">
                  <c:v>0.024329</c:v>
                </c:pt>
                <c:pt idx="109">
                  <c:v>0.024194</c:v>
                </c:pt>
                <c:pt idx="110">
                  <c:v>0.02381</c:v>
                </c:pt>
                <c:pt idx="111">
                  <c:v>0.023132</c:v>
                </c:pt>
                <c:pt idx="112">
                  <c:v>0.022171</c:v>
                </c:pt>
                <c:pt idx="113">
                  <c:v>0.021022</c:v>
                </c:pt>
                <c:pt idx="114">
                  <c:v>0.019754</c:v>
                </c:pt>
                <c:pt idx="115">
                  <c:v>0.018406</c:v>
                </c:pt>
                <c:pt idx="116">
                  <c:v>0.017048</c:v>
                </c:pt>
                <c:pt idx="117">
                  <c:v>0.015776</c:v>
                </c:pt>
                <c:pt idx="118">
                  <c:v>0.014638</c:v>
                </c:pt>
                <c:pt idx="119">
                  <c:v>0.01361</c:v>
                </c:pt>
                <c:pt idx="120">
                  <c:v>0.012666</c:v>
                </c:pt>
                <c:pt idx="121">
                  <c:v>0.011848</c:v>
                </c:pt>
                <c:pt idx="122">
                  <c:v>0.011121</c:v>
                </c:pt>
                <c:pt idx="123">
                  <c:v>0.010473</c:v>
                </c:pt>
                <c:pt idx="124">
                  <c:v>0.009917</c:v>
                </c:pt>
                <c:pt idx="125">
                  <c:v>0.009431</c:v>
                </c:pt>
                <c:pt idx="126">
                  <c:v>0.009022</c:v>
                </c:pt>
                <c:pt idx="127">
                  <c:v>0.008763</c:v>
                </c:pt>
                <c:pt idx="128">
                  <c:v>0.008757</c:v>
                </c:pt>
                <c:pt idx="129">
                  <c:v>0.00892</c:v>
                </c:pt>
                <c:pt idx="130">
                  <c:v>0.009238</c:v>
                </c:pt>
                <c:pt idx="131">
                  <c:v>0.009502</c:v>
                </c:pt>
                <c:pt idx="132">
                  <c:v>0.00969</c:v>
                </c:pt>
                <c:pt idx="133">
                  <c:v>0.010006</c:v>
                </c:pt>
                <c:pt idx="134">
                  <c:v>0.010876</c:v>
                </c:pt>
                <c:pt idx="135">
                  <c:v>0.011952</c:v>
                </c:pt>
                <c:pt idx="136">
                  <c:v>0.012887</c:v>
                </c:pt>
                <c:pt idx="137">
                  <c:v>0.013563</c:v>
                </c:pt>
                <c:pt idx="138">
                  <c:v>0.013989</c:v>
                </c:pt>
                <c:pt idx="139">
                  <c:v>0.014112</c:v>
                </c:pt>
                <c:pt idx="140">
                  <c:v>0.013918</c:v>
                </c:pt>
                <c:pt idx="141">
                  <c:v>0.013727</c:v>
                </c:pt>
                <c:pt idx="142">
                  <c:v>0.016131</c:v>
                </c:pt>
                <c:pt idx="143">
                  <c:v>0.017921</c:v>
                </c:pt>
                <c:pt idx="144">
                  <c:v>0.019017</c:v>
                </c:pt>
                <c:pt idx="145">
                  <c:v>0.020792</c:v>
                </c:pt>
                <c:pt idx="146">
                  <c:v>0.02315</c:v>
                </c:pt>
                <c:pt idx="147">
                  <c:v>0.025356</c:v>
                </c:pt>
                <c:pt idx="148">
                  <c:v>0.026063</c:v>
                </c:pt>
                <c:pt idx="149">
                  <c:v>0.024199</c:v>
                </c:pt>
                <c:pt idx="150">
                  <c:v>0.02137</c:v>
                </c:pt>
                <c:pt idx="151">
                  <c:v>0.019662</c:v>
                </c:pt>
                <c:pt idx="152">
                  <c:v>0.019067</c:v>
                </c:pt>
                <c:pt idx="153">
                  <c:v>0.019079</c:v>
                </c:pt>
                <c:pt idx="154">
                  <c:v>0.019459</c:v>
                </c:pt>
                <c:pt idx="155">
                  <c:v>0.020065</c:v>
                </c:pt>
                <c:pt idx="156">
                  <c:v>0.02078</c:v>
                </c:pt>
                <c:pt idx="157">
                  <c:v>0.021638</c:v>
                </c:pt>
                <c:pt idx="158">
                  <c:v>0.02272</c:v>
                </c:pt>
                <c:pt idx="159">
                  <c:v>0.02375</c:v>
                </c:pt>
                <c:pt idx="160">
                  <c:v>0.024742</c:v>
                </c:pt>
                <c:pt idx="161">
                  <c:v>0.025651</c:v>
                </c:pt>
                <c:pt idx="162">
                  <c:v>0.02645</c:v>
                </c:pt>
                <c:pt idx="163">
                  <c:v>0.027146</c:v>
                </c:pt>
                <c:pt idx="164">
                  <c:v>0.027733</c:v>
                </c:pt>
                <c:pt idx="165">
                  <c:v>0.028154</c:v>
                </c:pt>
                <c:pt idx="166">
                  <c:v>0.028442</c:v>
                </c:pt>
                <c:pt idx="167">
                  <c:v>0.02869</c:v>
                </c:pt>
                <c:pt idx="168">
                  <c:v>0.028853</c:v>
                </c:pt>
                <c:pt idx="169">
                  <c:v>0.028923</c:v>
                </c:pt>
                <c:pt idx="170">
                  <c:v>0.028926</c:v>
                </c:pt>
                <c:pt idx="171">
                  <c:v>0.028904</c:v>
                </c:pt>
                <c:pt idx="172">
                  <c:v>0.028901</c:v>
                </c:pt>
                <c:pt idx="173">
                  <c:v>0.028895</c:v>
                </c:pt>
                <c:pt idx="174">
                  <c:v>0.028741</c:v>
                </c:pt>
                <c:pt idx="175">
                  <c:v>0.028528</c:v>
                </c:pt>
                <c:pt idx="176">
                  <c:v>0.028299</c:v>
                </c:pt>
                <c:pt idx="177">
                  <c:v>0.028002</c:v>
                </c:pt>
                <c:pt idx="178">
                  <c:v>0.027713</c:v>
                </c:pt>
                <c:pt idx="179">
                  <c:v>0.027469</c:v>
                </c:pt>
                <c:pt idx="180">
                  <c:v>0.027328</c:v>
                </c:pt>
                <c:pt idx="181">
                  <c:v>0.02737</c:v>
                </c:pt>
                <c:pt idx="182">
                  <c:v>0.027509</c:v>
                </c:pt>
                <c:pt idx="183">
                  <c:v>0.027704</c:v>
                </c:pt>
                <c:pt idx="184">
                  <c:v>0.028014</c:v>
                </c:pt>
                <c:pt idx="185">
                  <c:v>0.02868</c:v>
                </c:pt>
                <c:pt idx="186">
                  <c:v>0.029962</c:v>
                </c:pt>
                <c:pt idx="187">
                  <c:v>0.031683</c:v>
                </c:pt>
                <c:pt idx="188">
                  <c:v>0.033352</c:v>
                </c:pt>
                <c:pt idx="189">
                  <c:v>0.035456</c:v>
                </c:pt>
                <c:pt idx="190">
                  <c:v>0.038598</c:v>
                </c:pt>
                <c:pt idx="191">
                  <c:v>0.039231</c:v>
                </c:pt>
                <c:pt idx="192">
                  <c:v>0.036199</c:v>
                </c:pt>
                <c:pt idx="193">
                  <c:v>0.035443</c:v>
                </c:pt>
                <c:pt idx="194">
                  <c:v>0.037299</c:v>
                </c:pt>
                <c:pt idx="195">
                  <c:v>0.037984</c:v>
                </c:pt>
                <c:pt idx="196">
                  <c:v>0.036161</c:v>
                </c:pt>
                <c:pt idx="197">
                  <c:v>0.035779</c:v>
                </c:pt>
                <c:pt idx="198">
                  <c:v>0.035576</c:v>
                </c:pt>
                <c:pt idx="199">
                  <c:v>0.035091</c:v>
                </c:pt>
                <c:pt idx="200">
                  <c:v>0.03463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13 Mar</c:v>
                </c:pt>
              </c:strCache>
            </c:strRef>
          </c:tx>
          <c:spPr>
            <a:solidFill>
              <a:srgbClr val="B03A2E"/>
            </a:solidFill>
            <a:ln w="25400" cap="flat">
              <a:solidFill>
                <a:srgbClr val="B03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03A2E"/>
              </a:solidFill>
              <a:ln w="9525" cap="flat">
                <a:solidFill>
                  <a:srgbClr val="B03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Sheet1!$E$2:$E$202</c:f>
              <c:numCache>
                <c:formatCode>General</c:formatCode>
                <c:ptCount val="201"/>
                <c:pt idx="0">
                  <c:v>0.006375</c:v>
                </c:pt>
                <c:pt idx="1">
                  <c:v>0.006031</c:v>
                </c:pt>
                <c:pt idx="2">
                  <c:v>0.006112</c:v>
                </c:pt>
                <c:pt idx="3">
                  <c:v>0.006136</c:v>
                </c:pt>
                <c:pt idx="4">
                  <c:v>0.006364</c:v>
                </c:pt>
                <c:pt idx="5">
                  <c:v>0.006666</c:v>
                </c:pt>
                <c:pt idx="6">
                  <c:v>0.006945</c:v>
                </c:pt>
                <c:pt idx="7">
                  <c:v>0.007473</c:v>
                </c:pt>
                <c:pt idx="8">
                  <c:v>0.007827</c:v>
                </c:pt>
                <c:pt idx="9">
                  <c:v>0.008169</c:v>
                </c:pt>
                <c:pt idx="10">
                  <c:v>0.008509</c:v>
                </c:pt>
                <c:pt idx="11">
                  <c:v>0.008093</c:v>
                </c:pt>
                <c:pt idx="12">
                  <c:v>0.005726</c:v>
                </c:pt>
                <c:pt idx="13">
                  <c:v>0.002169</c:v>
                </c:pt>
                <c:pt idx="14">
                  <c:v>0.000349</c:v>
                </c:pt>
                <c:pt idx="15">
                  <c:v>0.000034</c:v>
                </c:pt>
                <c:pt idx="16">
                  <c:v>0.001701</c:v>
                </c:pt>
                <c:pt idx="17">
                  <c:v>0.005759</c:v>
                </c:pt>
                <c:pt idx="18">
                  <c:v>0.009527</c:v>
                </c:pt>
                <c:pt idx="19">
                  <c:v>0.011886</c:v>
                </c:pt>
                <c:pt idx="20">
                  <c:v>0.013518</c:v>
                </c:pt>
                <c:pt idx="21">
                  <c:v>0.015556</c:v>
                </c:pt>
                <c:pt idx="22">
                  <c:v>0.017632</c:v>
                </c:pt>
                <c:pt idx="23">
                  <c:v>0.019158</c:v>
                </c:pt>
                <c:pt idx="24">
                  <c:v>0.019939</c:v>
                </c:pt>
                <c:pt idx="25">
                  <c:v>0.019674</c:v>
                </c:pt>
                <c:pt idx="26">
                  <c:v>0.019259</c:v>
                </c:pt>
                <c:pt idx="27">
                  <c:v>0.018366</c:v>
                </c:pt>
                <c:pt idx="28">
                  <c:v>0.018987</c:v>
                </c:pt>
                <c:pt idx="29">
                  <c:v>0.023157</c:v>
                </c:pt>
                <c:pt idx="30">
                  <c:v>0.025873</c:v>
                </c:pt>
                <c:pt idx="31">
                  <c:v>0.022028</c:v>
                </c:pt>
                <c:pt idx="32">
                  <c:v>0.01584</c:v>
                </c:pt>
                <c:pt idx="33">
                  <c:v>0.010785</c:v>
                </c:pt>
                <c:pt idx="34">
                  <c:v>0.008356</c:v>
                </c:pt>
                <c:pt idx="35">
                  <c:v>0.007884</c:v>
                </c:pt>
                <c:pt idx="36">
                  <c:v>0.008363</c:v>
                </c:pt>
                <c:pt idx="37">
                  <c:v>0.009136</c:v>
                </c:pt>
                <c:pt idx="38">
                  <c:v>0.009952</c:v>
                </c:pt>
                <c:pt idx="39">
                  <c:v>0.010752</c:v>
                </c:pt>
                <c:pt idx="40">
                  <c:v>0.011509</c:v>
                </c:pt>
                <c:pt idx="41">
                  <c:v>0.012226</c:v>
                </c:pt>
                <c:pt idx="42">
                  <c:v>0.01289</c:v>
                </c:pt>
                <c:pt idx="43">
                  <c:v>0.013525</c:v>
                </c:pt>
                <c:pt idx="44">
                  <c:v>0.014103</c:v>
                </c:pt>
                <c:pt idx="45">
                  <c:v>0.014585</c:v>
                </c:pt>
                <c:pt idx="46">
                  <c:v>0.01501</c:v>
                </c:pt>
                <c:pt idx="47">
                  <c:v>0.015399</c:v>
                </c:pt>
                <c:pt idx="48">
                  <c:v>0.015769</c:v>
                </c:pt>
                <c:pt idx="49">
                  <c:v>0.01613</c:v>
                </c:pt>
                <c:pt idx="50">
                  <c:v>0.01651</c:v>
                </c:pt>
                <c:pt idx="51">
                  <c:v>0.016899</c:v>
                </c:pt>
                <c:pt idx="52">
                  <c:v>0.01732</c:v>
                </c:pt>
                <c:pt idx="53">
                  <c:v>0.017815</c:v>
                </c:pt>
                <c:pt idx="54">
                  <c:v>0.018371</c:v>
                </c:pt>
                <c:pt idx="55">
                  <c:v>0.019137</c:v>
                </c:pt>
                <c:pt idx="56">
                  <c:v>0.019918</c:v>
                </c:pt>
                <c:pt idx="57">
                  <c:v>0.020354</c:v>
                </c:pt>
                <c:pt idx="58">
                  <c:v>0.020583</c:v>
                </c:pt>
                <c:pt idx="59">
                  <c:v>0.020795</c:v>
                </c:pt>
                <c:pt idx="60">
                  <c:v>0.020875</c:v>
                </c:pt>
                <c:pt idx="61">
                  <c:v>0.020838</c:v>
                </c:pt>
                <c:pt idx="62">
                  <c:v>0.020778</c:v>
                </c:pt>
                <c:pt idx="63">
                  <c:v>0.020665</c:v>
                </c:pt>
                <c:pt idx="64">
                  <c:v>0.020478</c:v>
                </c:pt>
                <c:pt idx="65">
                  <c:v>0.020317</c:v>
                </c:pt>
                <c:pt idx="66">
                  <c:v>0.020197</c:v>
                </c:pt>
                <c:pt idx="67">
                  <c:v>0.020249</c:v>
                </c:pt>
                <c:pt idx="68">
                  <c:v>0.0204</c:v>
                </c:pt>
                <c:pt idx="69">
                  <c:v>0.020604</c:v>
                </c:pt>
                <c:pt idx="70">
                  <c:v>0.020874</c:v>
                </c:pt>
                <c:pt idx="71">
                  <c:v>0.021114</c:v>
                </c:pt>
                <c:pt idx="72">
                  <c:v>0.0214</c:v>
                </c:pt>
                <c:pt idx="73">
                  <c:v>0.021958</c:v>
                </c:pt>
                <c:pt idx="74">
                  <c:v>0.022941</c:v>
                </c:pt>
                <c:pt idx="75">
                  <c:v>0.023825</c:v>
                </c:pt>
                <c:pt idx="76">
                  <c:v>0.024103</c:v>
                </c:pt>
                <c:pt idx="77">
                  <c:v>0.024036</c:v>
                </c:pt>
                <c:pt idx="78">
                  <c:v>0.023981</c:v>
                </c:pt>
                <c:pt idx="79">
                  <c:v>0.023957</c:v>
                </c:pt>
                <c:pt idx="80">
                  <c:v>0.023908</c:v>
                </c:pt>
                <c:pt idx="81">
                  <c:v>0.023863</c:v>
                </c:pt>
                <c:pt idx="82">
                  <c:v>0.023868</c:v>
                </c:pt>
                <c:pt idx="83">
                  <c:v>0.023873</c:v>
                </c:pt>
                <c:pt idx="84">
                  <c:v>0.023895</c:v>
                </c:pt>
                <c:pt idx="85">
                  <c:v>0.023944</c:v>
                </c:pt>
                <c:pt idx="86">
                  <c:v>0.02392</c:v>
                </c:pt>
                <c:pt idx="87">
                  <c:v>0.023876</c:v>
                </c:pt>
                <c:pt idx="88">
                  <c:v>0.023948</c:v>
                </c:pt>
                <c:pt idx="89">
                  <c:v>0.02419</c:v>
                </c:pt>
                <c:pt idx="90">
                  <c:v>0.024667</c:v>
                </c:pt>
                <c:pt idx="91">
                  <c:v>0.025312</c:v>
                </c:pt>
                <c:pt idx="92">
                  <c:v>0.026068</c:v>
                </c:pt>
                <c:pt idx="93">
                  <c:v>0.0268</c:v>
                </c:pt>
                <c:pt idx="94">
                  <c:v>0.027363</c:v>
                </c:pt>
                <c:pt idx="95">
                  <c:v>0.027514</c:v>
                </c:pt>
                <c:pt idx="96">
                  <c:v>0.027597</c:v>
                </c:pt>
                <c:pt idx="97">
                  <c:v>0.028411</c:v>
                </c:pt>
                <c:pt idx="98">
                  <c:v>0.029233</c:v>
                </c:pt>
                <c:pt idx="99">
                  <c:v>0.029538</c:v>
                </c:pt>
                <c:pt idx="100">
                  <c:v>0.028486</c:v>
                </c:pt>
                <c:pt idx="101">
                  <c:v>0.026904</c:v>
                </c:pt>
                <c:pt idx="102">
                  <c:v>0.02571</c:v>
                </c:pt>
                <c:pt idx="103">
                  <c:v>0.025033</c:v>
                </c:pt>
                <c:pt idx="104">
                  <c:v>0.024747</c:v>
                </c:pt>
                <c:pt idx="105">
                  <c:v>0.024698</c:v>
                </c:pt>
                <c:pt idx="106">
                  <c:v>0.024815</c:v>
                </c:pt>
                <c:pt idx="107">
                  <c:v>0.025135</c:v>
                </c:pt>
                <c:pt idx="108">
                  <c:v>0.025628</c:v>
                </c:pt>
                <c:pt idx="109">
                  <c:v>0.026143</c:v>
                </c:pt>
                <c:pt idx="110">
                  <c:v>0.026598</c:v>
                </c:pt>
                <c:pt idx="111">
                  <c:v>0.026948</c:v>
                </c:pt>
                <c:pt idx="112">
                  <c:v>0.02717</c:v>
                </c:pt>
                <c:pt idx="113">
                  <c:v>0.027278</c:v>
                </c:pt>
                <c:pt idx="114">
                  <c:v>0.027294</c:v>
                </c:pt>
                <c:pt idx="115">
                  <c:v>0.027222</c:v>
                </c:pt>
                <c:pt idx="116">
                  <c:v>0.027097</c:v>
                </c:pt>
                <c:pt idx="117">
                  <c:v>0.026949</c:v>
                </c:pt>
                <c:pt idx="118">
                  <c:v>0.026831</c:v>
                </c:pt>
                <c:pt idx="119">
                  <c:v>0.026717</c:v>
                </c:pt>
                <c:pt idx="120">
                  <c:v>0.026632</c:v>
                </c:pt>
                <c:pt idx="121">
                  <c:v>0.02655</c:v>
                </c:pt>
                <c:pt idx="122">
                  <c:v>0.026449</c:v>
                </c:pt>
                <c:pt idx="123">
                  <c:v>0.026356</c:v>
                </c:pt>
                <c:pt idx="124">
                  <c:v>0.026279</c:v>
                </c:pt>
                <c:pt idx="125">
                  <c:v>0.026176</c:v>
                </c:pt>
                <c:pt idx="126">
                  <c:v>0.026042</c:v>
                </c:pt>
                <c:pt idx="127">
                  <c:v>0.025873</c:v>
                </c:pt>
                <c:pt idx="128">
                  <c:v>0.025678</c:v>
                </c:pt>
                <c:pt idx="129">
                  <c:v>0.025557</c:v>
                </c:pt>
                <c:pt idx="130">
                  <c:v>0.025534</c:v>
                </c:pt>
                <c:pt idx="131">
                  <c:v>0.02549</c:v>
                </c:pt>
                <c:pt idx="132">
                  <c:v>0.025446</c:v>
                </c:pt>
                <c:pt idx="133">
                  <c:v>0.025495</c:v>
                </c:pt>
                <c:pt idx="134">
                  <c:v>0.025704</c:v>
                </c:pt>
                <c:pt idx="135">
                  <c:v>0.025951</c:v>
                </c:pt>
                <c:pt idx="136">
                  <c:v>0.026192</c:v>
                </c:pt>
                <c:pt idx="137">
                  <c:v>0.026415</c:v>
                </c:pt>
                <c:pt idx="138">
                  <c:v>0.026552</c:v>
                </c:pt>
                <c:pt idx="139">
                  <c:v>0.026632</c:v>
                </c:pt>
                <c:pt idx="140">
                  <c:v>0.026639</c:v>
                </c:pt>
                <c:pt idx="141">
                  <c:v>0.026861</c:v>
                </c:pt>
                <c:pt idx="142">
                  <c:v>0.027357</c:v>
                </c:pt>
                <c:pt idx="143">
                  <c:v>0.027563</c:v>
                </c:pt>
                <c:pt idx="144">
                  <c:v>0.027743</c:v>
                </c:pt>
                <c:pt idx="145">
                  <c:v>0.028069</c:v>
                </c:pt>
                <c:pt idx="146">
                  <c:v>0.028031</c:v>
                </c:pt>
                <c:pt idx="147">
                  <c:v>0.026871</c:v>
                </c:pt>
                <c:pt idx="148">
                  <c:v>0.024258</c:v>
                </c:pt>
                <c:pt idx="149">
                  <c:v>0.020315</c:v>
                </c:pt>
                <c:pt idx="150">
                  <c:v>0.016889</c:v>
                </c:pt>
                <c:pt idx="151">
                  <c:v>0.015079</c:v>
                </c:pt>
                <c:pt idx="152">
                  <c:v>0.014341</c:v>
                </c:pt>
                <c:pt idx="153">
                  <c:v>0.014186</c:v>
                </c:pt>
                <c:pt idx="154">
                  <c:v>0.014394</c:v>
                </c:pt>
                <c:pt idx="155">
                  <c:v>0.014844</c:v>
                </c:pt>
                <c:pt idx="156">
                  <c:v>0.015438</c:v>
                </c:pt>
                <c:pt idx="157">
                  <c:v>0.016154</c:v>
                </c:pt>
                <c:pt idx="158">
                  <c:v>0.016952</c:v>
                </c:pt>
                <c:pt idx="159">
                  <c:v>0.017783</c:v>
                </c:pt>
                <c:pt idx="160">
                  <c:v>0.018634</c:v>
                </c:pt>
                <c:pt idx="161">
                  <c:v>0.019455</c:v>
                </c:pt>
                <c:pt idx="162">
                  <c:v>0.020207</c:v>
                </c:pt>
                <c:pt idx="163">
                  <c:v>0.020862</c:v>
                </c:pt>
                <c:pt idx="164">
                  <c:v>0.021426</c:v>
                </c:pt>
                <c:pt idx="165">
                  <c:v>0.021909</c:v>
                </c:pt>
                <c:pt idx="166">
                  <c:v>0.022382</c:v>
                </c:pt>
                <c:pt idx="167">
                  <c:v>0.022867</c:v>
                </c:pt>
                <c:pt idx="168">
                  <c:v>0.023314</c:v>
                </c:pt>
                <c:pt idx="169">
                  <c:v>0.023692</c:v>
                </c:pt>
                <c:pt idx="170">
                  <c:v>0.024043</c:v>
                </c:pt>
                <c:pt idx="171">
                  <c:v>0.024412</c:v>
                </c:pt>
                <c:pt idx="172">
                  <c:v>0.024764</c:v>
                </c:pt>
                <c:pt idx="173">
                  <c:v>0.025037</c:v>
                </c:pt>
                <c:pt idx="174">
                  <c:v>0.025196</c:v>
                </c:pt>
                <c:pt idx="175">
                  <c:v>0.02527</c:v>
                </c:pt>
                <c:pt idx="176">
                  <c:v>0.025247</c:v>
                </c:pt>
                <c:pt idx="177">
                  <c:v>0.025128</c:v>
                </c:pt>
                <c:pt idx="178">
                  <c:v>0.02508</c:v>
                </c:pt>
                <c:pt idx="179">
                  <c:v>0.025086</c:v>
                </c:pt>
                <c:pt idx="180">
                  <c:v>0.025136</c:v>
                </c:pt>
                <c:pt idx="181">
                  <c:v>0.025237</c:v>
                </c:pt>
                <c:pt idx="182">
                  <c:v>0.025328</c:v>
                </c:pt>
                <c:pt idx="183">
                  <c:v>0.025304</c:v>
                </c:pt>
                <c:pt idx="184">
                  <c:v>0.025087</c:v>
                </c:pt>
                <c:pt idx="185">
                  <c:v>0.024696</c:v>
                </c:pt>
                <c:pt idx="186">
                  <c:v>0.024254</c:v>
                </c:pt>
                <c:pt idx="187">
                  <c:v>0.02389</c:v>
                </c:pt>
                <c:pt idx="188">
                  <c:v>0.023623</c:v>
                </c:pt>
                <c:pt idx="189">
                  <c:v>0.023388</c:v>
                </c:pt>
                <c:pt idx="190">
                  <c:v>0.023106</c:v>
                </c:pt>
                <c:pt idx="191">
                  <c:v>0.022788</c:v>
                </c:pt>
                <c:pt idx="192">
                  <c:v>0.022622</c:v>
                </c:pt>
                <c:pt idx="193">
                  <c:v>0.022458</c:v>
                </c:pt>
                <c:pt idx="194">
                  <c:v>0.022199</c:v>
                </c:pt>
                <c:pt idx="195">
                  <c:v>0.021852</c:v>
                </c:pt>
                <c:pt idx="196">
                  <c:v>0.021503</c:v>
                </c:pt>
                <c:pt idx="197">
                  <c:v>0.021134</c:v>
                </c:pt>
                <c:pt idx="198">
                  <c:v>0.020676</c:v>
                </c:pt>
                <c:pt idx="199">
                  <c:v>0.020177</c:v>
                </c:pt>
                <c:pt idx="200">
                  <c:v>0.019757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Wavelength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Reflectance difference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Effect size per band (plot-date means, n = 192)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Cohen's d (D - H)</c:v>
                </c:pt>
              </c:strCache>
            </c:strRef>
          </c:tx>
          <c:spPr>
            <a:solidFill>
              <a:srgbClr val="333333"/>
            </a:solidFill>
            <a:ln w="254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Sheet1!$B$2:$B$202</c:f>
              <c:numCache>
                <c:formatCode>General</c:formatCode>
                <c:ptCount val="201"/>
                <c:pt idx="0">
                  <c:v>0.0454</c:v>
                </c:pt>
                <c:pt idx="1">
                  <c:v>0.05269</c:v>
                </c:pt>
                <c:pt idx="2">
                  <c:v>0.0673</c:v>
                </c:pt>
                <c:pt idx="3">
                  <c:v>0.08086</c:v>
                </c:pt>
                <c:pt idx="4">
                  <c:v>0.10092</c:v>
                </c:pt>
                <c:pt idx="5">
                  <c:v>0.12556</c:v>
                </c:pt>
                <c:pt idx="6">
                  <c:v>0.14843</c:v>
                </c:pt>
                <c:pt idx="7">
                  <c:v>0.17604</c:v>
                </c:pt>
                <c:pt idx="8">
                  <c:v>0.20664</c:v>
                </c:pt>
                <c:pt idx="9">
                  <c:v>0.24492</c:v>
                </c:pt>
                <c:pt idx="10">
                  <c:v>0.29439</c:v>
                </c:pt>
                <c:pt idx="11">
                  <c:v>0.31763</c:v>
                </c:pt>
                <c:pt idx="12">
                  <c:v>0.25292</c:v>
                </c:pt>
                <c:pt idx="13">
                  <c:v>0.15221</c:v>
                </c:pt>
                <c:pt idx="14">
                  <c:v>0.11819</c:v>
                </c:pt>
                <c:pt idx="15">
                  <c:v>0.12388</c:v>
                </c:pt>
                <c:pt idx="16">
                  <c:v>0.17338</c:v>
                </c:pt>
                <c:pt idx="17">
                  <c:v>0.31176</c:v>
                </c:pt>
                <c:pt idx="18">
                  <c:v>0.49272</c:v>
                </c:pt>
                <c:pt idx="19">
                  <c:v>0.62371</c:v>
                </c:pt>
                <c:pt idx="20">
                  <c:v>0.70757</c:v>
                </c:pt>
                <c:pt idx="21">
                  <c:v>0.80917</c:v>
                </c:pt>
                <c:pt idx="22">
                  <c:v>0.89945</c:v>
                </c:pt>
                <c:pt idx="23">
                  <c:v>0.93977</c:v>
                </c:pt>
                <c:pt idx="24">
                  <c:v>0.96627</c:v>
                </c:pt>
                <c:pt idx="25">
                  <c:v>0.98019</c:v>
                </c:pt>
                <c:pt idx="26">
                  <c:v>0.9472</c:v>
                </c:pt>
                <c:pt idx="27">
                  <c:v>0.8803</c:v>
                </c:pt>
                <c:pt idx="28">
                  <c:v>0.84193</c:v>
                </c:pt>
                <c:pt idx="29">
                  <c:v>0.91794</c:v>
                </c:pt>
                <c:pt idx="30">
                  <c:v>0.89041</c:v>
                </c:pt>
                <c:pt idx="31">
                  <c:v>0.572</c:v>
                </c:pt>
                <c:pt idx="32">
                  <c:v>0.09654</c:v>
                </c:pt>
                <c:pt idx="33">
                  <c:v>-0.16946</c:v>
                </c:pt>
                <c:pt idx="34">
                  <c:v>-0.2653</c:v>
                </c:pt>
                <c:pt idx="35">
                  <c:v>-0.29426</c:v>
                </c:pt>
                <c:pt idx="36">
                  <c:v>-0.29808</c:v>
                </c:pt>
                <c:pt idx="37">
                  <c:v>-0.29159</c:v>
                </c:pt>
                <c:pt idx="38">
                  <c:v>-0.28282</c:v>
                </c:pt>
                <c:pt idx="39">
                  <c:v>-0.27341</c:v>
                </c:pt>
                <c:pt idx="40">
                  <c:v>-0.26354</c:v>
                </c:pt>
                <c:pt idx="41">
                  <c:v>-0.254</c:v>
                </c:pt>
                <c:pt idx="42">
                  <c:v>-0.24416</c:v>
                </c:pt>
                <c:pt idx="43">
                  <c:v>-0.23416</c:v>
                </c:pt>
                <c:pt idx="44">
                  <c:v>-0.2238</c:v>
                </c:pt>
                <c:pt idx="45">
                  <c:v>-0.21384</c:v>
                </c:pt>
                <c:pt idx="46">
                  <c:v>-0.20447</c:v>
                </c:pt>
                <c:pt idx="47">
                  <c:v>-0.19562</c:v>
                </c:pt>
                <c:pt idx="48">
                  <c:v>-0.18681</c:v>
                </c:pt>
                <c:pt idx="49">
                  <c:v>-0.17793</c:v>
                </c:pt>
                <c:pt idx="50">
                  <c:v>-0.16917</c:v>
                </c:pt>
                <c:pt idx="51">
                  <c:v>-0.15984</c:v>
                </c:pt>
                <c:pt idx="52">
                  <c:v>-0.15049</c:v>
                </c:pt>
                <c:pt idx="53">
                  <c:v>-0.14074</c:v>
                </c:pt>
                <c:pt idx="54">
                  <c:v>-0.13063</c:v>
                </c:pt>
                <c:pt idx="55">
                  <c:v>-0.11776</c:v>
                </c:pt>
                <c:pt idx="56">
                  <c:v>-0.10284</c:v>
                </c:pt>
                <c:pt idx="57">
                  <c:v>-0.09161</c:v>
                </c:pt>
                <c:pt idx="58">
                  <c:v>-0.08348</c:v>
                </c:pt>
                <c:pt idx="59">
                  <c:v>-0.07577</c:v>
                </c:pt>
                <c:pt idx="60">
                  <c:v>-0.06877</c:v>
                </c:pt>
                <c:pt idx="61">
                  <c:v>-0.0673</c:v>
                </c:pt>
                <c:pt idx="62">
                  <c:v>-0.06727</c:v>
                </c:pt>
                <c:pt idx="63">
                  <c:v>-0.06777</c:v>
                </c:pt>
                <c:pt idx="64">
                  <c:v>-0.06994</c:v>
                </c:pt>
                <c:pt idx="65">
                  <c:v>-0.07321</c:v>
                </c:pt>
                <c:pt idx="66">
                  <c:v>-0.07545</c:v>
                </c:pt>
                <c:pt idx="67">
                  <c:v>-0.07544</c:v>
                </c:pt>
                <c:pt idx="68">
                  <c:v>-0.07354</c:v>
                </c:pt>
                <c:pt idx="69">
                  <c:v>-0.07015</c:v>
                </c:pt>
                <c:pt idx="70">
                  <c:v>-0.06614</c:v>
                </c:pt>
                <c:pt idx="71">
                  <c:v>-0.06158</c:v>
                </c:pt>
                <c:pt idx="72">
                  <c:v>-0.05532</c:v>
                </c:pt>
                <c:pt idx="73">
                  <c:v>-0.04528</c:v>
                </c:pt>
                <c:pt idx="74">
                  <c:v>-0.02567</c:v>
                </c:pt>
                <c:pt idx="75">
                  <c:v>-0.00466</c:v>
                </c:pt>
                <c:pt idx="76">
                  <c:v>0.00483</c:v>
                </c:pt>
                <c:pt idx="77">
                  <c:v>0.00719</c:v>
                </c:pt>
                <c:pt idx="78">
                  <c:v>0.00761</c:v>
                </c:pt>
                <c:pt idx="79">
                  <c:v>0.00973</c:v>
                </c:pt>
                <c:pt idx="80">
                  <c:v>0.00902</c:v>
                </c:pt>
                <c:pt idx="81">
                  <c:v>0.00652</c:v>
                </c:pt>
                <c:pt idx="82">
                  <c:v>0.00644</c:v>
                </c:pt>
                <c:pt idx="83">
                  <c:v>0.0062</c:v>
                </c:pt>
                <c:pt idx="84">
                  <c:v>0.00529</c:v>
                </c:pt>
                <c:pt idx="85">
                  <c:v>0.00536</c:v>
                </c:pt>
                <c:pt idx="86">
                  <c:v>0.00511</c:v>
                </c:pt>
                <c:pt idx="87">
                  <c:v>0.00498</c:v>
                </c:pt>
                <c:pt idx="88">
                  <c:v>0.00694</c:v>
                </c:pt>
                <c:pt idx="89">
                  <c:v>0.01275</c:v>
                </c:pt>
                <c:pt idx="90">
                  <c:v>0.02427</c:v>
                </c:pt>
                <c:pt idx="91">
                  <c:v>0.04335</c:v>
                </c:pt>
                <c:pt idx="92">
                  <c:v>0.06831</c:v>
                </c:pt>
                <c:pt idx="93">
                  <c:v>0.10066</c:v>
                </c:pt>
                <c:pt idx="94">
                  <c:v>0.13751</c:v>
                </c:pt>
                <c:pt idx="95">
                  <c:v>0.17603</c:v>
                </c:pt>
                <c:pt idx="96">
                  <c:v>0.21569</c:v>
                </c:pt>
                <c:pt idx="97">
                  <c:v>0.26976</c:v>
                </c:pt>
                <c:pt idx="98">
                  <c:v>0.37584</c:v>
                </c:pt>
                <c:pt idx="99">
                  <c:v>0.51535</c:v>
                </c:pt>
                <c:pt idx="100">
                  <c:v>0.62029</c:v>
                </c:pt>
                <c:pt idx="101">
                  <c:v>0.67003</c:v>
                </c:pt>
                <c:pt idx="102">
                  <c:v>0.68452</c:v>
                </c:pt>
                <c:pt idx="103">
                  <c:v>0.68417</c:v>
                </c:pt>
                <c:pt idx="104">
                  <c:v>0.67933</c:v>
                </c:pt>
                <c:pt idx="105">
                  <c:v>0.67231</c:v>
                </c:pt>
                <c:pt idx="106">
                  <c:v>0.66176</c:v>
                </c:pt>
                <c:pt idx="107">
                  <c:v>0.64314</c:v>
                </c:pt>
                <c:pt idx="108">
                  <c:v>0.61827</c:v>
                </c:pt>
                <c:pt idx="109">
                  <c:v>0.59137</c:v>
                </c:pt>
                <c:pt idx="110">
                  <c:v>0.56376</c:v>
                </c:pt>
                <c:pt idx="111">
                  <c:v>0.53495</c:v>
                </c:pt>
                <c:pt idx="112">
                  <c:v>0.50551</c:v>
                </c:pt>
                <c:pt idx="113">
                  <c:v>0.47618</c:v>
                </c:pt>
                <c:pt idx="114">
                  <c:v>0.4466</c:v>
                </c:pt>
                <c:pt idx="115">
                  <c:v>0.41711</c:v>
                </c:pt>
                <c:pt idx="116">
                  <c:v>0.38776</c:v>
                </c:pt>
                <c:pt idx="117">
                  <c:v>0.36115</c:v>
                </c:pt>
                <c:pt idx="118">
                  <c:v>0.33824</c:v>
                </c:pt>
                <c:pt idx="119">
                  <c:v>0.31753</c:v>
                </c:pt>
                <c:pt idx="120">
                  <c:v>0.29831</c:v>
                </c:pt>
                <c:pt idx="121">
                  <c:v>0.2817</c:v>
                </c:pt>
                <c:pt idx="122">
                  <c:v>0.26769</c:v>
                </c:pt>
                <c:pt idx="123">
                  <c:v>0.25561</c:v>
                </c:pt>
                <c:pt idx="124">
                  <c:v>0.24487</c:v>
                </c:pt>
                <c:pt idx="125">
                  <c:v>0.23463</c:v>
                </c:pt>
                <c:pt idx="126">
                  <c:v>0.22502</c:v>
                </c:pt>
                <c:pt idx="127">
                  <c:v>0.21773</c:v>
                </c:pt>
                <c:pt idx="128">
                  <c:v>0.21089</c:v>
                </c:pt>
                <c:pt idx="129">
                  <c:v>0.2017</c:v>
                </c:pt>
                <c:pt idx="130">
                  <c:v>0.19403</c:v>
                </c:pt>
                <c:pt idx="131">
                  <c:v>0.1877</c:v>
                </c:pt>
                <c:pt idx="132">
                  <c:v>0.17586</c:v>
                </c:pt>
                <c:pt idx="133">
                  <c:v>0.17557</c:v>
                </c:pt>
                <c:pt idx="134">
                  <c:v>0.20842</c:v>
                </c:pt>
                <c:pt idx="135">
                  <c:v>0.23575</c:v>
                </c:pt>
                <c:pt idx="136">
                  <c:v>0.25092</c:v>
                </c:pt>
                <c:pt idx="137">
                  <c:v>0.27799</c:v>
                </c:pt>
                <c:pt idx="138">
                  <c:v>0.30441</c:v>
                </c:pt>
                <c:pt idx="139">
                  <c:v>0.31634</c:v>
                </c:pt>
                <c:pt idx="140">
                  <c:v>0.31908</c:v>
                </c:pt>
                <c:pt idx="141">
                  <c:v>0.31589</c:v>
                </c:pt>
                <c:pt idx="142">
                  <c:v>0.35148</c:v>
                </c:pt>
                <c:pt idx="143">
                  <c:v>0.38321</c:v>
                </c:pt>
                <c:pt idx="144">
                  <c:v>0.41487</c:v>
                </c:pt>
                <c:pt idx="145">
                  <c:v>0.46137</c:v>
                </c:pt>
                <c:pt idx="146">
                  <c:v>0.53885</c:v>
                </c:pt>
                <c:pt idx="147">
                  <c:v>0.65458</c:v>
                </c:pt>
                <c:pt idx="148">
                  <c:v>0.77534</c:v>
                </c:pt>
                <c:pt idx="149">
                  <c:v>0.85541</c:v>
                </c:pt>
                <c:pt idx="150">
                  <c:v>0.84267</c:v>
                </c:pt>
                <c:pt idx="151">
                  <c:v>0.77447</c:v>
                </c:pt>
                <c:pt idx="152">
                  <c:v>0.72544</c:v>
                </c:pt>
                <c:pt idx="153">
                  <c:v>0.70942</c:v>
                </c:pt>
                <c:pt idx="154">
                  <c:v>0.71962</c:v>
                </c:pt>
                <c:pt idx="155">
                  <c:v>0.74294</c:v>
                </c:pt>
                <c:pt idx="156">
                  <c:v>0.76761</c:v>
                </c:pt>
                <c:pt idx="157">
                  <c:v>0.7906</c:v>
                </c:pt>
                <c:pt idx="158">
                  <c:v>0.81137</c:v>
                </c:pt>
                <c:pt idx="159">
                  <c:v>0.82331</c:v>
                </c:pt>
                <c:pt idx="160">
                  <c:v>0.82707</c:v>
                </c:pt>
                <c:pt idx="161">
                  <c:v>0.82283</c:v>
                </c:pt>
                <c:pt idx="162">
                  <c:v>0.81255</c:v>
                </c:pt>
                <c:pt idx="163">
                  <c:v>0.79723</c:v>
                </c:pt>
                <c:pt idx="164">
                  <c:v>0.77707</c:v>
                </c:pt>
                <c:pt idx="165">
                  <c:v>0.75431</c:v>
                </c:pt>
                <c:pt idx="166">
                  <c:v>0.73063</c:v>
                </c:pt>
                <c:pt idx="167">
                  <c:v>0.70641</c:v>
                </c:pt>
                <c:pt idx="168">
                  <c:v>0.68185</c:v>
                </c:pt>
                <c:pt idx="169">
                  <c:v>0.65695</c:v>
                </c:pt>
                <c:pt idx="170">
                  <c:v>0.63352</c:v>
                </c:pt>
                <c:pt idx="171">
                  <c:v>0.61245</c:v>
                </c:pt>
                <c:pt idx="172">
                  <c:v>0.59379</c:v>
                </c:pt>
                <c:pt idx="173">
                  <c:v>0.57827</c:v>
                </c:pt>
                <c:pt idx="174">
                  <c:v>0.56522</c:v>
                </c:pt>
                <c:pt idx="175">
                  <c:v>0.55545</c:v>
                </c:pt>
                <c:pt idx="176">
                  <c:v>0.54755</c:v>
                </c:pt>
                <c:pt idx="177">
                  <c:v>0.5387</c:v>
                </c:pt>
                <c:pt idx="178">
                  <c:v>0.5309</c:v>
                </c:pt>
                <c:pt idx="179">
                  <c:v>0.52397</c:v>
                </c:pt>
                <c:pt idx="180">
                  <c:v>0.51978</c:v>
                </c:pt>
                <c:pt idx="181">
                  <c:v>0.51963</c:v>
                </c:pt>
                <c:pt idx="182">
                  <c:v>0.52127</c:v>
                </c:pt>
                <c:pt idx="183">
                  <c:v>0.52186</c:v>
                </c:pt>
                <c:pt idx="184">
                  <c:v>0.51724</c:v>
                </c:pt>
                <c:pt idx="185">
                  <c:v>0.50431</c:v>
                </c:pt>
                <c:pt idx="186">
                  <c:v>0.4824</c:v>
                </c:pt>
                <c:pt idx="187">
                  <c:v>0.45678</c:v>
                </c:pt>
                <c:pt idx="188">
                  <c:v>0.43915</c:v>
                </c:pt>
                <c:pt idx="189">
                  <c:v>0.42454</c:v>
                </c:pt>
                <c:pt idx="190">
                  <c:v>0.396</c:v>
                </c:pt>
                <c:pt idx="191">
                  <c:v>0.38945</c:v>
                </c:pt>
                <c:pt idx="192">
                  <c:v>0.44787</c:v>
                </c:pt>
                <c:pt idx="193">
                  <c:v>0.49208</c:v>
                </c:pt>
                <c:pt idx="194">
                  <c:v>0.48507</c:v>
                </c:pt>
                <c:pt idx="195">
                  <c:v>0.48407</c:v>
                </c:pt>
                <c:pt idx="196">
                  <c:v>0.53024</c:v>
                </c:pt>
                <c:pt idx="197">
                  <c:v>0.55498</c:v>
                </c:pt>
                <c:pt idx="198">
                  <c:v>0.56752</c:v>
                </c:pt>
                <c:pt idx="199">
                  <c:v>0.57953</c:v>
                </c:pt>
                <c:pt idx="200">
                  <c:v>0.58956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Jeffries-Matusita distance per band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Reflectance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Sheet1!$B$2:$B$202</c:f>
              <c:numCache>
                <c:formatCode>General</c:formatCode>
                <c:ptCount val="201"/>
                <c:pt idx="0">
                  <c:v>0.00048</c:v>
                </c:pt>
                <c:pt idx="1">
                  <c:v>0.00061</c:v>
                </c:pt>
                <c:pt idx="2">
                  <c:v>0.00086</c:v>
                </c:pt>
                <c:pt idx="3">
                  <c:v>0.00117</c:v>
                </c:pt>
                <c:pt idx="4">
                  <c:v>0.00189</c:v>
                </c:pt>
                <c:pt idx="5">
                  <c:v>0.00318</c:v>
                </c:pt>
                <c:pt idx="6">
                  <c:v>0.0047</c:v>
                </c:pt>
                <c:pt idx="7">
                  <c:v>0.00664</c:v>
                </c:pt>
                <c:pt idx="8">
                  <c:v>0.00936</c:v>
                </c:pt>
                <c:pt idx="9">
                  <c:v>0.0138</c:v>
                </c:pt>
                <c:pt idx="10">
                  <c:v>0.02253</c:v>
                </c:pt>
                <c:pt idx="11">
                  <c:v>0.03258</c:v>
                </c:pt>
                <c:pt idx="12">
                  <c:v>0.02849</c:v>
                </c:pt>
                <c:pt idx="13">
                  <c:v>0.01822</c:v>
                </c:pt>
                <c:pt idx="14">
                  <c:v>0.01713</c:v>
                </c:pt>
                <c:pt idx="15">
                  <c:v>0.01972</c:v>
                </c:pt>
                <c:pt idx="16">
                  <c:v>0.02691</c:v>
                </c:pt>
                <c:pt idx="17">
                  <c:v>0.0489</c:v>
                </c:pt>
                <c:pt idx="18">
                  <c:v>0.08469</c:v>
                </c:pt>
                <c:pt idx="19">
                  <c:v>0.11252</c:v>
                </c:pt>
                <c:pt idx="20">
                  <c:v>0.13058</c:v>
                </c:pt>
                <c:pt idx="21">
                  <c:v>0.15715</c:v>
                </c:pt>
                <c:pt idx="22">
                  <c:v>0.18583</c:v>
                </c:pt>
                <c:pt idx="23">
                  <c:v>0.2029</c:v>
                </c:pt>
                <c:pt idx="24">
                  <c:v>0.21316</c:v>
                </c:pt>
                <c:pt idx="25">
                  <c:v>0.21634</c:v>
                </c:pt>
                <c:pt idx="26">
                  <c:v>0.211</c:v>
                </c:pt>
                <c:pt idx="27">
                  <c:v>0.18966</c:v>
                </c:pt>
                <c:pt idx="28">
                  <c:v>0.18825</c:v>
                </c:pt>
                <c:pt idx="29">
                  <c:v>0.23296</c:v>
                </c:pt>
                <c:pt idx="30">
                  <c:v>0.17823</c:v>
                </c:pt>
                <c:pt idx="31">
                  <c:v>0.0712</c:v>
                </c:pt>
                <c:pt idx="32">
                  <c:v>0.00231</c:v>
                </c:pt>
                <c:pt idx="33">
                  <c:v>0.00951</c:v>
                </c:pt>
                <c:pt idx="34">
                  <c:v>0.02108</c:v>
                </c:pt>
                <c:pt idx="35">
                  <c:v>0.02555</c:v>
                </c:pt>
                <c:pt idx="36">
                  <c:v>0.02666</c:v>
                </c:pt>
                <c:pt idx="37">
                  <c:v>0.02644</c:v>
                </c:pt>
                <c:pt idx="38">
                  <c:v>0.02592</c:v>
                </c:pt>
                <c:pt idx="39">
                  <c:v>0.02533</c:v>
                </c:pt>
                <c:pt idx="40">
                  <c:v>0.02473</c:v>
                </c:pt>
                <c:pt idx="41">
                  <c:v>0.02421</c:v>
                </c:pt>
                <c:pt idx="42">
                  <c:v>0.02364</c:v>
                </c:pt>
                <c:pt idx="43">
                  <c:v>0.02309</c:v>
                </c:pt>
                <c:pt idx="44">
                  <c:v>0.0225</c:v>
                </c:pt>
                <c:pt idx="45">
                  <c:v>0.02187</c:v>
                </c:pt>
                <c:pt idx="46">
                  <c:v>0.02128</c:v>
                </c:pt>
                <c:pt idx="47">
                  <c:v>0.02075</c:v>
                </c:pt>
                <c:pt idx="48">
                  <c:v>0.02024</c:v>
                </c:pt>
                <c:pt idx="49">
                  <c:v>0.01974</c:v>
                </c:pt>
                <c:pt idx="50">
                  <c:v>0.0193</c:v>
                </c:pt>
                <c:pt idx="51">
                  <c:v>0.01886</c:v>
                </c:pt>
                <c:pt idx="52">
                  <c:v>0.01851</c:v>
                </c:pt>
                <c:pt idx="53">
                  <c:v>0.01822</c:v>
                </c:pt>
                <c:pt idx="54">
                  <c:v>0.01819</c:v>
                </c:pt>
                <c:pt idx="55">
                  <c:v>0.0184</c:v>
                </c:pt>
                <c:pt idx="56">
                  <c:v>0.01864</c:v>
                </c:pt>
                <c:pt idx="57">
                  <c:v>0.01861</c:v>
                </c:pt>
                <c:pt idx="58">
                  <c:v>0.0184</c:v>
                </c:pt>
                <c:pt idx="59">
                  <c:v>0.01806</c:v>
                </c:pt>
                <c:pt idx="60">
                  <c:v>0.01744</c:v>
                </c:pt>
                <c:pt idx="61">
                  <c:v>0.01706</c:v>
                </c:pt>
                <c:pt idx="62">
                  <c:v>0.01674</c:v>
                </c:pt>
                <c:pt idx="63">
                  <c:v>0.01644</c:v>
                </c:pt>
                <c:pt idx="64">
                  <c:v>0.01627</c:v>
                </c:pt>
                <c:pt idx="65">
                  <c:v>0.01629</c:v>
                </c:pt>
                <c:pt idx="66">
                  <c:v>0.01632</c:v>
                </c:pt>
                <c:pt idx="67">
                  <c:v>0.0164</c:v>
                </c:pt>
                <c:pt idx="68">
                  <c:v>0.01646</c:v>
                </c:pt>
                <c:pt idx="69">
                  <c:v>0.01652</c:v>
                </c:pt>
                <c:pt idx="70">
                  <c:v>0.01661</c:v>
                </c:pt>
                <c:pt idx="71">
                  <c:v>0.01661</c:v>
                </c:pt>
                <c:pt idx="72">
                  <c:v>0.01656</c:v>
                </c:pt>
                <c:pt idx="73">
                  <c:v>0.01699</c:v>
                </c:pt>
                <c:pt idx="74">
                  <c:v>0.01806</c:v>
                </c:pt>
                <c:pt idx="75">
                  <c:v>0.01917</c:v>
                </c:pt>
                <c:pt idx="76">
                  <c:v>0.0196</c:v>
                </c:pt>
                <c:pt idx="77">
                  <c:v>0.01939</c:v>
                </c:pt>
                <c:pt idx="78">
                  <c:v>0.01893</c:v>
                </c:pt>
                <c:pt idx="79">
                  <c:v>0.01822</c:v>
                </c:pt>
                <c:pt idx="80">
                  <c:v>0.01765</c:v>
                </c:pt>
                <c:pt idx="81">
                  <c:v>0.01738</c:v>
                </c:pt>
                <c:pt idx="82">
                  <c:v>0.01787</c:v>
                </c:pt>
                <c:pt idx="83">
                  <c:v>0.01867</c:v>
                </c:pt>
                <c:pt idx="84">
                  <c:v>0.01915</c:v>
                </c:pt>
                <c:pt idx="85">
                  <c:v>0.01929</c:v>
                </c:pt>
                <c:pt idx="86">
                  <c:v>0.01928</c:v>
                </c:pt>
                <c:pt idx="87">
                  <c:v>0.01932</c:v>
                </c:pt>
                <c:pt idx="88">
                  <c:v>0.01947</c:v>
                </c:pt>
                <c:pt idx="89">
                  <c:v>0.01978</c:v>
                </c:pt>
                <c:pt idx="90">
                  <c:v>0.02032</c:v>
                </c:pt>
                <c:pt idx="91">
                  <c:v>0.02094</c:v>
                </c:pt>
                <c:pt idx="92">
                  <c:v>0.02166</c:v>
                </c:pt>
                <c:pt idx="93">
                  <c:v>0.02206</c:v>
                </c:pt>
                <c:pt idx="94">
                  <c:v>0.02185</c:v>
                </c:pt>
                <c:pt idx="95">
                  <c:v>0.02102</c:v>
                </c:pt>
                <c:pt idx="96">
                  <c:v>0.02049</c:v>
                </c:pt>
                <c:pt idx="97">
                  <c:v>0.02118</c:v>
                </c:pt>
                <c:pt idx="98">
                  <c:v>0.0251</c:v>
                </c:pt>
                <c:pt idx="99">
                  <c:v>0.04384</c:v>
                </c:pt>
                <c:pt idx="100">
                  <c:v>0.08606</c:v>
                </c:pt>
                <c:pt idx="101">
                  <c:v>0.12841</c:v>
                </c:pt>
                <c:pt idx="102">
                  <c:v>0.15465</c:v>
                </c:pt>
                <c:pt idx="103">
                  <c:v>0.16771</c:v>
                </c:pt>
                <c:pt idx="104">
                  <c:v>0.17301</c:v>
                </c:pt>
                <c:pt idx="105">
                  <c:v>0.17342</c:v>
                </c:pt>
                <c:pt idx="106">
                  <c:v>0.16846</c:v>
                </c:pt>
                <c:pt idx="107">
                  <c:v>0.15533</c:v>
                </c:pt>
                <c:pt idx="108">
                  <c:v>0.13687</c:v>
                </c:pt>
                <c:pt idx="109">
                  <c:v>0.11743</c:v>
                </c:pt>
                <c:pt idx="110">
                  <c:v>0.09901</c:v>
                </c:pt>
                <c:pt idx="111">
                  <c:v>0.08226</c:v>
                </c:pt>
                <c:pt idx="112">
                  <c:v>0.06757</c:v>
                </c:pt>
                <c:pt idx="113">
                  <c:v>0.0551</c:v>
                </c:pt>
                <c:pt idx="114">
                  <c:v>0.04474</c:v>
                </c:pt>
                <c:pt idx="115">
                  <c:v>0.03632</c:v>
                </c:pt>
                <c:pt idx="116">
                  <c:v>0.02965</c:v>
                </c:pt>
                <c:pt idx="117">
                  <c:v>0.0247</c:v>
                </c:pt>
                <c:pt idx="118">
                  <c:v>0.02119</c:v>
                </c:pt>
                <c:pt idx="119">
                  <c:v>0.01865</c:v>
                </c:pt>
                <c:pt idx="120">
                  <c:v>0.01681</c:v>
                </c:pt>
                <c:pt idx="121">
                  <c:v>0.01555</c:v>
                </c:pt>
                <c:pt idx="122">
                  <c:v>0.01473</c:v>
                </c:pt>
                <c:pt idx="123">
                  <c:v>0.01418</c:v>
                </c:pt>
                <c:pt idx="124">
                  <c:v>0.01381</c:v>
                </c:pt>
                <c:pt idx="125">
                  <c:v>0.01349</c:v>
                </c:pt>
                <c:pt idx="126">
                  <c:v>0.01319</c:v>
                </c:pt>
                <c:pt idx="127">
                  <c:v>0.01294</c:v>
                </c:pt>
                <c:pt idx="128">
                  <c:v>0.01254</c:v>
                </c:pt>
                <c:pt idx="129">
                  <c:v>0.01183</c:v>
                </c:pt>
                <c:pt idx="130">
                  <c:v>0.01097</c:v>
                </c:pt>
                <c:pt idx="131">
                  <c:v>0.01008</c:v>
                </c:pt>
                <c:pt idx="132">
                  <c:v>0.00896</c:v>
                </c:pt>
                <c:pt idx="133">
                  <c:v>0.00886</c:v>
                </c:pt>
                <c:pt idx="134">
                  <c:v>0.01056</c:v>
                </c:pt>
                <c:pt idx="135">
                  <c:v>0.01178</c:v>
                </c:pt>
                <c:pt idx="136">
                  <c:v>0.01245</c:v>
                </c:pt>
                <c:pt idx="137">
                  <c:v>0.01435</c:v>
                </c:pt>
                <c:pt idx="138">
                  <c:v>0.01652</c:v>
                </c:pt>
                <c:pt idx="139">
                  <c:v>0.01757</c:v>
                </c:pt>
                <c:pt idx="140">
                  <c:v>0.01777</c:v>
                </c:pt>
                <c:pt idx="141">
                  <c:v>0.01754</c:v>
                </c:pt>
                <c:pt idx="142">
                  <c:v>0.02092</c:v>
                </c:pt>
                <c:pt idx="143">
                  <c:v>0.0244</c:v>
                </c:pt>
                <c:pt idx="144">
                  <c:v>0.02835</c:v>
                </c:pt>
                <c:pt idx="145">
                  <c:v>0.03587</c:v>
                </c:pt>
                <c:pt idx="146">
                  <c:v>0.05342</c:v>
                </c:pt>
                <c:pt idx="147">
                  <c:v>0.09647</c:v>
                </c:pt>
                <c:pt idx="148">
                  <c:v>0.18898</c:v>
                </c:pt>
                <c:pt idx="149">
                  <c:v>0.28009</c:v>
                </c:pt>
                <c:pt idx="150">
                  <c:v>0.25899</c:v>
                </c:pt>
                <c:pt idx="151">
                  <c:v>0.20956</c:v>
                </c:pt>
                <c:pt idx="152">
                  <c:v>0.18268</c:v>
                </c:pt>
                <c:pt idx="153">
                  <c:v>0.17498</c:v>
                </c:pt>
                <c:pt idx="154">
                  <c:v>0.18126</c:v>
                </c:pt>
                <c:pt idx="155">
                  <c:v>0.19648</c:v>
                </c:pt>
                <c:pt idx="156">
                  <c:v>0.21493</c:v>
                </c:pt>
                <c:pt idx="157">
                  <c:v>0.2344</c:v>
                </c:pt>
                <c:pt idx="158">
                  <c:v>0.25486</c:v>
                </c:pt>
                <c:pt idx="159">
                  <c:v>0.27094</c:v>
                </c:pt>
                <c:pt idx="160">
                  <c:v>0.28071</c:v>
                </c:pt>
                <c:pt idx="161">
                  <c:v>0.28285</c:v>
                </c:pt>
                <c:pt idx="162">
                  <c:v>0.27762</c:v>
                </c:pt>
                <c:pt idx="163">
                  <c:v>0.26583</c:v>
                </c:pt>
                <c:pt idx="164">
                  <c:v>0.24947</c:v>
                </c:pt>
                <c:pt idx="165">
                  <c:v>0.23056</c:v>
                </c:pt>
                <c:pt idx="166">
                  <c:v>0.21048</c:v>
                </c:pt>
                <c:pt idx="167">
                  <c:v>0.19007</c:v>
                </c:pt>
                <c:pt idx="168">
                  <c:v>0.16999</c:v>
                </c:pt>
                <c:pt idx="169">
                  <c:v>0.15122</c:v>
                </c:pt>
                <c:pt idx="170">
                  <c:v>0.13454</c:v>
                </c:pt>
                <c:pt idx="171">
                  <c:v>0.12012</c:v>
                </c:pt>
                <c:pt idx="172">
                  <c:v>0.10798</c:v>
                </c:pt>
                <c:pt idx="173">
                  <c:v>0.09825</c:v>
                </c:pt>
                <c:pt idx="174">
                  <c:v>0.09043</c:v>
                </c:pt>
                <c:pt idx="175">
                  <c:v>0.08467</c:v>
                </c:pt>
                <c:pt idx="176">
                  <c:v>0.0801</c:v>
                </c:pt>
                <c:pt idx="177">
                  <c:v>0.07547</c:v>
                </c:pt>
                <c:pt idx="178">
                  <c:v>0.07117</c:v>
                </c:pt>
                <c:pt idx="179">
                  <c:v>0.06723</c:v>
                </c:pt>
                <c:pt idx="180">
                  <c:v>0.06439</c:v>
                </c:pt>
                <c:pt idx="181">
                  <c:v>0.06304</c:v>
                </c:pt>
                <c:pt idx="182">
                  <c:v>0.06254</c:v>
                </c:pt>
                <c:pt idx="183">
                  <c:v>0.06211</c:v>
                </c:pt>
                <c:pt idx="184">
                  <c:v>0.06071</c:v>
                </c:pt>
                <c:pt idx="185">
                  <c:v>0.05762</c:v>
                </c:pt>
                <c:pt idx="186">
                  <c:v>0.05302</c:v>
                </c:pt>
                <c:pt idx="187">
                  <c:v>0.04819</c:v>
                </c:pt>
                <c:pt idx="188">
                  <c:v>0.04558</c:v>
                </c:pt>
                <c:pt idx="189">
                  <c:v>0.04385</c:v>
                </c:pt>
                <c:pt idx="190">
                  <c:v>0.03958</c:v>
                </c:pt>
                <c:pt idx="191">
                  <c:v>0.03966</c:v>
                </c:pt>
                <c:pt idx="192">
                  <c:v>0.05368</c:v>
                </c:pt>
                <c:pt idx="193">
                  <c:v>0.06698</c:v>
                </c:pt>
                <c:pt idx="194">
                  <c:v>0.06791</c:v>
                </c:pt>
                <c:pt idx="195">
                  <c:v>0.07054</c:v>
                </c:pt>
                <c:pt idx="196">
                  <c:v>0.08726</c:v>
                </c:pt>
                <c:pt idx="197">
                  <c:v>0.09908</c:v>
                </c:pt>
                <c:pt idx="198">
                  <c:v>0.10721</c:v>
                </c:pt>
                <c:pt idx="199">
                  <c:v>0.11508</c:v>
                </c:pt>
                <c:pt idx="200">
                  <c:v>0.12146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First derivative</c:v>
                </c:pt>
              </c:strCache>
            </c:strRef>
          </c:tx>
          <c:spPr>
            <a:solidFill>
              <a:srgbClr val="D08A00"/>
            </a:solidFill>
            <a:ln w="25400" cap="flat">
              <a:solidFill>
                <a:srgbClr val="D08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Sheet1!$C$2:$C$202</c:f>
              <c:numCache>
                <c:formatCode>General</c:formatCode>
                <c:ptCount val="201"/>
                <c:pt idx="0">
                  <c:v>0.00162</c:v>
                </c:pt>
                <c:pt idx="1">
                  <c:v>0.00538</c:v>
                </c:pt>
                <c:pt idx="2">
                  <c:v>0.00271</c:v>
                </c:pt>
                <c:pt idx="3">
                  <c:v>0.0029</c:v>
                </c:pt>
                <c:pt idx="4">
                  <c:v>0.00561</c:v>
                </c:pt>
                <c:pt idx="5">
                  <c:v>0.00341</c:v>
                </c:pt>
                <c:pt idx="6">
                  <c:v>0.00358</c:v>
                </c:pt>
                <c:pt idx="7">
                  <c:v>0.00369</c:v>
                </c:pt>
                <c:pt idx="8">
                  <c:v>0.00338</c:v>
                </c:pt>
                <c:pt idx="9">
                  <c:v>0.00942</c:v>
                </c:pt>
                <c:pt idx="10">
                  <c:v>0.01988</c:v>
                </c:pt>
                <c:pt idx="11">
                  <c:v>0.0084</c:v>
                </c:pt>
                <c:pt idx="12">
                  <c:v>0.01662</c:v>
                </c:pt>
                <c:pt idx="13">
                  <c:v>0.04162</c:v>
                </c:pt>
                <c:pt idx="14">
                  <c:v>0.01332</c:v>
                </c:pt>
                <c:pt idx="15">
                  <c:v>0.01053</c:v>
                </c:pt>
                <c:pt idx="16">
                  <c:v>0.03894</c:v>
                </c:pt>
                <c:pt idx="17">
                  <c:v>0.04393</c:v>
                </c:pt>
                <c:pt idx="18">
                  <c:v>0.0354</c:v>
                </c:pt>
                <c:pt idx="19">
                  <c:v>0.04287</c:v>
                </c:pt>
                <c:pt idx="20">
                  <c:v>0.06071</c:v>
                </c:pt>
                <c:pt idx="21">
                  <c:v>0.04308</c:v>
                </c:pt>
                <c:pt idx="22">
                  <c:v>0.06856</c:v>
                </c:pt>
                <c:pt idx="23">
                  <c:v>0.18287</c:v>
                </c:pt>
                <c:pt idx="24">
                  <c:v>0.07012</c:v>
                </c:pt>
                <c:pt idx="25">
                  <c:v>0.0586</c:v>
                </c:pt>
                <c:pt idx="26">
                  <c:v>0.10487</c:v>
                </c:pt>
                <c:pt idx="27">
                  <c:v>0.13736</c:v>
                </c:pt>
                <c:pt idx="28">
                  <c:v>0.12511</c:v>
                </c:pt>
                <c:pt idx="29">
                  <c:v>0.10439</c:v>
                </c:pt>
                <c:pt idx="30">
                  <c:v>0.00364</c:v>
                </c:pt>
                <c:pt idx="31">
                  <c:v>0.06351</c:v>
                </c:pt>
                <c:pt idx="32">
                  <c:v>0.07726</c:v>
                </c:pt>
                <c:pt idx="33">
                  <c:v>0.07272</c:v>
                </c:pt>
                <c:pt idx="34">
                  <c:v>0.06282</c:v>
                </c:pt>
                <c:pt idx="35">
                  <c:v>0.0344</c:v>
                </c:pt>
                <c:pt idx="36">
                  <c:v>0.00535</c:v>
                </c:pt>
                <c:pt idx="37">
                  <c:v>0.12106</c:v>
                </c:pt>
                <c:pt idx="38">
                  <c:v>0.17575</c:v>
                </c:pt>
                <c:pt idx="39">
                  <c:v>0.20438</c:v>
                </c:pt>
                <c:pt idx="40">
                  <c:v>0.23748</c:v>
                </c:pt>
                <c:pt idx="41">
                  <c:v>0.23793</c:v>
                </c:pt>
                <c:pt idx="42">
                  <c:v>0.26802</c:v>
                </c:pt>
                <c:pt idx="43">
                  <c:v>0.28608</c:v>
                </c:pt>
                <c:pt idx="44">
                  <c:v>0.32723</c:v>
                </c:pt>
                <c:pt idx="45">
                  <c:v>0.34504</c:v>
                </c:pt>
                <c:pt idx="46">
                  <c:v>0.35041</c:v>
                </c:pt>
                <c:pt idx="47">
                  <c:v>0.35268</c:v>
                </c:pt>
                <c:pt idx="48">
                  <c:v>0.34421</c:v>
                </c:pt>
                <c:pt idx="49">
                  <c:v>0.34771</c:v>
                </c:pt>
                <c:pt idx="50">
                  <c:v>0.32835</c:v>
                </c:pt>
                <c:pt idx="51">
                  <c:v>0.31274</c:v>
                </c:pt>
                <c:pt idx="52">
                  <c:v>0.20138</c:v>
                </c:pt>
                <c:pt idx="53">
                  <c:v>0.08669</c:v>
                </c:pt>
                <c:pt idx="54">
                  <c:v>0.04684</c:v>
                </c:pt>
                <c:pt idx="55">
                  <c:v>0.03644</c:v>
                </c:pt>
                <c:pt idx="56">
                  <c:v>0.05133</c:v>
                </c:pt>
                <c:pt idx="57">
                  <c:v>0.18665</c:v>
                </c:pt>
                <c:pt idx="58">
                  <c:v>0.08206</c:v>
                </c:pt>
                <c:pt idx="59">
                  <c:v>0.0135</c:v>
                </c:pt>
                <c:pt idx="60">
                  <c:v>0.00188</c:v>
                </c:pt>
                <c:pt idx="61">
                  <c:v>0.00296</c:v>
                </c:pt>
                <c:pt idx="62">
                  <c:v>0.00331</c:v>
                </c:pt>
                <c:pt idx="63">
                  <c:v>0.006</c:v>
                </c:pt>
                <c:pt idx="64">
                  <c:v>0.02331</c:v>
                </c:pt>
                <c:pt idx="65">
                  <c:v>0.03115</c:v>
                </c:pt>
                <c:pt idx="66">
                  <c:v>0.02563</c:v>
                </c:pt>
                <c:pt idx="67">
                  <c:v>0.00758</c:v>
                </c:pt>
                <c:pt idx="68">
                  <c:v>0.0752</c:v>
                </c:pt>
                <c:pt idx="69">
                  <c:v>0.06822</c:v>
                </c:pt>
                <c:pt idx="70">
                  <c:v>0.05416</c:v>
                </c:pt>
                <c:pt idx="71">
                  <c:v>0.05332</c:v>
                </c:pt>
                <c:pt idx="72">
                  <c:v>0.02754</c:v>
                </c:pt>
                <c:pt idx="73">
                  <c:v>0.0181</c:v>
                </c:pt>
                <c:pt idx="74">
                  <c:v>0.01571</c:v>
                </c:pt>
                <c:pt idx="75">
                  <c:v>0.01278</c:v>
                </c:pt>
                <c:pt idx="76">
                  <c:v>0.00799</c:v>
                </c:pt>
                <c:pt idx="77">
                  <c:v>0.00408</c:v>
                </c:pt>
                <c:pt idx="78">
                  <c:v>0.00174</c:v>
                </c:pt>
                <c:pt idx="79">
                  <c:v>0.00166</c:v>
                </c:pt>
                <c:pt idx="80">
                  <c:v>0.0052</c:v>
                </c:pt>
                <c:pt idx="81">
                  <c:v>0.01229</c:v>
                </c:pt>
                <c:pt idx="82">
                  <c:v>0.00108</c:v>
                </c:pt>
                <c:pt idx="83">
                  <c:v>0.00058</c:v>
                </c:pt>
                <c:pt idx="84">
                  <c:v>0.00059</c:v>
                </c:pt>
                <c:pt idx="85">
                  <c:v>0.00073</c:v>
                </c:pt>
                <c:pt idx="86">
                  <c:v>0.00223</c:v>
                </c:pt>
                <c:pt idx="87">
                  <c:v>0.00151</c:v>
                </c:pt>
                <c:pt idx="88">
                  <c:v>0.01292</c:v>
                </c:pt>
                <c:pt idx="89">
                  <c:v>0.01842</c:v>
                </c:pt>
                <c:pt idx="90">
                  <c:v>0.02411</c:v>
                </c:pt>
                <c:pt idx="91">
                  <c:v>0.02156</c:v>
                </c:pt>
                <c:pt idx="92">
                  <c:v>0.01874</c:v>
                </c:pt>
                <c:pt idx="93">
                  <c:v>0.0184</c:v>
                </c:pt>
                <c:pt idx="94">
                  <c:v>0.02276</c:v>
                </c:pt>
                <c:pt idx="95">
                  <c:v>0.03911</c:v>
                </c:pt>
                <c:pt idx="96">
                  <c:v>0.02768</c:v>
                </c:pt>
                <c:pt idx="97">
                  <c:v>0.02443</c:v>
                </c:pt>
                <c:pt idx="98">
                  <c:v>0.02258</c:v>
                </c:pt>
                <c:pt idx="99">
                  <c:v>0.01565</c:v>
                </c:pt>
                <c:pt idx="100">
                  <c:v>0.01203</c:v>
                </c:pt>
                <c:pt idx="101">
                  <c:v>0.01093</c:v>
                </c:pt>
                <c:pt idx="102">
                  <c:v>0.01174</c:v>
                </c:pt>
                <c:pt idx="103">
                  <c:v>0.00589</c:v>
                </c:pt>
                <c:pt idx="104">
                  <c:v>0.00061</c:v>
                </c:pt>
                <c:pt idx="105">
                  <c:v>0.00629</c:v>
                </c:pt>
                <c:pt idx="106">
                  <c:v>0.00362</c:v>
                </c:pt>
                <c:pt idx="107">
                  <c:v>0.00685</c:v>
                </c:pt>
                <c:pt idx="108">
                  <c:v>0.00894</c:v>
                </c:pt>
                <c:pt idx="109">
                  <c:v>0.01088</c:v>
                </c:pt>
                <c:pt idx="110">
                  <c:v>0.01483</c:v>
                </c:pt>
                <c:pt idx="111">
                  <c:v>0.02</c:v>
                </c:pt>
                <c:pt idx="112">
                  <c:v>0.02411</c:v>
                </c:pt>
                <c:pt idx="113">
                  <c:v>0.02716</c:v>
                </c:pt>
                <c:pt idx="114">
                  <c:v>0.03113</c:v>
                </c:pt>
                <c:pt idx="115">
                  <c:v>0.03265</c:v>
                </c:pt>
                <c:pt idx="116">
                  <c:v>0.03316</c:v>
                </c:pt>
                <c:pt idx="117">
                  <c:v>0.02927</c:v>
                </c:pt>
                <c:pt idx="118">
                  <c:v>0.02399</c:v>
                </c:pt>
                <c:pt idx="119">
                  <c:v>0.0243</c:v>
                </c:pt>
                <c:pt idx="120">
                  <c:v>0.02223</c:v>
                </c:pt>
                <c:pt idx="121">
                  <c:v>0.01776</c:v>
                </c:pt>
                <c:pt idx="122">
                  <c:v>0.01383</c:v>
                </c:pt>
                <c:pt idx="123">
                  <c:v>0.01299</c:v>
                </c:pt>
                <c:pt idx="124">
                  <c:v>0.01378</c:v>
                </c:pt>
                <c:pt idx="125">
                  <c:v>0.01129</c:v>
                </c:pt>
                <c:pt idx="126">
                  <c:v>0.00881</c:v>
                </c:pt>
                <c:pt idx="127">
                  <c:v>0.00607</c:v>
                </c:pt>
                <c:pt idx="128">
                  <c:v>0.00452</c:v>
                </c:pt>
                <c:pt idx="129">
                  <c:v>0.00325</c:v>
                </c:pt>
                <c:pt idx="130">
                  <c:v>0.00342</c:v>
                </c:pt>
                <c:pt idx="131">
                  <c:v>0.00246</c:v>
                </c:pt>
                <c:pt idx="132">
                  <c:v>0.00178</c:v>
                </c:pt>
                <c:pt idx="133">
                  <c:v>0.00201</c:v>
                </c:pt>
                <c:pt idx="134">
                  <c:v>0.00881</c:v>
                </c:pt>
                <c:pt idx="135">
                  <c:v>0.04823</c:v>
                </c:pt>
                <c:pt idx="136">
                  <c:v>0.00863</c:v>
                </c:pt>
                <c:pt idx="137">
                  <c:v>0.00387</c:v>
                </c:pt>
                <c:pt idx="138">
                  <c:v>0.00582</c:v>
                </c:pt>
                <c:pt idx="139">
                  <c:v>0.0174</c:v>
                </c:pt>
                <c:pt idx="140">
                  <c:v>0.03108</c:v>
                </c:pt>
                <c:pt idx="141">
                  <c:v>0.06156</c:v>
                </c:pt>
                <c:pt idx="142">
                  <c:v>0.69049</c:v>
                </c:pt>
                <c:pt idx="143">
                  <c:v>0.1238</c:v>
                </c:pt>
                <c:pt idx="144">
                  <c:v>0.02757</c:v>
                </c:pt>
                <c:pt idx="145">
                  <c:v>0.01604</c:v>
                </c:pt>
                <c:pt idx="146">
                  <c:v>0.01479</c:v>
                </c:pt>
                <c:pt idx="147">
                  <c:v>0.00938</c:v>
                </c:pt>
                <c:pt idx="148">
                  <c:v>0.01265</c:v>
                </c:pt>
                <c:pt idx="149">
                  <c:v>0.03603</c:v>
                </c:pt>
                <c:pt idx="150">
                  <c:v>0.12446</c:v>
                </c:pt>
                <c:pt idx="151">
                  <c:v>0.21175</c:v>
                </c:pt>
                <c:pt idx="152">
                  <c:v>0.17461</c:v>
                </c:pt>
                <c:pt idx="153">
                  <c:v>0.11381</c:v>
                </c:pt>
                <c:pt idx="154">
                  <c:v>0.27773</c:v>
                </c:pt>
                <c:pt idx="155">
                  <c:v>0.22183</c:v>
                </c:pt>
                <c:pt idx="156">
                  <c:v>0.19313</c:v>
                </c:pt>
                <c:pt idx="157">
                  <c:v>0.18261</c:v>
                </c:pt>
                <c:pt idx="158">
                  <c:v>0.14259</c:v>
                </c:pt>
                <c:pt idx="159">
                  <c:v>0.10276</c:v>
                </c:pt>
                <c:pt idx="160">
                  <c:v>0.07435</c:v>
                </c:pt>
                <c:pt idx="161">
                  <c:v>0.04924</c:v>
                </c:pt>
                <c:pt idx="162">
                  <c:v>0.03329</c:v>
                </c:pt>
                <c:pt idx="163">
                  <c:v>0.02017</c:v>
                </c:pt>
                <c:pt idx="164">
                  <c:v>0.01179</c:v>
                </c:pt>
                <c:pt idx="165">
                  <c:v>0.00897</c:v>
                </c:pt>
                <c:pt idx="166">
                  <c:v>0.0091</c:v>
                </c:pt>
                <c:pt idx="167">
                  <c:v>0.0092</c:v>
                </c:pt>
                <c:pt idx="168">
                  <c:v>0.0087</c:v>
                </c:pt>
                <c:pt idx="169">
                  <c:v>0.00898</c:v>
                </c:pt>
                <c:pt idx="170">
                  <c:v>0.00928</c:v>
                </c:pt>
                <c:pt idx="171">
                  <c:v>0.00901</c:v>
                </c:pt>
                <c:pt idx="172">
                  <c:v>0.00725</c:v>
                </c:pt>
                <c:pt idx="173">
                  <c:v>0.0057</c:v>
                </c:pt>
                <c:pt idx="174">
                  <c:v>0.00608</c:v>
                </c:pt>
                <c:pt idx="175">
                  <c:v>0.00244</c:v>
                </c:pt>
                <c:pt idx="176">
                  <c:v>0.00624</c:v>
                </c:pt>
                <c:pt idx="177">
                  <c:v>0.00693</c:v>
                </c:pt>
                <c:pt idx="178">
                  <c:v>0.0028</c:v>
                </c:pt>
                <c:pt idx="179">
                  <c:v>0.00068</c:v>
                </c:pt>
                <c:pt idx="180">
                  <c:v>0.00131</c:v>
                </c:pt>
                <c:pt idx="181">
                  <c:v>0.01391</c:v>
                </c:pt>
                <c:pt idx="182">
                  <c:v>0.02551</c:v>
                </c:pt>
                <c:pt idx="183">
                  <c:v>0.02646</c:v>
                </c:pt>
                <c:pt idx="184">
                  <c:v>0.02524</c:v>
                </c:pt>
                <c:pt idx="185">
                  <c:v>0.02384</c:v>
                </c:pt>
                <c:pt idx="186">
                  <c:v>0.02214</c:v>
                </c:pt>
                <c:pt idx="187">
                  <c:v>0.02407</c:v>
                </c:pt>
                <c:pt idx="188">
                  <c:v>0.03437</c:v>
                </c:pt>
                <c:pt idx="189">
                  <c:v>0.02933</c:v>
                </c:pt>
                <c:pt idx="190">
                  <c:v>0.02077</c:v>
                </c:pt>
                <c:pt idx="191">
                  <c:v>0.00761</c:v>
                </c:pt>
                <c:pt idx="192">
                  <c:v>0.00375</c:v>
                </c:pt>
                <c:pt idx="193">
                  <c:v>0.03127</c:v>
                </c:pt>
                <c:pt idx="194">
                  <c:v>0.04402</c:v>
                </c:pt>
                <c:pt idx="195">
                  <c:v>0.00583</c:v>
                </c:pt>
                <c:pt idx="196">
                  <c:v>0.00247</c:v>
                </c:pt>
                <c:pt idx="197">
                  <c:v>0.00679</c:v>
                </c:pt>
                <c:pt idx="198">
                  <c:v>0.00894</c:v>
                </c:pt>
                <c:pt idx="199">
                  <c:v>0.00974</c:v>
                </c:pt>
                <c:pt idx="200">
                  <c:v>0.01275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First-derivative spectra (400-1400 nm)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Healthy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Sheet1!$A$2:$A$102</c:f>
              <c:multiLvlStrCache>
                <c:ptCount val="1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</c:lvl>
              </c:multiLvlStrCache>
            </c:multiLvlStrRef>
          </c:cat>
          <c:val>
            <c:numRef>
              <c:f>Sheet1!$B$2:$B$102</c:f>
              <c:numCache>
                <c:formatCode>General</c:formatCode>
                <c:ptCount val="101"/>
                <c:pt idx="0">
                  <c:v>-0.000449</c:v>
                </c:pt>
                <c:pt idx="1">
                  <c:v>-0.000796</c:v>
                </c:pt>
                <c:pt idx="2">
                  <c:v>-0.00106</c:v>
                </c:pt>
                <c:pt idx="3">
                  <c:v>-0.001295</c:v>
                </c:pt>
                <c:pt idx="4">
                  <c:v>-0.001144</c:v>
                </c:pt>
                <c:pt idx="5">
                  <c:v>-0.000917</c:v>
                </c:pt>
                <c:pt idx="6">
                  <c:v>-0.00101</c:v>
                </c:pt>
                <c:pt idx="7">
                  <c:v>-0.000921</c:v>
                </c:pt>
                <c:pt idx="8">
                  <c:v>-0.000735</c:v>
                </c:pt>
                <c:pt idx="9">
                  <c:v>-0.000337</c:v>
                </c:pt>
                <c:pt idx="10">
                  <c:v>0.000502</c:v>
                </c:pt>
                <c:pt idx="11">
                  <c:v>0.002131</c:v>
                </c:pt>
                <c:pt idx="12">
                  <c:v>0.003931</c:v>
                </c:pt>
                <c:pt idx="13">
                  <c:v>0.002847</c:v>
                </c:pt>
                <c:pt idx="14">
                  <c:v>0.000672</c:v>
                </c:pt>
                <c:pt idx="15">
                  <c:v>-0.000259</c:v>
                </c:pt>
                <c:pt idx="16">
                  <c:v>-0.00205</c:v>
                </c:pt>
                <c:pt idx="17">
                  <c:v>-0.003016</c:v>
                </c:pt>
                <c:pt idx="18">
                  <c:v>-0.002183</c:v>
                </c:pt>
                <c:pt idx="19">
                  <c:v>-0.001112</c:v>
                </c:pt>
                <c:pt idx="20">
                  <c:v>-0.000846</c:v>
                </c:pt>
                <c:pt idx="21">
                  <c:v>-0.001341</c:v>
                </c:pt>
                <c:pt idx="22">
                  <c:v>-0.000884</c:v>
                </c:pt>
                <c:pt idx="23">
                  <c:v>-0.000372</c:v>
                </c:pt>
                <c:pt idx="24">
                  <c:v>-0.000947</c:v>
                </c:pt>
                <c:pt idx="25">
                  <c:v>-0.000934</c:v>
                </c:pt>
                <c:pt idx="26">
                  <c:v>-0.000851</c:v>
                </c:pt>
                <c:pt idx="27">
                  <c:v>-0.0002</c:v>
                </c:pt>
                <c:pt idx="28">
                  <c:v>0.0007</c:v>
                </c:pt>
                <c:pt idx="29">
                  <c:v>0.00415</c:v>
                </c:pt>
                <c:pt idx="30">
                  <c:v>0.010581</c:v>
                </c:pt>
                <c:pt idx="31">
                  <c:v>0.012059</c:v>
                </c:pt>
                <c:pt idx="32">
                  <c:v>0.010618</c:v>
                </c:pt>
                <c:pt idx="33">
                  <c:v>0.007022</c:v>
                </c:pt>
                <c:pt idx="34">
                  <c:v>0.003425</c:v>
                </c:pt>
                <c:pt idx="35">
                  <c:v>0.0012</c:v>
                </c:pt>
                <c:pt idx="36">
                  <c:v>0.000243</c:v>
                </c:pt>
                <c:pt idx="37">
                  <c:v>-0.000056</c:v>
                </c:pt>
                <c:pt idx="38">
                  <c:v>-0.000077</c:v>
                </c:pt>
                <c:pt idx="39">
                  <c:v>-0.000049</c:v>
                </c:pt>
                <c:pt idx="40">
                  <c:v>-0.000037</c:v>
                </c:pt>
                <c:pt idx="41">
                  <c:v>-0.000045</c:v>
                </c:pt>
                <c:pt idx="42">
                  <c:v>-0.000058</c:v>
                </c:pt>
                <c:pt idx="43">
                  <c:v>-0.000093</c:v>
                </c:pt>
                <c:pt idx="44">
                  <c:v>-0.000041</c:v>
                </c:pt>
                <c:pt idx="45">
                  <c:v>-0.00003</c:v>
                </c:pt>
                <c:pt idx="46">
                  <c:v>-0.000028</c:v>
                </c:pt>
                <c:pt idx="47">
                  <c:v>-0.00004</c:v>
                </c:pt>
                <c:pt idx="48">
                  <c:v>-0.000046</c:v>
                </c:pt>
                <c:pt idx="49">
                  <c:v>-0.000045</c:v>
                </c:pt>
                <c:pt idx="50">
                  <c:v>-0.000033</c:v>
                </c:pt>
                <c:pt idx="51">
                  <c:v>-0.000042</c:v>
                </c:pt>
                <c:pt idx="52">
                  <c:v>-0.000151</c:v>
                </c:pt>
                <c:pt idx="53">
                  <c:v>-0.000374</c:v>
                </c:pt>
                <c:pt idx="54">
                  <c:v>-0.000625</c:v>
                </c:pt>
                <c:pt idx="55">
                  <c:v>-0.000957</c:v>
                </c:pt>
                <c:pt idx="56">
                  <c:v>-0.000655</c:v>
                </c:pt>
                <c:pt idx="57">
                  <c:v>-0.000101</c:v>
                </c:pt>
                <c:pt idx="58">
                  <c:v>0.000155</c:v>
                </c:pt>
                <c:pt idx="59">
                  <c:v>0.000326</c:v>
                </c:pt>
                <c:pt idx="60">
                  <c:v>0.000401</c:v>
                </c:pt>
                <c:pt idx="61">
                  <c:v>0.000424</c:v>
                </c:pt>
                <c:pt idx="62">
                  <c:v>0.000403</c:v>
                </c:pt>
                <c:pt idx="63">
                  <c:v>0.000309</c:v>
                </c:pt>
                <c:pt idx="64">
                  <c:v>0.000198</c:v>
                </c:pt>
                <c:pt idx="65">
                  <c:v>0.000114</c:v>
                </c:pt>
                <c:pt idx="66">
                  <c:v>0.000054</c:v>
                </c:pt>
                <c:pt idx="67">
                  <c:v>-0.000009</c:v>
                </c:pt>
                <c:pt idx="68">
                  <c:v>-0.000084</c:v>
                </c:pt>
                <c:pt idx="69">
                  <c:v>-0.000153</c:v>
                </c:pt>
                <c:pt idx="70">
                  <c:v>-0.000205</c:v>
                </c:pt>
                <c:pt idx="71">
                  <c:v>-0.000277</c:v>
                </c:pt>
                <c:pt idx="72">
                  <c:v>-0.000549</c:v>
                </c:pt>
                <c:pt idx="73">
                  <c:v>-0.0014</c:v>
                </c:pt>
                <c:pt idx="74">
                  <c:v>-0.002175</c:v>
                </c:pt>
                <c:pt idx="75">
                  <c:v>-0.001554</c:v>
                </c:pt>
                <c:pt idx="76">
                  <c:v>-0.000485</c:v>
                </c:pt>
                <c:pt idx="77">
                  <c:v>-0.000048</c:v>
                </c:pt>
                <c:pt idx="78">
                  <c:v>0.000058</c:v>
                </c:pt>
                <c:pt idx="79">
                  <c:v>0.000131</c:v>
                </c:pt>
                <c:pt idx="80">
                  <c:v>0.000303</c:v>
                </c:pt>
                <c:pt idx="81">
                  <c:v>0.000203</c:v>
                </c:pt>
                <c:pt idx="82">
                  <c:v>-0.000059</c:v>
                </c:pt>
                <c:pt idx="83">
                  <c:v>0.000008</c:v>
                </c:pt>
                <c:pt idx="84">
                  <c:v>0.000126</c:v>
                </c:pt>
                <c:pt idx="85">
                  <c:v>0.00011</c:v>
                </c:pt>
                <c:pt idx="86">
                  <c:v>-0.00002</c:v>
                </c:pt>
                <c:pt idx="87">
                  <c:v>-0.000197</c:v>
                </c:pt>
                <c:pt idx="88">
                  <c:v>-0.000386</c:v>
                </c:pt>
                <c:pt idx="89">
                  <c:v>-0.000646</c:v>
                </c:pt>
                <c:pt idx="90">
                  <c:v>-0.000988</c:v>
                </c:pt>
                <c:pt idx="91">
                  <c:v>-0.001413</c:v>
                </c:pt>
                <c:pt idx="92">
                  <c:v>-0.00188</c:v>
                </c:pt>
                <c:pt idx="93">
                  <c:v>-0.002155</c:v>
                </c:pt>
                <c:pt idx="94">
                  <c:v>-0.002078</c:v>
                </c:pt>
                <c:pt idx="95">
                  <c:v>-0.001867</c:v>
                </c:pt>
                <c:pt idx="96">
                  <c:v>-0.002175</c:v>
                </c:pt>
                <c:pt idx="97">
                  <c:v>-0.003814</c:v>
                </c:pt>
                <c:pt idx="98">
                  <c:v>-0.006551</c:v>
                </c:pt>
                <c:pt idx="99">
                  <c:v>-0.00745</c:v>
                </c:pt>
                <c:pt idx="100">
                  <c:v>-0.005167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Diseased</c:v>
                </c:pt>
              </c:strCache>
            </c:strRef>
          </c:tx>
          <c:spPr>
            <a:solidFill>
              <a:srgbClr val="D08A00"/>
            </a:solidFill>
            <a:ln w="25400" cap="flat">
              <a:solidFill>
                <a:srgbClr val="D08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Sheet1!$A$2:$A$102</c:f>
              <c:multiLvlStrCache>
                <c:ptCount val="1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</c:lvl>
              </c:multiLvlStrCache>
            </c:multiLvlStrRef>
          </c:cat>
          <c:val>
            <c:numRef>
              <c:f>Sheet1!$C$2:$C$102</c:f>
              <c:numCache>
                <c:formatCode>General</c:formatCode>
                <c:ptCount val="101"/>
                <c:pt idx="0">
                  <c:v>-0.000519</c:v>
                </c:pt>
                <c:pt idx="1">
                  <c:v>-0.000683</c:v>
                </c:pt>
                <c:pt idx="2">
                  <c:v>-0.000982</c:v>
                </c:pt>
                <c:pt idx="3">
                  <c:v>-0.001206</c:v>
                </c:pt>
                <c:pt idx="4">
                  <c:v>-0.001026</c:v>
                </c:pt>
                <c:pt idx="5">
                  <c:v>-0.000837</c:v>
                </c:pt>
                <c:pt idx="6">
                  <c:v>-0.000947</c:v>
                </c:pt>
                <c:pt idx="7">
                  <c:v>-0.000864</c:v>
                </c:pt>
                <c:pt idx="8">
                  <c:v>-0.000683</c:v>
                </c:pt>
                <c:pt idx="9">
                  <c:v>-0.000252</c:v>
                </c:pt>
                <c:pt idx="10">
                  <c:v>0.000618</c:v>
                </c:pt>
                <c:pt idx="11">
                  <c:v>0.002171</c:v>
                </c:pt>
                <c:pt idx="12">
                  <c:v>0.003711</c:v>
                </c:pt>
                <c:pt idx="13">
                  <c:v>0.002604</c:v>
                </c:pt>
                <c:pt idx="14">
                  <c:v>0.000647</c:v>
                </c:pt>
                <c:pt idx="15">
                  <c:v>-0.000198</c:v>
                </c:pt>
                <c:pt idx="16">
                  <c:v>-0.001778</c:v>
                </c:pt>
                <c:pt idx="17">
                  <c:v>-0.002664</c:v>
                </c:pt>
                <c:pt idx="18">
                  <c:v>-0.001974</c:v>
                </c:pt>
                <c:pt idx="19">
                  <c:v>-0.001019</c:v>
                </c:pt>
                <c:pt idx="20">
                  <c:v>-0.000774</c:v>
                </c:pt>
                <c:pt idx="21">
                  <c:v>-0.001238</c:v>
                </c:pt>
                <c:pt idx="22">
                  <c:v>-0.000812</c:v>
                </c:pt>
                <c:pt idx="23">
                  <c:v>-0.000339</c:v>
                </c:pt>
                <c:pt idx="24">
                  <c:v>-0.001054</c:v>
                </c:pt>
                <c:pt idx="25">
                  <c:v>-0.001026</c:v>
                </c:pt>
                <c:pt idx="26">
                  <c:v>-0.000998</c:v>
                </c:pt>
                <c:pt idx="27">
                  <c:v>-0.00031</c:v>
                </c:pt>
                <c:pt idx="28">
                  <c:v>0.000869</c:v>
                </c:pt>
                <c:pt idx="29">
                  <c:v>0.004868</c:v>
                </c:pt>
                <c:pt idx="30">
                  <c:v>0.010547</c:v>
                </c:pt>
                <c:pt idx="31">
                  <c:v>0.01105</c:v>
                </c:pt>
                <c:pt idx="32">
                  <c:v>0.009303</c:v>
                </c:pt>
                <c:pt idx="33">
                  <c:v>0.00602</c:v>
                </c:pt>
                <c:pt idx="34">
                  <c:v>0.002938</c:v>
                </c:pt>
                <c:pt idx="35">
                  <c:v>0.001064</c:v>
                </c:pt>
                <c:pt idx="36">
                  <c:v>0.000263</c:v>
                </c:pt>
                <c:pt idx="37">
                  <c:v>0.00002</c:v>
                </c:pt>
                <c:pt idx="38">
                  <c:v>0.000006</c:v>
                </c:pt>
                <c:pt idx="39">
                  <c:v>0.000031</c:v>
                </c:pt>
                <c:pt idx="40">
                  <c:v>0.000043</c:v>
                </c:pt>
                <c:pt idx="41">
                  <c:v>0.000028</c:v>
                </c:pt>
                <c:pt idx="42">
                  <c:v>0.000013</c:v>
                </c:pt>
                <c:pt idx="43">
                  <c:v>-0.000023</c:v>
                </c:pt>
                <c:pt idx="44">
                  <c:v>0.000022</c:v>
                </c:pt>
                <c:pt idx="45">
                  <c:v>0.000028</c:v>
                </c:pt>
                <c:pt idx="46">
                  <c:v>0.000025</c:v>
                </c:pt>
                <c:pt idx="47">
                  <c:v>0.00001</c:v>
                </c:pt>
                <c:pt idx="48">
                  <c:v>0.000003</c:v>
                </c:pt>
                <c:pt idx="49">
                  <c:v>0.000004</c:v>
                </c:pt>
                <c:pt idx="50">
                  <c:v>0.000016</c:v>
                </c:pt>
                <c:pt idx="51">
                  <c:v>0.000008</c:v>
                </c:pt>
                <c:pt idx="52">
                  <c:v>-0.000097</c:v>
                </c:pt>
                <c:pt idx="53">
                  <c:v>-0.000305</c:v>
                </c:pt>
                <c:pt idx="54">
                  <c:v>-0.000542</c:v>
                </c:pt>
                <c:pt idx="55">
                  <c:v>-0.000849</c:v>
                </c:pt>
                <c:pt idx="56">
                  <c:v>-0.000569</c:v>
                </c:pt>
                <c:pt idx="57">
                  <c:v>-0.000056</c:v>
                </c:pt>
                <c:pt idx="58">
                  <c:v>0.000188</c:v>
                </c:pt>
                <c:pt idx="59">
                  <c:v>0.00035</c:v>
                </c:pt>
                <c:pt idx="60">
                  <c:v>0.000412</c:v>
                </c:pt>
                <c:pt idx="61">
                  <c:v>0.00041</c:v>
                </c:pt>
                <c:pt idx="62">
                  <c:v>0.000389</c:v>
                </c:pt>
                <c:pt idx="63">
                  <c:v>0.000293</c:v>
                </c:pt>
                <c:pt idx="64">
                  <c:v>0.000174</c:v>
                </c:pt>
                <c:pt idx="65">
                  <c:v>0.000094</c:v>
                </c:pt>
                <c:pt idx="66">
                  <c:v>0.000042</c:v>
                </c:pt>
                <c:pt idx="67">
                  <c:v>-0.000005</c:v>
                </c:pt>
                <c:pt idx="68">
                  <c:v>-0.000069</c:v>
                </c:pt>
                <c:pt idx="69">
                  <c:v>-0.000131</c:v>
                </c:pt>
                <c:pt idx="70">
                  <c:v>-0.000179</c:v>
                </c:pt>
                <c:pt idx="71">
                  <c:v>-0.000244</c:v>
                </c:pt>
                <c:pt idx="72">
                  <c:v>-0.000501</c:v>
                </c:pt>
                <c:pt idx="73">
                  <c:v>-0.001298</c:v>
                </c:pt>
                <c:pt idx="74">
                  <c:v>-0.002032</c:v>
                </c:pt>
                <c:pt idx="75">
                  <c:v>-0.001465</c:v>
                </c:pt>
                <c:pt idx="76">
                  <c:v>-0.000462</c:v>
                </c:pt>
                <c:pt idx="77">
                  <c:v>-0.00005</c:v>
                </c:pt>
                <c:pt idx="78">
                  <c:v>0.000057</c:v>
                </c:pt>
                <c:pt idx="79">
                  <c:v>0.000129</c:v>
                </c:pt>
                <c:pt idx="80">
                  <c:v>0.000283</c:v>
                </c:pt>
                <c:pt idx="81">
                  <c:v>0.000194</c:v>
                </c:pt>
                <c:pt idx="82">
                  <c:v>-0.000049</c:v>
                </c:pt>
                <c:pt idx="83">
                  <c:v>0.000011</c:v>
                </c:pt>
                <c:pt idx="84">
                  <c:v>0.000124</c:v>
                </c:pt>
                <c:pt idx="85">
                  <c:v>0.000109</c:v>
                </c:pt>
                <c:pt idx="86">
                  <c:v>-0.000021</c:v>
                </c:pt>
                <c:pt idx="87">
                  <c:v>-0.000193</c:v>
                </c:pt>
                <c:pt idx="88">
                  <c:v>-0.000365</c:v>
                </c:pt>
                <c:pt idx="89">
                  <c:v>-0.000604</c:v>
                </c:pt>
                <c:pt idx="90">
                  <c:v>-0.000915</c:v>
                </c:pt>
                <c:pt idx="91">
                  <c:v>-0.001316</c:v>
                </c:pt>
                <c:pt idx="92">
                  <c:v>-0.001764</c:v>
                </c:pt>
                <c:pt idx="93">
                  <c:v>-0.00203</c:v>
                </c:pt>
                <c:pt idx="94">
                  <c:v>-0.001958</c:v>
                </c:pt>
                <c:pt idx="95">
                  <c:v>-0.001757</c:v>
                </c:pt>
                <c:pt idx="96">
                  <c:v>-0.002054</c:v>
                </c:pt>
                <c:pt idx="97">
                  <c:v>-0.003621</c:v>
                </c:pt>
                <c:pt idx="98">
                  <c:v>-0.00626</c:v>
                </c:pt>
                <c:pt idx="99">
                  <c:v>-0.0072</c:v>
                </c:pt>
                <c:pt idx="100">
                  <c:v>-0.00508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Wavelength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PCA by class (plot-date means)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Healthy</c:v>
                </c:pt>
              </c:strCache>
            </c:strRef>
          </c:tx>
          <c:spPr>
            <a:solidFill>
              <a:srgbClr val="2E7D32"/>
            </a:solidFill>
            <a:ln>
              <a:noFill/>
            </a:ln>
            <a:effectLst/>
          </c:spPr>
          <c:marker>
            <c:symbol val="circl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xVal>
            <c:numRef>
              <c:f>Sheet1!$A$2:$A$193</c:f>
              <c:numCache>
                <c:formatCode>General</c:formatCode>
                <c:ptCount val="192"/>
                <c:pt idx="0">
                  <c:v>0.506</c:v>
                </c:pt>
                <c:pt idx="1">
                  <c:v>1.012</c:v>
                </c:pt>
                <c:pt idx="2">
                  <c:v>-1.381</c:v>
                </c:pt>
                <c:pt idx="3">
                  <c:v>0.688</c:v>
                </c:pt>
                <c:pt idx="4">
                  <c:v>0.041</c:v>
                </c:pt>
                <c:pt idx="5">
                  <c:v>1.763</c:v>
                </c:pt>
                <c:pt idx="6">
                  <c:v>-1.448</c:v>
                </c:pt>
                <c:pt idx="7">
                  <c:v>0.545</c:v>
                </c:pt>
                <c:pt idx="8">
                  <c:v>0.267</c:v>
                </c:pt>
                <c:pt idx="9">
                  <c:v>1.655</c:v>
                </c:pt>
                <c:pt idx="10">
                  <c:v>-0.876</c:v>
                </c:pt>
                <c:pt idx="11">
                  <c:v>0.32</c:v>
                </c:pt>
                <c:pt idx="12">
                  <c:v>0.18</c:v>
                </c:pt>
                <c:pt idx="13">
                  <c:v>1.101</c:v>
                </c:pt>
                <c:pt idx="14">
                  <c:v>-1.586</c:v>
                </c:pt>
                <c:pt idx="15">
                  <c:v>0.53</c:v>
                </c:pt>
                <c:pt idx="16">
                  <c:v>-0.104</c:v>
                </c:pt>
                <c:pt idx="17">
                  <c:v>0.899</c:v>
                </c:pt>
                <c:pt idx="18">
                  <c:v>-1.4</c:v>
                </c:pt>
                <c:pt idx="19">
                  <c:v>0.299</c:v>
                </c:pt>
                <c:pt idx="20">
                  <c:v>0.066</c:v>
                </c:pt>
                <c:pt idx="21">
                  <c:v>1.407</c:v>
                </c:pt>
                <c:pt idx="22">
                  <c:v>-1.643</c:v>
                </c:pt>
                <c:pt idx="23">
                  <c:v>0.877</c:v>
                </c:pt>
                <c:pt idx="24">
                  <c:v>0.528</c:v>
                </c:pt>
                <c:pt idx="25">
                  <c:v>1.021</c:v>
                </c:pt>
                <c:pt idx="26">
                  <c:v>-1.467</c:v>
                </c:pt>
                <c:pt idx="27">
                  <c:v>0.676</c:v>
                </c:pt>
                <c:pt idx="28">
                  <c:v>0.255</c:v>
                </c:pt>
                <c:pt idx="29">
                  <c:v>1.723</c:v>
                </c:pt>
                <c:pt idx="30">
                  <c:v>-1.383</c:v>
                </c:pt>
                <c:pt idx="31">
                  <c:v>0.814</c:v>
                </c:pt>
                <c:pt idx="32">
                  <c:v>-0.021</c:v>
                </c:pt>
                <c:pt idx="33">
                  <c:v>1.312</c:v>
                </c:pt>
                <c:pt idx="34">
                  <c:v>-1.443</c:v>
                </c:pt>
                <c:pt idx="35">
                  <c:v>0.84</c:v>
                </c:pt>
                <c:pt idx="36">
                  <c:v>-0.321</c:v>
                </c:pt>
                <c:pt idx="37">
                  <c:v>1.683</c:v>
                </c:pt>
                <c:pt idx="38">
                  <c:v>-1.78</c:v>
                </c:pt>
                <c:pt idx="39">
                  <c:v>0.954</c:v>
                </c:pt>
                <c:pt idx="40">
                  <c:v>0.399</c:v>
                </c:pt>
                <c:pt idx="41">
                  <c:v>1.705</c:v>
                </c:pt>
                <c:pt idx="42">
                  <c:v>-0.874</c:v>
                </c:pt>
                <c:pt idx="43">
                  <c:v>0.91</c:v>
                </c:pt>
                <c:pt idx="44">
                  <c:v>0.453</c:v>
                </c:pt>
                <c:pt idx="45">
                  <c:v>1.45</c:v>
                </c:pt>
                <c:pt idx="46">
                  <c:v>-1.376</c:v>
                </c:pt>
                <c:pt idx="47">
                  <c:v>1.382</c:v>
                </c:pt>
                <c:pt idx="48">
                  <c:v>0.197</c:v>
                </c:pt>
                <c:pt idx="49">
                  <c:v>2.032</c:v>
                </c:pt>
                <c:pt idx="50">
                  <c:v>-1.643</c:v>
                </c:pt>
                <c:pt idx="51">
                  <c:v>1.172</c:v>
                </c:pt>
                <c:pt idx="52">
                  <c:v>-0.209</c:v>
                </c:pt>
                <c:pt idx="53">
                  <c:v>2.088</c:v>
                </c:pt>
                <c:pt idx="54">
                  <c:v>-1.595</c:v>
                </c:pt>
                <c:pt idx="55">
                  <c:v>0.88</c:v>
                </c:pt>
                <c:pt idx="56">
                  <c:v>0.501</c:v>
                </c:pt>
                <c:pt idx="57">
                  <c:v>1.098</c:v>
                </c:pt>
                <c:pt idx="58">
                  <c:v>-2.077</c:v>
                </c:pt>
                <c:pt idx="59">
                  <c:v>1.155</c:v>
                </c:pt>
                <c:pt idx="60">
                  <c:v>0.255</c:v>
                </c:pt>
                <c:pt idx="61">
                  <c:v>0.475</c:v>
                </c:pt>
                <c:pt idx="62">
                  <c:v>-2.093</c:v>
                </c:pt>
                <c:pt idx="63">
                  <c:v>0.899</c:v>
                </c:pt>
                <c:pt idx="64">
                  <c:v>0.188</c:v>
                </c:pt>
                <c:pt idx="65">
                  <c:v>1.159</c:v>
                </c:pt>
                <c:pt idx="66">
                  <c:v>-1.818</c:v>
                </c:pt>
                <c:pt idx="67">
                  <c:v>0.424</c:v>
                </c:pt>
                <c:pt idx="68">
                  <c:v>0.027</c:v>
                </c:pt>
                <c:pt idx="69">
                  <c:v>1.02</c:v>
                </c:pt>
                <c:pt idx="70">
                  <c:v>-1.636</c:v>
                </c:pt>
                <c:pt idx="71">
                  <c:v>0.74</c:v>
                </c:pt>
                <c:pt idx="72">
                  <c:v>0.195</c:v>
                </c:pt>
                <c:pt idx="73">
                  <c:v>1.633</c:v>
                </c:pt>
                <c:pt idx="74">
                  <c:v>-1.819</c:v>
                </c:pt>
                <c:pt idx="75">
                  <c:v>0.745</c:v>
                </c:pt>
                <c:pt idx="76">
                  <c:v>0.394</c:v>
                </c:pt>
                <c:pt idx="77">
                  <c:v>1.184</c:v>
                </c:pt>
                <c:pt idx="78">
                  <c:v>-1.638</c:v>
                </c:pt>
                <c:pt idx="79">
                  <c:v>0.71</c:v>
                </c:pt>
                <c:pt idx="80">
                  <c:v>0.269</c:v>
                </c:pt>
                <c:pt idx="81">
                  <c:v>1.401</c:v>
                </c:pt>
                <c:pt idx="82">
                  <c:v>-1.498</c:v>
                </c:pt>
                <c:pt idx="83">
                  <c:v>1.046</c:v>
                </c:pt>
                <c:pt idx="84">
                  <c:v>0.294</c:v>
                </c:pt>
                <c:pt idx="85">
                  <c:v>1.406</c:v>
                </c:pt>
                <c:pt idx="86">
                  <c:v>-1.026</c:v>
                </c:pt>
                <c:pt idx="87">
                  <c:v>0.291</c:v>
                </c:pt>
                <c:pt idx="88">
                  <c:v>0.35</c:v>
                </c:pt>
                <c:pt idx="89">
                  <c:v>1.131</c:v>
                </c:pt>
                <c:pt idx="90">
                  <c:v>-1.908</c:v>
                </c:pt>
                <c:pt idx="91">
                  <c:v>0.859</c:v>
                </c:pt>
                <c:pt idx="92">
                  <c:v>-0.558</c:v>
                </c:pt>
                <c:pt idx="93">
                  <c:v>1.406</c:v>
                </c:pt>
                <c:pt idx="94">
                  <c:v>-1.963</c:v>
                </c:pt>
                <c:pt idx="95">
                  <c:v>0.35</c:v>
                </c:pt>
                <c:pt idx="96">
                  <c:v>0.169</c:v>
                </c:pt>
                <c:pt idx="97">
                  <c:v>1.339</c:v>
                </c:pt>
                <c:pt idx="98">
                  <c:v>-1.635</c:v>
                </c:pt>
                <c:pt idx="99">
                  <c:v>0.861</c:v>
                </c:pt>
                <c:pt idx="100">
                  <c:v>0.342</c:v>
                </c:pt>
                <c:pt idx="101">
                  <c:v>1.204</c:v>
                </c:pt>
                <c:pt idx="102">
                  <c:v>-1.245</c:v>
                </c:pt>
                <c:pt idx="103">
                  <c:v>1.079</c:v>
                </c:pt>
                <c:pt idx="104">
                  <c:v>0.046</c:v>
                </c:pt>
                <c:pt idx="105">
                  <c:v>0.42</c:v>
                </c:pt>
                <c:pt idx="106">
                  <c:v>-2.067</c:v>
                </c:pt>
                <c:pt idx="107">
                  <c:v>0.42</c:v>
                </c:pt>
                <c:pt idx="108">
                  <c:v>0.053</c:v>
                </c:pt>
                <c:pt idx="109">
                  <c:v>1.402</c:v>
                </c:pt>
                <c:pt idx="110">
                  <c:v>-1.901</c:v>
                </c:pt>
                <c:pt idx="111">
                  <c:v>0.909</c:v>
                </c:pt>
                <c:pt idx="112">
                  <c:v>-0.047</c:v>
                </c:pt>
                <c:pt idx="113">
                  <c:v>1.386</c:v>
                </c:pt>
                <c:pt idx="114">
                  <c:v>-1.803</c:v>
                </c:pt>
                <c:pt idx="115">
                  <c:v>1.037</c:v>
                </c:pt>
                <c:pt idx="116">
                  <c:v>0.193</c:v>
                </c:pt>
                <c:pt idx="117">
                  <c:v>0.935</c:v>
                </c:pt>
                <c:pt idx="118">
                  <c:v>-1.492</c:v>
                </c:pt>
                <c:pt idx="119">
                  <c:v>0.797</c:v>
                </c:pt>
                <c:pt idx="120">
                  <c:v>0.634</c:v>
                </c:pt>
                <c:pt idx="121">
                  <c:v>1.101</c:v>
                </c:pt>
                <c:pt idx="122">
                  <c:v>-2.206</c:v>
                </c:pt>
                <c:pt idx="123">
                  <c:v>1.02</c:v>
                </c:pt>
                <c:pt idx="124">
                  <c:v>0.393</c:v>
                </c:pt>
                <c:pt idx="125">
                  <c:v>1.558</c:v>
                </c:pt>
                <c:pt idx="126">
                  <c:v>-1.618</c:v>
                </c:pt>
                <c:pt idx="127">
                  <c:v>0.883</c:v>
                </c:pt>
                <c:pt idx="128">
                  <c:v>0.361</c:v>
                </c:pt>
                <c:pt idx="129">
                  <c:v>1.566</c:v>
                </c:pt>
                <c:pt idx="130">
                  <c:v>-1.385</c:v>
                </c:pt>
                <c:pt idx="131">
                  <c:v>1.218</c:v>
                </c:pt>
                <c:pt idx="132">
                  <c:v>0.55</c:v>
                </c:pt>
                <c:pt idx="133">
                  <c:v>1.326</c:v>
                </c:pt>
                <c:pt idx="134">
                  <c:v>-1.621</c:v>
                </c:pt>
                <c:pt idx="135">
                  <c:v>1.036</c:v>
                </c:pt>
                <c:pt idx="136">
                  <c:v>0.096</c:v>
                </c:pt>
                <c:pt idx="137">
                  <c:v>0.617</c:v>
                </c:pt>
                <c:pt idx="138">
                  <c:v>-1.469</c:v>
                </c:pt>
                <c:pt idx="139">
                  <c:v>0.728</c:v>
                </c:pt>
                <c:pt idx="140">
                  <c:v>0.299</c:v>
                </c:pt>
                <c:pt idx="141">
                  <c:v>0.738</c:v>
                </c:pt>
                <c:pt idx="142">
                  <c:v>-1.515</c:v>
                </c:pt>
                <c:pt idx="143">
                  <c:v>0.855</c:v>
                </c:pt>
                <c:pt idx="144">
                  <c:v>0.157</c:v>
                </c:pt>
                <c:pt idx="145">
                  <c:v>1.19</c:v>
                </c:pt>
                <c:pt idx="146">
                  <c:v>-2.142</c:v>
                </c:pt>
                <c:pt idx="147">
                  <c:v>0.688</c:v>
                </c:pt>
                <c:pt idx="148">
                  <c:v>1.059</c:v>
                </c:pt>
                <c:pt idx="149">
                  <c:v>1.353</c:v>
                </c:pt>
                <c:pt idx="150">
                  <c:v>-1.291</c:v>
                </c:pt>
                <c:pt idx="151">
                  <c:v>1.08</c:v>
                </c:pt>
                <c:pt idx="152">
                  <c:v>1.01</c:v>
                </c:pt>
                <c:pt idx="153">
                  <c:v>1.335</c:v>
                </c:pt>
                <c:pt idx="154">
                  <c:v>-1.376</c:v>
                </c:pt>
                <c:pt idx="155">
                  <c:v>0.836</c:v>
                </c:pt>
                <c:pt idx="156">
                  <c:v>0.481</c:v>
                </c:pt>
                <c:pt idx="157">
                  <c:v>0.878</c:v>
                </c:pt>
                <c:pt idx="158">
                  <c:v>-1.73</c:v>
                </c:pt>
                <c:pt idx="159">
                  <c:v>0.47</c:v>
                </c:pt>
                <c:pt idx="160">
                  <c:v>0.484</c:v>
                </c:pt>
                <c:pt idx="161">
                  <c:v>1.459</c:v>
                </c:pt>
                <c:pt idx="162">
                  <c:v>-1.412</c:v>
                </c:pt>
                <c:pt idx="163">
                  <c:v>0.928</c:v>
                </c:pt>
                <c:pt idx="164">
                  <c:v>0.729</c:v>
                </c:pt>
                <c:pt idx="165">
                  <c:v>1.006</c:v>
                </c:pt>
                <c:pt idx="166">
                  <c:v>-1.497</c:v>
                </c:pt>
                <c:pt idx="167">
                  <c:v>1.205</c:v>
                </c:pt>
                <c:pt idx="168">
                  <c:v>-0.056</c:v>
                </c:pt>
                <c:pt idx="169">
                  <c:v>1.775</c:v>
                </c:pt>
                <c:pt idx="170">
                  <c:v>-1.059</c:v>
                </c:pt>
                <c:pt idx="171">
                  <c:v>0.979</c:v>
                </c:pt>
                <c:pt idx="172">
                  <c:v>0.569</c:v>
                </c:pt>
                <c:pt idx="173">
                  <c:v>1.699</c:v>
                </c:pt>
                <c:pt idx="174">
                  <c:v>-1.221</c:v>
                </c:pt>
                <c:pt idx="175">
                  <c:v>0.758</c:v>
                </c:pt>
                <c:pt idx="176">
                  <c:v>0.179</c:v>
                </c:pt>
                <c:pt idx="177">
                  <c:v>0.749</c:v>
                </c:pt>
                <c:pt idx="178">
                  <c:v>-1.144</c:v>
                </c:pt>
                <c:pt idx="179">
                  <c:v>0.252</c:v>
                </c:pt>
                <c:pt idx="180">
                  <c:v>0.944</c:v>
                </c:pt>
                <c:pt idx="181">
                  <c:v>1.099</c:v>
                </c:pt>
                <c:pt idx="182">
                  <c:v>-0.936</c:v>
                </c:pt>
                <c:pt idx="183">
                  <c:v>0.65</c:v>
                </c:pt>
                <c:pt idx="184">
                  <c:v>0.136</c:v>
                </c:pt>
                <c:pt idx="185">
                  <c:v>1.745</c:v>
                </c:pt>
                <c:pt idx="186">
                  <c:v>-1.307</c:v>
                </c:pt>
                <c:pt idx="187">
                  <c:v>0.774</c:v>
                </c:pt>
                <c:pt idx="188">
                  <c:v>0.533</c:v>
                </c:pt>
                <c:pt idx="189">
                  <c:v>1.185</c:v>
                </c:pt>
                <c:pt idx="190">
                  <c:v>-1.292</c:v>
                </c:pt>
                <c:pt idx="191">
                  <c:v>0.669</c:v>
                </c:pt>
              </c:numCache>
            </c:numRef>
          </c:xVal>
          <c:yVal>
            <c:numRef>
              <c:f>Sheet1!$B$2:$B$193</c:f>
              <c:numCache>
                <c:formatCode>General</c:formatCode>
                <c:ptCount val="192"/>
                <c:pt idx="0">
                  <c:v>0.125</c:v>
                </c:pt>
                <c:pt idx="1">
                  <c:v>0.258</c:v>
                </c:pt>
                <c:pt idx="2">
                  <c:v>-0.774</c:v>
                </c:pt>
                <c:pt idx="3">
                  <c:v>0.17</c:v>
                </c:pt>
                <c:pt idx="4">
                  <c:v>0.85</c:v>
                </c:pt>
                <c:pt idx="5">
                  <c:v>-0.647</c:v>
                </c:pt>
                <c:pt idx="6">
                  <c:v>-0.839</c:v>
                </c:pt>
                <c:pt idx="7">
                  <c:v>0.308</c:v>
                </c:pt>
                <c:pt idx="8">
                  <c:v>0.304</c:v>
                </c:pt>
                <c:pt idx="9">
                  <c:v>-0.732</c:v>
                </c:pt>
                <c:pt idx="10">
                  <c:v>-1.129</c:v>
                </c:pt>
                <c:pt idx="11">
                  <c:v>0.567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  <c:pt idx="39">
                  <c:v/>
                </c:pt>
                <c:pt idx="40">
                  <c:v>0.413</c:v>
                </c:pt>
                <c:pt idx="41">
                  <c:v>-0.667</c:v>
                </c:pt>
                <c:pt idx="42">
                  <c:v>-1.186</c:v>
                </c:pt>
                <c:pt idx="43">
                  <c:v>0.021</c:v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/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/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/>
                </c:pt>
                <c:pt idx="81">
                  <c:v/>
                </c:pt>
                <c:pt idx="82">
                  <c:v/>
                </c:pt>
                <c:pt idx="83">
                  <c:v/>
                </c:pt>
                <c:pt idx="84">
                  <c:v>0.976</c:v>
                </c:pt>
                <c:pt idx="85">
                  <c:v>-0.417</c:v>
                </c:pt>
                <c:pt idx="86">
                  <c:v>-1.051</c:v>
                </c:pt>
                <c:pt idx="87">
                  <c:v>0.698</c:v>
                </c:pt>
                <c:pt idx="88">
                  <c:v/>
                </c:pt>
                <c:pt idx="89">
                  <c:v/>
                </c:pt>
                <c:pt idx="90">
                  <c:v/>
                </c:pt>
                <c:pt idx="91">
                  <c:v/>
                </c:pt>
                <c:pt idx="92">
                  <c:v/>
                </c:pt>
                <c:pt idx="93">
                  <c:v/>
                </c:pt>
                <c:pt idx="94">
                  <c:v/>
                </c:pt>
                <c:pt idx="95">
                  <c:v/>
                </c:pt>
                <c:pt idx="96">
                  <c:v/>
                </c:pt>
                <c:pt idx="97">
                  <c:v/>
                </c:pt>
                <c:pt idx="98">
                  <c:v/>
                </c:pt>
                <c:pt idx="99">
                  <c:v/>
                </c:pt>
                <c:pt idx="100">
                  <c:v/>
                </c:pt>
                <c:pt idx="101">
                  <c:v/>
                </c:pt>
                <c:pt idx="102">
                  <c:v/>
                </c:pt>
                <c:pt idx="103">
                  <c:v/>
                </c:pt>
                <c:pt idx="104">
                  <c:v/>
                </c:pt>
                <c:pt idx="105">
                  <c:v/>
                </c:pt>
                <c:pt idx="106">
                  <c:v/>
                </c:pt>
                <c:pt idx="107">
                  <c:v/>
                </c:pt>
                <c:pt idx="108">
                  <c:v/>
                </c:pt>
                <c:pt idx="109">
                  <c:v/>
                </c:pt>
                <c:pt idx="110">
                  <c:v/>
                </c:pt>
                <c:pt idx="111">
                  <c:v/>
                </c:pt>
                <c:pt idx="112">
                  <c:v/>
                </c:pt>
                <c:pt idx="113">
                  <c:v/>
                </c:pt>
                <c:pt idx="114">
                  <c:v/>
                </c:pt>
                <c:pt idx="115">
                  <c:v/>
                </c:pt>
                <c:pt idx="116">
                  <c:v/>
                </c:pt>
                <c:pt idx="117">
                  <c:v/>
                </c:pt>
                <c:pt idx="118">
                  <c:v/>
                </c:pt>
                <c:pt idx="119">
                  <c:v/>
                </c:pt>
                <c:pt idx="120">
                  <c:v/>
                </c:pt>
                <c:pt idx="121">
                  <c:v/>
                </c:pt>
                <c:pt idx="122">
                  <c:v/>
                </c:pt>
                <c:pt idx="123">
                  <c:v/>
                </c:pt>
                <c:pt idx="124">
                  <c:v/>
                </c:pt>
                <c:pt idx="125">
                  <c:v/>
                </c:pt>
                <c:pt idx="126">
                  <c:v/>
                </c:pt>
                <c:pt idx="127">
                  <c:v/>
                </c:pt>
                <c:pt idx="128">
                  <c:v>0.733</c:v>
                </c:pt>
                <c:pt idx="129">
                  <c:v>-0.624</c:v>
                </c:pt>
                <c:pt idx="130">
                  <c:v>-0.778</c:v>
                </c:pt>
                <c:pt idx="131">
                  <c:v>-0.428</c:v>
                </c:pt>
                <c:pt idx="132">
                  <c:v/>
                </c:pt>
                <c:pt idx="133">
                  <c:v/>
                </c:pt>
                <c:pt idx="134">
                  <c:v/>
                </c:pt>
                <c:pt idx="135">
                  <c:v/>
                </c:pt>
                <c:pt idx="136">
                  <c:v/>
                </c:pt>
                <c:pt idx="137">
                  <c:v/>
                </c:pt>
                <c:pt idx="138">
                  <c:v/>
                </c:pt>
                <c:pt idx="139">
                  <c:v/>
                </c:pt>
                <c:pt idx="140">
                  <c:v/>
                </c:pt>
                <c:pt idx="141">
                  <c:v/>
                </c:pt>
                <c:pt idx="142">
                  <c:v/>
                </c:pt>
                <c:pt idx="143">
                  <c:v/>
                </c:pt>
                <c:pt idx="144">
                  <c:v/>
                </c:pt>
                <c:pt idx="145">
                  <c:v/>
                </c:pt>
                <c:pt idx="146">
                  <c:v/>
                </c:pt>
                <c:pt idx="147">
                  <c:v/>
                </c:pt>
                <c:pt idx="148">
                  <c:v/>
                </c:pt>
                <c:pt idx="149">
                  <c:v/>
                </c:pt>
                <c:pt idx="150">
                  <c:v/>
                </c:pt>
                <c:pt idx="151">
                  <c:v/>
                </c:pt>
                <c:pt idx="152">
                  <c:v/>
                </c:pt>
                <c:pt idx="153">
                  <c:v/>
                </c:pt>
                <c:pt idx="154">
                  <c:v/>
                </c:pt>
                <c:pt idx="155">
                  <c:v/>
                </c:pt>
                <c:pt idx="156">
                  <c:v/>
                </c:pt>
                <c:pt idx="157">
                  <c:v/>
                </c:pt>
                <c:pt idx="158">
                  <c:v/>
                </c:pt>
                <c:pt idx="159">
                  <c:v/>
                </c:pt>
                <c:pt idx="160">
                  <c:v/>
                </c:pt>
                <c:pt idx="161">
                  <c:v/>
                </c:pt>
                <c:pt idx="162">
                  <c:v/>
                </c:pt>
                <c:pt idx="163">
                  <c:v/>
                </c:pt>
                <c:pt idx="164">
                  <c:v/>
                </c:pt>
                <c:pt idx="165">
                  <c:v/>
                </c:pt>
                <c:pt idx="166">
                  <c:v/>
                </c:pt>
                <c:pt idx="167">
                  <c:v/>
                </c:pt>
                <c:pt idx="168">
                  <c:v>0.981</c:v>
                </c:pt>
                <c:pt idx="169">
                  <c:v>-0.91</c:v>
                </c:pt>
                <c:pt idx="170">
                  <c:v>-0.99</c:v>
                </c:pt>
                <c:pt idx="171">
                  <c:v>-0.192</c:v>
                </c:pt>
                <c:pt idx="172">
                  <c:v>0.69</c:v>
                </c:pt>
                <c:pt idx="173">
                  <c:v>-0.567</c:v>
                </c:pt>
                <c:pt idx="174">
                  <c:v>-0.836</c:v>
                </c:pt>
                <c:pt idx="175">
                  <c:v>0.096</c:v>
                </c:pt>
                <c:pt idx="176">
                  <c:v>0.622</c:v>
                </c:pt>
                <c:pt idx="177">
                  <c:v>-0.145</c:v>
                </c:pt>
                <c:pt idx="178">
                  <c:v>-0.927</c:v>
                </c:pt>
                <c:pt idx="179">
                  <c:v>0.59</c:v>
                </c:pt>
                <c:pt idx="180">
                  <c:v>0.211</c:v>
                </c:pt>
                <c:pt idx="181">
                  <c:v>-0.103</c:v>
                </c:pt>
                <c:pt idx="182">
                  <c:v>-1.118</c:v>
                </c:pt>
                <c:pt idx="183">
                  <c:v>-0.099</c:v>
                </c:pt>
                <c:pt idx="184">
                  <c:v>0.727</c:v>
                </c:pt>
                <c:pt idx="185">
                  <c:v>-0.807</c:v>
                </c:pt>
                <c:pt idx="186">
                  <c:v>-0.886</c:v>
                </c:pt>
                <c:pt idx="187">
                  <c:v>0.022</c:v>
                </c:pt>
                <c:pt idx="188">
                  <c:v>0.439</c:v>
                </c:pt>
                <c:pt idx="189">
                  <c:v>-0.266</c:v>
                </c:pt>
                <c:pt idx="190">
                  <c:v>-0.876</c:v>
                </c:pt>
                <c:pt idx="191">
                  <c:v>0.145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Diseased</c:v>
                </c:pt>
              </c:strCache>
            </c:strRef>
          </c:tx>
          <c:spPr>
            <a:solidFill>
              <a:srgbClr val="D08A00"/>
            </a:solidFill>
            <a:ln>
              <a:noFill/>
            </a:ln>
            <a:effectLst/>
          </c:spPr>
          <c:marker>
            <c:symbol val="circle"/>
            <c:size val="6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xVal>
            <c:numRef>
              <c:f>Sheet1!$A$2:$A$193</c:f>
              <c:numCache>
                <c:formatCode>General</c:formatCode>
                <c:ptCount val="192"/>
                <c:pt idx="0">
                  <c:v>0.506</c:v>
                </c:pt>
                <c:pt idx="1">
                  <c:v>1.012</c:v>
                </c:pt>
                <c:pt idx="2">
                  <c:v>-1.381</c:v>
                </c:pt>
                <c:pt idx="3">
                  <c:v>0.688</c:v>
                </c:pt>
                <c:pt idx="4">
                  <c:v>0.041</c:v>
                </c:pt>
                <c:pt idx="5">
                  <c:v>1.763</c:v>
                </c:pt>
                <c:pt idx="6">
                  <c:v>-1.448</c:v>
                </c:pt>
                <c:pt idx="7">
                  <c:v>0.545</c:v>
                </c:pt>
                <c:pt idx="8">
                  <c:v>0.267</c:v>
                </c:pt>
                <c:pt idx="9">
                  <c:v>1.655</c:v>
                </c:pt>
                <c:pt idx="10">
                  <c:v>-0.876</c:v>
                </c:pt>
                <c:pt idx="11">
                  <c:v>0.32</c:v>
                </c:pt>
                <c:pt idx="12">
                  <c:v>0.18</c:v>
                </c:pt>
                <c:pt idx="13">
                  <c:v>1.101</c:v>
                </c:pt>
                <c:pt idx="14">
                  <c:v>-1.586</c:v>
                </c:pt>
                <c:pt idx="15">
                  <c:v>0.53</c:v>
                </c:pt>
                <c:pt idx="16">
                  <c:v>-0.104</c:v>
                </c:pt>
                <c:pt idx="17">
                  <c:v>0.899</c:v>
                </c:pt>
                <c:pt idx="18">
                  <c:v>-1.4</c:v>
                </c:pt>
                <c:pt idx="19">
                  <c:v>0.299</c:v>
                </c:pt>
                <c:pt idx="20">
                  <c:v>0.066</c:v>
                </c:pt>
                <c:pt idx="21">
                  <c:v>1.407</c:v>
                </c:pt>
                <c:pt idx="22">
                  <c:v>-1.643</c:v>
                </c:pt>
                <c:pt idx="23">
                  <c:v>0.877</c:v>
                </c:pt>
                <c:pt idx="24">
                  <c:v>0.528</c:v>
                </c:pt>
                <c:pt idx="25">
                  <c:v>1.021</c:v>
                </c:pt>
                <c:pt idx="26">
                  <c:v>-1.467</c:v>
                </c:pt>
                <c:pt idx="27">
                  <c:v>0.676</c:v>
                </c:pt>
                <c:pt idx="28">
                  <c:v>0.255</c:v>
                </c:pt>
                <c:pt idx="29">
                  <c:v>1.723</c:v>
                </c:pt>
                <c:pt idx="30">
                  <c:v>-1.383</c:v>
                </c:pt>
                <c:pt idx="31">
                  <c:v>0.814</c:v>
                </c:pt>
                <c:pt idx="32">
                  <c:v>-0.021</c:v>
                </c:pt>
                <c:pt idx="33">
                  <c:v>1.312</c:v>
                </c:pt>
                <c:pt idx="34">
                  <c:v>-1.443</c:v>
                </c:pt>
                <c:pt idx="35">
                  <c:v>0.84</c:v>
                </c:pt>
                <c:pt idx="36">
                  <c:v>-0.321</c:v>
                </c:pt>
                <c:pt idx="37">
                  <c:v>1.683</c:v>
                </c:pt>
                <c:pt idx="38">
                  <c:v>-1.78</c:v>
                </c:pt>
                <c:pt idx="39">
                  <c:v>0.954</c:v>
                </c:pt>
                <c:pt idx="40">
                  <c:v>0.399</c:v>
                </c:pt>
                <c:pt idx="41">
                  <c:v>1.705</c:v>
                </c:pt>
                <c:pt idx="42">
                  <c:v>-0.874</c:v>
                </c:pt>
                <c:pt idx="43">
                  <c:v>0.91</c:v>
                </c:pt>
                <c:pt idx="44">
                  <c:v>0.453</c:v>
                </c:pt>
                <c:pt idx="45">
                  <c:v>1.45</c:v>
                </c:pt>
                <c:pt idx="46">
                  <c:v>-1.376</c:v>
                </c:pt>
                <c:pt idx="47">
                  <c:v>1.382</c:v>
                </c:pt>
                <c:pt idx="48">
                  <c:v>0.197</c:v>
                </c:pt>
                <c:pt idx="49">
                  <c:v>2.032</c:v>
                </c:pt>
                <c:pt idx="50">
                  <c:v>-1.643</c:v>
                </c:pt>
                <c:pt idx="51">
                  <c:v>1.172</c:v>
                </c:pt>
                <c:pt idx="52">
                  <c:v>-0.209</c:v>
                </c:pt>
                <c:pt idx="53">
                  <c:v>2.088</c:v>
                </c:pt>
                <c:pt idx="54">
                  <c:v>-1.595</c:v>
                </c:pt>
                <c:pt idx="55">
                  <c:v>0.88</c:v>
                </c:pt>
                <c:pt idx="56">
                  <c:v>0.501</c:v>
                </c:pt>
                <c:pt idx="57">
                  <c:v>1.098</c:v>
                </c:pt>
                <c:pt idx="58">
                  <c:v>-2.077</c:v>
                </c:pt>
                <c:pt idx="59">
                  <c:v>1.155</c:v>
                </c:pt>
                <c:pt idx="60">
                  <c:v>0.255</c:v>
                </c:pt>
                <c:pt idx="61">
                  <c:v>0.475</c:v>
                </c:pt>
                <c:pt idx="62">
                  <c:v>-2.093</c:v>
                </c:pt>
                <c:pt idx="63">
                  <c:v>0.899</c:v>
                </c:pt>
                <c:pt idx="64">
                  <c:v>0.188</c:v>
                </c:pt>
                <c:pt idx="65">
                  <c:v>1.159</c:v>
                </c:pt>
                <c:pt idx="66">
                  <c:v>-1.818</c:v>
                </c:pt>
                <c:pt idx="67">
                  <c:v>0.424</c:v>
                </c:pt>
                <c:pt idx="68">
                  <c:v>0.027</c:v>
                </c:pt>
                <c:pt idx="69">
                  <c:v>1.02</c:v>
                </c:pt>
                <c:pt idx="70">
                  <c:v>-1.636</c:v>
                </c:pt>
                <c:pt idx="71">
                  <c:v>0.74</c:v>
                </c:pt>
                <c:pt idx="72">
                  <c:v>0.195</c:v>
                </c:pt>
                <c:pt idx="73">
                  <c:v>1.633</c:v>
                </c:pt>
                <c:pt idx="74">
                  <c:v>-1.819</c:v>
                </c:pt>
                <c:pt idx="75">
                  <c:v>0.745</c:v>
                </c:pt>
                <c:pt idx="76">
                  <c:v>0.394</c:v>
                </c:pt>
                <c:pt idx="77">
                  <c:v>1.184</c:v>
                </c:pt>
                <c:pt idx="78">
                  <c:v>-1.638</c:v>
                </c:pt>
                <c:pt idx="79">
                  <c:v>0.71</c:v>
                </c:pt>
                <c:pt idx="80">
                  <c:v>0.269</c:v>
                </c:pt>
                <c:pt idx="81">
                  <c:v>1.401</c:v>
                </c:pt>
                <c:pt idx="82">
                  <c:v>-1.498</c:v>
                </c:pt>
                <c:pt idx="83">
                  <c:v>1.046</c:v>
                </c:pt>
                <c:pt idx="84">
                  <c:v>0.294</c:v>
                </c:pt>
                <c:pt idx="85">
                  <c:v>1.406</c:v>
                </c:pt>
                <c:pt idx="86">
                  <c:v>-1.026</c:v>
                </c:pt>
                <c:pt idx="87">
                  <c:v>0.291</c:v>
                </c:pt>
                <c:pt idx="88">
                  <c:v>0.35</c:v>
                </c:pt>
                <c:pt idx="89">
                  <c:v>1.131</c:v>
                </c:pt>
                <c:pt idx="90">
                  <c:v>-1.908</c:v>
                </c:pt>
                <c:pt idx="91">
                  <c:v>0.859</c:v>
                </c:pt>
                <c:pt idx="92">
                  <c:v>-0.558</c:v>
                </c:pt>
                <c:pt idx="93">
                  <c:v>1.406</c:v>
                </c:pt>
                <c:pt idx="94">
                  <c:v>-1.963</c:v>
                </c:pt>
                <c:pt idx="95">
                  <c:v>0.35</c:v>
                </c:pt>
                <c:pt idx="96">
                  <c:v>0.169</c:v>
                </c:pt>
                <c:pt idx="97">
                  <c:v>1.339</c:v>
                </c:pt>
                <c:pt idx="98">
                  <c:v>-1.635</c:v>
                </c:pt>
                <c:pt idx="99">
                  <c:v>0.861</c:v>
                </c:pt>
                <c:pt idx="100">
                  <c:v>0.342</c:v>
                </c:pt>
                <c:pt idx="101">
                  <c:v>1.204</c:v>
                </c:pt>
                <c:pt idx="102">
                  <c:v>-1.245</c:v>
                </c:pt>
                <c:pt idx="103">
                  <c:v>1.079</c:v>
                </c:pt>
                <c:pt idx="104">
                  <c:v>0.046</c:v>
                </c:pt>
                <c:pt idx="105">
                  <c:v>0.42</c:v>
                </c:pt>
                <c:pt idx="106">
                  <c:v>-2.067</c:v>
                </c:pt>
                <c:pt idx="107">
                  <c:v>0.42</c:v>
                </c:pt>
                <c:pt idx="108">
                  <c:v>0.053</c:v>
                </c:pt>
                <c:pt idx="109">
                  <c:v>1.402</c:v>
                </c:pt>
                <c:pt idx="110">
                  <c:v>-1.901</c:v>
                </c:pt>
                <c:pt idx="111">
                  <c:v>0.909</c:v>
                </c:pt>
                <c:pt idx="112">
                  <c:v>-0.047</c:v>
                </c:pt>
                <c:pt idx="113">
                  <c:v>1.386</c:v>
                </c:pt>
                <c:pt idx="114">
                  <c:v>-1.803</c:v>
                </c:pt>
                <c:pt idx="115">
                  <c:v>1.037</c:v>
                </c:pt>
                <c:pt idx="116">
                  <c:v>0.193</c:v>
                </c:pt>
                <c:pt idx="117">
                  <c:v>0.935</c:v>
                </c:pt>
                <c:pt idx="118">
                  <c:v>-1.492</c:v>
                </c:pt>
                <c:pt idx="119">
                  <c:v>0.797</c:v>
                </c:pt>
                <c:pt idx="120">
                  <c:v>0.634</c:v>
                </c:pt>
                <c:pt idx="121">
                  <c:v>1.101</c:v>
                </c:pt>
                <c:pt idx="122">
                  <c:v>-2.206</c:v>
                </c:pt>
                <c:pt idx="123">
                  <c:v>1.02</c:v>
                </c:pt>
                <c:pt idx="124">
                  <c:v>0.393</c:v>
                </c:pt>
                <c:pt idx="125">
                  <c:v>1.558</c:v>
                </c:pt>
                <c:pt idx="126">
                  <c:v>-1.618</c:v>
                </c:pt>
                <c:pt idx="127">
                  <c:v>0.883</c:v>
                </c:pt>
                <c:pt idx="128">
                  <c:v>0.361</c:v>
                </c:pt>
                <c:pt idx="129">
                  <c:v>1.566</c:v>
                </c:pt>
                <c:pt idx="130">
                  <c:v>-1.385</c:v>
                </c:pt>
                <c:pt idx="131">
                  <c:v>1.218</c:v>
                </c:pt>
                <c:pt idx="132">
                  <c:v>0.55</c:v>
                </c:pt>
                <c:pt idx="133">
                  <c:v>1.326</c:v>
                </c:pt>
                <c:pt idx="134">
                  <c:v>-1.621</c:v>
                </c:pt>
                <c:pt idx="135">
                  <c:v>1.036</c:v>
                </c:pt>
                <c:pt idx="136">
                  <c:v>0.096</c:v>
                </c:pt>
                <c:pt idx="137">
                  <c:v>0.617</c:v>
                </c:pt>
                <c:pt idx="138">
                  <c:v>-1.469</c:v>
                </c:pt>
                <c:pt idx="139">
                  <c:v>0.728</c:v>
                </c:pt>
                <c:pt idx="140">
                  <c:v>0.299</c:v>
                </c:pt>
                <c:pt idx="141">
                  <c:v>0.738</c:v>
                </c:pt>
                <c:pt idx="142">
                  <c:v>-1.515</c:v>
                </c:pt>
                <c:pt idx="143">
                  <c:v>0.855</c:v>
                </c:pt>
                <c:pt idx="144">
                  <c:v>0.157</c:v>
                </c:pt>
                <c:pt idx="145">
                  <c:v>1.19</c:v>
                </c:pt>
                <c:pt idx="146">
                  <c:v>-2.142</c:v>
                </c:pt>
                <c:pt idx="147">
                  <c:v>0.688</c:v>
                </c:pt>
                <c:pt idx="148">
                  <c:v>1.059</c:v>
                </c:pt>
                <c:pt idx="149">
                  <c:v>1.353</c:v>
                </c:pt>
                <c:pt idx="150">
                  <c:v>-1.291</c:v>
                </c:pt>
                <c:pt idx="151">
                  <c:v>1.08</c:v>
                </c:pt>
                <c:pt idx="152">
                  <c:v>1.01</c:v>
                </c:pt>
                <c:pt idx="153">
                  <c:v>1.335</c:v>
                </c:pt>
                <c:pt idx="154">
                  <c:v>-1.376</c:v>
                </c:pt>
                <c:pt idx="155">
                  <c:v>0.836</c:v>
                </c:pt>
                <c:pt idx="156">
                  <c:v>0.481</c:v>
                </c:pt>
                <c:pt idx="157">
                  <c:v>0.878</c:v>
                </c:pt>
                <c:pt idx="158">
                  <c:v>-1.73</c:v>
                </c:pt>
                <c:pt idx="159">
                  <c:v>0.47</c:v>
                </c:pt>
                <c:pt idx="160">
                  <c:v>0.484</c:v>
                </c:pt>
                <c:pt idx="161">
                  <c:v>1.459</c:v>
                </c:pt>
                <c:pt idx="162">
                  <c:v>-1.412</c:v>
                </c:pt>
                <c:pt idx="163">
                  <c:v>0.928</c:v>
                </c:pt>
                <c:pt idx="164">
                  <c:v>0.729</c:v>
                </c:pt>
                <c:pt idx="165">
                  <c:v>1.006</c:v>
                </c:pt>
                <c:pt idx="166">
                  <c:v>-1.497</c:v>
                </c:pt>
                <c:pt idx="167">
                  <c:v>1.205</c:v>
                </c:pt>
                <c:pt idx="168">
                  <c:v>-0.056</c:v>
                </c:pt>
                <c:pt idx="169">
                  <c:v>1.775</c:v>
                </c:pt>
                <c:pt idx="170">
                  <c:v>-1.059</c:v>
                </c:pt>
                <c:pt idx="171">
                  <c:v>0.979</c:v>
                </c:pt>
                <c:pt idx="172">
                  <c:v>0.569</c:v>
                </c:pt>
                <c:pt idx="173">
                  <c:v>1.699</c:v>
                </c:pt>
                <c:pt idx="174">
                  <c:v>-1.221</c:v>
                </c:pt>
                <c:pt idx="175">
                  <c:v>0.758</c:v>
                </c:pt>
                <c:pt idx="176">
                  <c:v>0.179</c:v>
                </c:pt>
                <c:pt idx="177">
                  <c:v>0.749</c:v>
                </c:pt>
                <c:pt idx="178">
                  <c:v>-1.144</c:v>
                </c:pt>
                <c:pt idx="179">
                  <c:v>0.252</c:v>
                </c:pt>
                <c:pt idx="180">
                  <c:v>0.944</c:v>
                </c:pt>
                <c:pt idx="181">
                  <c:v>1.099</c:v>
                </c:pt>
                <c:pt idx="182">
                  <c:v>-0.936</c:v>
                </c:pt>
                <c:pt idx="183">
                  <c:v>0.65</c:v>
                </c:pt>
                <c:pt idx="184">
                  <c:v>0.136</c:v>
                </c:pt>
                <c:pt idx="185">
                  <c:v>1.745</c:v>
                </c:pt>
                <c:pt idx="186">
                  <c:v>-1.307</c:v>
                </c:pt>
                <c:pt idx="187">
                  <c:v>0.774</c:v>
                </c:pt>
                <c:pt idx="188">
                  <c:v>0.533</c:v>
                </c:pt>
                <c:pt idx="189">
                  <c:v>1.185</c:v>
                </c:pt>
                <c:pt idx="190">
                  <c:v>-1.292</c:v>
                </c:pt>
                <c:pt idx="191">
                  <c:v>0.669</c:v>
                </c:pt>
              </c:numCache>
            </c:numRef>
          </c:xVal>
          <c:yVal>
            <c:numRef>
              <c:f>Sheet1!$C$2:$C$193</c:f>
              <c:numCache>
                <c:formatCode>General</c:formatCode>
                <c:ptCount val="19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1.169</c:v>
                </c:pt>
                <c:pt idx="13">
                  <c:v>-0.163</c:v>
                </c:pt>
                <c:pt idx="14">
                  <c:v>-0.74</c:v>
                </c:pt>
                <c:pt idx="15">
                  <c:v>0.205</c:v>
                </c:pt>
                <c:pt idx="16">
                  <c:v>1</c:v>
                </c:pt>
                <c:pt idx="17">
                  <c:v>-0.046</c:v>
                </c:pt>
                <c:pt idx="18">
                  <c:v>-1.11</c:v>
                </c:pt>
                <c:pt idx="19">
                  <c:v>0.397</c:v>
                </c:pt>
                <c:pt idx="20">
                  <c:v>0.829</c:v>
                </c:pt>
                <c:pt idx="21">
                  <c:v>-0.583</c:v>
                </c:pt>
                <c:pt idx="22">
                  <c:v>-0.739</c:v>
                </c:pt>
                <c:pt idx="23">
                  <c:v>0.211</c:v>
                </c:pt>
                <c:pt idx="24">
                  <c:v>0.639</c:v>
                </c:pt>
                <c:pt idx="25">
                  <c:v>-0.326</c:v>
                </c:pt>
                <c:pt idx="26">
                  <c:v>-0.921</c:v>
                </c:pt>
                <c:pt idx="27">
                  <c:v>0.087</c:v>
                </c:pt>
                <c:pt idx="28">
                  <c:v>0.984</c:v>
                </c:pt>
                <c:pt idx="29">
                  <c:v>-0.648</c:v>
                </c:pt>
                <c:pt idx="30">
                  <c:v>-1.046</c:v>
                </c:pt>
                <c:pt idx="31">
                  <c:v>-0.164</c:v>
                </c:pt>
                <c:pt idx="32">
                  <c:v>0.905</c:v>
                </c:pt>
                <c:pt idx="33">
                  <c:v>-0.406</c:v>
                </c:pt>
                <c:pt idx="34">
                  <c:v>-0.962</c:v>
                </c:pt>
                <c:pt idx="35">
                  <c:v>-0.228</c:v>
                </c:pt>
                <c:pt idx="36">
                  <c:v>1.758</c:v>
                </c:pt>
                <c:pt idx="37">
                  <c:v>-0.641</c:v>
                </c:pt>
                <c:pt idx="38">
                  <c:v>-0.627</c:v>
                </c:pt>
                <c:pt idx="39">
                  <c:v>-0.215</c:v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>0.306</c:v>
                </c:pt>
                <c:pt idx="45">
                  <c:v>-0.722</c:v>
                </c:pt>
                <c:pt idx="46">
                  <c:v>-0.916</c:v>
                </c:pt>
                <c:pt idx="47">
                  <c:v>-0.798</c:v>
                </c:pt>
                <c:pt idx="48">
                  <c:v>0.575</c:v>
                </c:pt>
                <c:pt idx="49">
                  <c:v>-1.056</c:v>
                </c:pt>
                <c:pt idx="50">
                  <c:v>-0.827</c:v>
                </c:pt>
                <c:pt idx="51">
                  <c:v>-0.728</c:v>
                </c:pt>
                <c:pt idx="52">
                  <c:v>1.541</c:v>
                </c:pt>
                <c:pt idx="53">
                  <c:v>-0.886</c:v>
                </c:pt>
                <c:pt idx="54">
                  <c:v>-0.705</c:v>
                </c:pt>
                <c:pt idx="55">
                  <c:v>-0.238</c:v>
                </c:pt>
                <c:pt idx="56">
                  <c:v>0.721</c:v>
                </c:pt>
                <c:pt idx="57">
                  <c:v>-0.165</c:v>
                </c:pt>
                <c:pt idx="58">
                  <c:v>-0.316</c:v>
                </c:pt>
                <c:pt idx="59">
                  <c:v>-0.531</c:v>
                </c:pt>
                <c:pt idx="60">
                  <c:v>1.55</c:v>
                </c:pt>
                <c:pt idx="61">
                  <c:v>0.452</c:v>
                </c:pt>
                <c:pt idx="62">
                  <c:v>-0.483</c:v>
                </c:pt>
                <c:pt idx="63">
                  <c:v>0.047</c:v>
                </c:pt>
                <c:pt idx="64">
                  <c:v>1.16</c:v>
                </c:pt>
                <c:pt idx="65">
                  <c:v>-0.373</c:v>
                </c:pt>
                <c:pt idx="66">
                  <c:v>-0.568</c:v>
                </c:pt>
                <c:pt idx="67">
                  <c:v>0.083</c:v>
                </c:pt>
                <c:pt idx="68">
                  <c:v>1.21</c:v>
                </c:pt>
                <c:pt idx="69">
                  <c:v>-0.069</c:v>
                </c:pt>
                <c:pt idx="70">
                  <c:v>-0.747</c:v>
                </c:pt>
                <c:pt idx="71">
                  <c:v>-0.177</c:v>
                </c:pt>
                <c:pt idx="72">
                  <c:v>1.078</c:v>
                </c:pt>
                <c:pt idx="73">
                  <c:v>-0.681</c:v>
                </c:pt>
                <c:pt idx="74">
                  <c:v>-0.598</c:v>
                </c:pt>
                <c:pt idx="75">
                  <c:v>-0.056</c:v>
                </c:pt>
                <c:pt idx="76">
                  <c:v>0.863</c:v>
                </c:pt>
                <c:pt idx="77">
                  <c:v>-0.258</c:v>
                </c:pt>
                <c:pt idx="78">
                  <c:v>-1.012</c:v>
                </c:pt>
                <c:pt idx="79">
                  <c:v>-0.026</c:v>
                </c:pt>
                <c:pt idx="80">
                  <c:v>0.698</c:v>
                </c:pt>
                <c:pt idx="81">
                  <c:v>-0.579</c:v>
                </c:pt>
                <c:pt idx="82">
                  <c:v>-0.794</c:v>
                </c:pt>
                <c:pt idx="83">
                  <c:v>-0.398</c:v>
                </c:pt>
                <c:pt idx="84">
                  <c:v/>
                </c:pt>
                <c:pt idx="85">
                  <c:v/>
                </c:pt>
                <c:pt idx="86">
                  <c:v/>
                </c:pt>
                <c:pt idx="87">
                  <c:v/>
                </c:pt>
                <c:pt idx="88">
                  <c:v>1.156</c:v>
                </c:pt>
                <c:pt idx="89">
                  <c:v>-0.085</c:v>
                </c:pt>
                <c:pt idx="90">
                  <c:v>-0.418</c:v>
                </c:pt>
                <c:pt idx="91">
                  <c:v>0.01</c:v>
                </c:pt>
                <c:pt idx="92">
                  <c:v>2.068</c:v>
                </c:pt>
                <c:pt idx="93">
                  <c:v>-0.272</c:v>
                </c:pt>
                <c:pt idx="94">
                  <c:v>-0.577</c:v>
                </c:pt>
                <c:pt idx="95">
                  <c:v>0.238</c:v>
                </c:pt>
                <c:pt idx="96">
                  <c:v>1.074</c:v>
                </c:pt>
                <c:pt idx="97">
                  <c:v>-0.352</c:v>
                </c:pt>
                <c:pt idx="98">
                  <c:v>-0.792</c:v>
                </c:pt>
                <c:pt idx="99">
                  <c:v>-0.226</c:v>
                </c:pt>
                <c:pt idx="100">
                  <c:v>0.856</c:v>
                </c:pt>
                <c:pt idx="101">
                  <c:v>-0.24</c:v>
                </c:pt>
                <c:pt idx="102">
                  <c:v>-1.076</c:v>
                </c:pt>
                <c:pt idx="103">
                  <c:v>-0.262</c:v>
                </c:pt>
                <c:pt idx="104">
                  <c:v>1.772</c:v>
                </c:pt>
                <c:pt idx="105">
                  <c:v>0.499</c:v>
                </c:pt>
                <c:pt idx="106">
                  <c:v>-0.675</c:v>
                </c:pt>
                <c:pt idx="107">
                  <c:v>0.578</c:v>
                </c:pt>
                <c:pt idx="108">
                  <c:v>1.635</c:v>
                </c:pt>
                <c:pt idx="109">
                  <c:v>-0.18</c:v>
                </c:pt>
                <c:pt idx="110">
                  <c:v>-0.545</c:v>
                </c:pt>
                <c:pt idx="111">
                  <c:v>0.133</c:v>
                </c:pt>
                <c:pt idx="112">
                  <c:v>1.171</c:v>
                </c:pt>
                <c:pt idx="113">
                  <c:v>-0.517</c:v>
                </c:pt>
                <c:pt idx="114">
                  <c:v>-0.515</c:v>
                </c:pt>
                <c:pt idx="115">
                  <c:v>0.015</c:v>
                </c:pt>
                <c:pt idx="116">
                  <c:v>0.979</c:v>
                </c:pt>
                <c:pt idx="117">
                  <c:v>0.029</c:v>
                </c:pt>
                <c:pt idx="118">
                  <c:v>-0.862</c:v>
                </c:pt>
                <c:pt idx="119">
                  <c:v>0.012</c:v>
                </c:pt>
                <c:pt idx="120">
                  <c:v>1.976</c:v>
                </c:pt>
                <c:pt idx="121">
                  <c:v>-0.178</c:v>
                </c:pt>
                <c:pt idx="122">
                  <c:v>-0.523</c:v>
                </c:pt>
                <c:pt idx="123">
                  <c:v>-0.053</c:v>
                </c:pt>
                <c:pt idx="124">
                  <c:v>1.608</c:v>
                </c:pt>
                <c:pt idx="125">
                  <c:v>-0.464</c:v>
                </c:pt>
                <c:pt idx="126">
                  <c:v>-0.757</c:v>
                </c:pt>
                <c:pt idx="127">
                  <c:v>-0.093</c:v>
                </c:pt>
                <c:pt idx="128">
                  <c:v/>
                </c:pt>
                <c:pt idx="129">
                  <c:v/>
                </c:pt>
                <c:pt idx="130">
                  <c:v/>
                </c:pt>
                <c:pt idx="131">
                  <c:v/>
                </c:pt>
                <c:pt idx="132">
                  <c:v>1.833</c:v>
                </c:pt>
                <c:pt idx="133">
                  <c:v>0.029</c:v>
                </c:pt>
                <c:pt idx="134">
                  <c:v>-0.625</c:v>
                </c:pt>
                <c:pt idx="135">
                  <c:v>0.188</c:v>
                </c:pt>
                <c:pt idx="136">
                  <c:v>1.564</c:v>
                </c:pt>
                <c:pt idx="137">
                  <c:v>0.39</c:v>
                </c:pt>
                <c:pt idx="138">
                  <c:v>-0.81</c:v>
                </c:pt>
                <c:pt idx="139">
                  <c:v>0.54</c:v>
                </c:pt>
                <c:pt idx="140">
                  <c:v>1.477</c:v>
                </c:pt>
                <c:pt idx="141">
                  <c:v>0.284</c:v>
                </c:pt>
                <c:pt idx="142">
                  <c:v>-0.627</c:v>
                </c:pt>
                <c:pt idx="143">
                  <c:v>0.544</c:v>
                </c:pt>
                <c:pt idx="144">
                  <c:v>1.221</c:v>
                </c:pt>
                <c:pt idx="145">
                  <c:v>-0.058</c:v>
                </c:pt>
                <c:pt idx="146">
                  <c:v>-0.331</c:v>
                </c:pt>
                <c:pt idx="147">
                  <c:v>0.228</c:v>
                </c:pt>
                <c:pt idx="148">
                  <c:v>0.233</c:v>
                </c:pt>
                <c:pt idx="149">
                  <c:v>-0.371</c:v>
                </c:pt>
                <c:pt idx="150">
                  <c:v>-1.026</c:v>
                </c:pt>
                <c:pt idx="151">
                  <c:v>-0.057</c:v>
                </c:pt>
                <c:pt idx="152">
                  <c:v>1.103</c:v>
                </c:pt>
                <c:pt idx="153">
                  <c:v>-0.06</c:v>
                </c:pt>
                <c:pt idx="154">
                  <c:v>-1.047</c:v>
                </c:pt>
                <c:pt idx="155">
                  <c:v>0.377</c:v>
                </c:pt>
                <c:pt idx="156">
                  <c:v>0.874</c:v>
                </c:pt>
                <c:pt idx="157">
                  <c:v>0.008</c:v>
                </c:pt>
                <c:pt idx="158">
                  <c:v>-0.769</c:v>
                </c:pt>
                <c:pt idx="159">
                  <c:v>0.572</c:v>
                </c:pt>
                <c:pt idx="160">
                  <c:v>0.673</c:v>
                </c:pt>
                <c:pt idx="161">
                  <c:v>-0.366</c:v>
                </c:pt>
                <c:pt idx="162">
                  <c:v>-0.918</c:v>
                </c:pt>
                <c:pt idx="163">
                  <c:v>0.365</c:v>
                </c:pt>
                <c:pt idx="164">
                  <c:v>0.263</c:v>
                </c:pt>
                <c:pt idx="165">
                  <c:v>0.103</c:v>
                </c:pt>
                <c:pt idx="166">
                  <c:v>-0.718</c:v>
                </c:pt>
                <c:pt idx="167">
                  <c:v>-0.276</c:v>
                </c:pt>
                <c:pt idx="168">
                  <c:v/>
                </c:pt>
                <c:pt idx="169">
                  <c:v/>
                </c:pt>
                <c:pt idx="170">
                  <c:v/>
                </c:pt>
                <c:pt idx="171">
                  <c:v/>
                </c:pt>
                <c:pt idx="172">
                  <c:v/>
                </c:pt>
                <c:pt idx="173">
                  <c:v/>
                </c:pt>
                <c:pt idx="174">
                  <c:v/>
                </c:pt>
                <c:pt idx="175">
                  <c:v/>
                </c:pt>
                <c:pt idx="176">
                  <c:v/>
                </c:pt>
                <c:pt idx="177">
                  <c:v/>
                </c:pt>
                <c:pt idx="178">
                  <c:v/>
                </c:pt>
                <c:pt idx="179">
                  <c:v/>
                </c:pt>
                <c:pt idx="180">
                  <c:v/>
                </c:pt>
                <c:pt idx="181">
                  <c:v/>
                </c:pt>
                <c:pt idx="182">
                  <c:v/>
                </c:pt>
                <c:pt idx="183">
                  <c:v/>
                </c:pt>
                <c:pt idx="184">
                  <c:v/>
                </c:pt>
                <c:pt idx="185">
                  <c:v/>
                </c:pt>
                <c:pt idx="186">
                  <c:v/>
                </c:pt>
                <c:pt idx="187">
                  <c:v/>
                </c:pt>
                <c:pt idx="188">
                  <c:v/>
                </c:pt>
                <c:pt idx="189">
                  <c:v/>
                </c:pt>
                <c:pt idx="190">
                  <c:v/>
                </c:pt>
                <c:pt idx="191">
                  <c:v/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PC1 (55.8%)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PC2 (30.2%)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PCA by date (plot-date means)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 Feb</c:v>
                </c:pt>
              </c:strCache>
            </c:strRef>
          </c:tx>
          <c:spPr>
            <a:solidFill>
              <a:srgbClr val="2A6FB0"/>
            </a:solidFill>
            <a:ln>
              <a:noFill/>
            </a:ln>
            <a:effectLst/>
          </c:spPr>
          <c:marker>
            <c:symbol val="circle"/>
            <c:size val="6"/>
            <c:spPr>
              <a:solidFill>
                <a:srgbClr val="2A6FB0"/>
              </a:solidFill>
              <a:ln w="9525" cap="flat">
                <a:solidFill>
                  <a:srgbClr val="2A6FB0"/>
                </a:solidFill>
                <a:prstDash val="solid"/>
                <a:round/>
              </a:ln>
              <a:effectLst/>
            </c:spPr>
          </c:marker>
          <c:xVal>
            <c:numRef>
              <c:f>Sheet1!$A$2:$A$193</c:f>
              <c:numCache>
                <c:formatCode>General</c:formatCode>
                <c:ptCount val="192"/>
                <c:pt idx="0">
                  <c:v>0.506</c:v>
                </c:pt>
                <c:pt idx="1">
                  <c:v>1.012</c:v>
                </c:pt>
                <c:pt idx="2">
                  <c:v>-1.381</c:v>
                </c:pt>
                <c:pt idx="3">
                  <c:v>0.688</c:v>
                </c:pt>
                <c:pt idx="4">
                  <c:v>0.041</c:v>
                </c:pt>
                <c:pt idx="5">
                  <c:v>1.763</c:v>
                </c:pt>
                <c:pt idx="6">
                  <c:v>-1.448</c:v>
                </c:pt>
                <c:pt idx="7">
                  <c:v>0.545</c:v>
                </c:pt>
                <c:pt idx="8">
                  <c:v>0.267</c:v>
                </c:pt>
                <c:pt idx="9">
                  <c:v>1.655</c:v>
                </c:pt>
                <c:pt idx="10">
                  <c:v>-0.876</c:v>
                </c:pt>
                <c:pt idx="11">
                  <c:v>0.32</c:v>
                </c:pt>
                <c:pt idx="12">
                  <c:v>0.18</c:v>
                </c:pt>
                <c:pt idx="13">
                  <c:v>1.101</c:v>
                </c:pt>
                <c:pt idx="14">
                  <c:v>-1.586</c:v>
                </c:pt>
                <c:pt idx="15">
                  <c:v>0.53</c:v>
                </c:pt>
                <c:pt idx="16">
                  <c:v>-0.104</c:v>
                </c:pt>
                <c:pt idx="17">
                  <c:v>0.899</c:v>
                </c:pt>
                <c:pt idx="18">
                  <c:v>-1.4</c:v>
                </c:pt>
                <c:pt idx="19">
                  <c:v>0.299</c:v>
                </c:pt>
                <c:pt idx="20">
                  <c:v>0.066</c:v>
                </c:pt>
                <c:pt idx="21">
                  <c:v>1.407</c:v>
                </c:pt>
                <c:pt idx="22">
                  <c:v>-1.643</c:v>
                </c:pt>
                <c:pt idx="23">
                  <c:v>0.877</c:v>
                </c:pt>
                <c:pt idx="24">
                  <c:v>0.528</c:v>
                </c:pt>
                <c:pt idx="25">
                  <c:v>1.021</c:v>
                </c:pt>
                <c:pt idx="26">
                  <c:v>-1.467</c:v>
                </c:pt>
                <c:pt idx="27">
                  <c:v>0.676</c:v>
                </c:pt>
                <c:pt idx="28">
                  <c:v>0.255</c:v>
                </c:pt>
                <c:pt idx="29">
                  <c:v>1.723</c:v>
                </c:pt>
                <c:pt idx="30">
                  <c:v>-1.383</c:v>
                </c:pt>
                <c:pt idx="31">
                  <c:v>0.814</c:v>
                </c:pt>
                <c:pt idx="32">
                  <c:v>-0.021</c:v>
                </c:pt>
                <c:pt idx="33">
                  <c:v>1.312</c:v>
                </c:pt>
                <c:pt idx="34">
                  <c:v>-1.443</c:v>
                </c:pt>
                <c:pt idx="35">
                  <c:v>0.84</c:v>
                </c:pt>
                <c:pt idx="36">
                  <c:v>-0.321</c:v>
                </c:pt>
                <c:pt idx="37">
                  <c:v>1.683</c:v>
                </c:pt>
                <c:pt idx="38">
                  <c:v>-1.78</c:v>
                </c:pt>
                <c:pt idx="39">
                  <c:v>0.954</c:v>
                </c:pt>
                <c:pt idx="40">
                  <c:v>0.399</c:v>
                </c:pt>
                <c:pt idx="41">
                  <c:v>1.705</c:v>
                </c:pt>
                <c:pt idx="42">
                  <c:v>-0.874</c:v>
                </c:pt>
                <c:pt idx="43">
                  <c:v>0.91</c:v>
                </c:pt>
                <c:pt idx="44">
                  <c:v>0.453</c:v>
                </c:pt>
                <c:pt idx="45">
                  <c:v>1.45</c:v>
                </c:pt>
                <c:pt idx="46">
                  <c:v>-1.376</c:v>
                </c:pt>
                <c:pt idx="47">
                  <c:v>1.382</c:v>
                </c:pt>
                <c:pt idx="48">
                  <c:v>0.197</c:v>
                </c:pt>
                <c:pt idx="49">
                  <c:v>2.032</c:v>
                </c:pt>
                <c:pt idx="50">
                  <c:v>-1.643</c:v>
                </c:pt>
                <c:pt idx="51">
                  <c:v>1.172</c:v>
                </c:pt>
                <c:pt idx="52">
                  <c:v>-0.209</c:v>
                </c:pt>
                <c:pt idx="53">
                  <c:v>2.088</c:v>
                </c:pt>
                <c:pt idx="54">
                  <c:v>-1.595</c:v>
                </c:pt>
                <c:pt idx="55">
                  <c:v>0.88</c:v>
                </c:pt>
                <c:pt idx="56">
                  <c:v>0.501</c:v>
                </c:pt>
                <c:pt idx="57">
                  <c:v>1.098</c:v>
                </c:pt>
                <c:pt idx="58">
                  <c:v>-2.077</c:v>
                </c:pt>
                <c:pt idx="59">
                  <c:v>1.155</c:v>
                </c:pt>
                <c:pt idx="60">
                  <c:v>0.255</c:v>
                </c:pt>
                <c:pt idx="61">
                  <c:v>0.475</c:v>
                </c:pt>
                <c:pt idx="62">
                  <c:v>-2.093</c:v>
                </c:pt>
                <c:pt idx="63">
                  <c:v>0.899</c:v>
                </c:pt>
                <c:pt idx="64">
                  <c:v>0.188</c:v>
                </c:pt>
                <c:pt idx="65">
                  <c:v>1.159</c:v>
                </c:pt>
                <c:pt idx="66">
                  <c:v>-1.818</c:v>
                </c:pt>
                <c:pt idx="67">
                  <c:v>0.424</c:v>
                </c:pt>
                <c:pt idx="68">
                  <c:v>0.027</c:v>
                </c:pt>
                <c:pt idx="69">
                  <c:v>1.02</c:v>
                </c:pt>
                <c:pt idx="70">
                  <c:v>-1.636</c:v>
                </c:pt>
                <c:pt idx="71">
                  <c:v>0.74</c:v>
                </c:pt>
                <c:pt idx="72">
                  <c:v>0.195</c:v>
                </c:pt>
                <c:pt idx="73">
                  <c:v>1.633</c:v>
                </c:pt>
                <c:pt idx="74">
                  <c:v>-1.819</c:v>
                </c:pt>
                <c:pt idx="75">
                  <c:v>0.745</c:v>
                </c:pt>
                <c:pt idx="76">
                  <c:v>0.394</c:v>
                </c:pt>
                <c:pt idx="77">
                  <c:v>1.184</c:v>
                </c:pt>
                <c:pt idx="78">
                  <c:v>-1.638</c:v>
                </c:pt>
                <c:pt idx="79">
                  <c:v>0.71</c:v>
                </c:pt>
                <c:pt idx="80">
                  <c:v>0.269</c:v>
                </c:pt>
                <c:pt idx="81">
                  <c:v>1.401</c:v>
                </c:pt>
                <c:pt idx="82">
                  <c:v>-1.498</c:v>
                </c:pt>
                <c:pt idx="83">
                  <c:v>1.046</c:v>
                </c:pt>
                <c:pt idx="84">
                  <c:v>0.294</c:v>
                </c:pt>
                <c:pt idx="85">
                  <c:v>1.406</c:v>
                </c:pt>
                <c:pt idx="86">
                  <c:v>-1.026</c:v>
                </c:pt>
                <c:pt idx="87">
                  <c:v>0.291</c:v>
                </c:pt>
                <c:pt idx="88">
                  <c:v>0.35</c:v>
                </c:pt>
                <c:pt idx="89">
                  <c:v>1.131</c:v>
                </c:pt>
                <c:pt idx="90">
                  <c:v>-1.908</c:v>
                </c:pt>
                <c:pt idx="91">
                  <c:v>0.859</c:v>
                </c:pt>
                <c:pt idx="92">
                  <c:v>-0.558</c:v>
                </c:pt>
                <c:pt idx="93">
                  <c:v>1.406</c:v>
                </c:pt>
                <c:pt idx="94">
                  <c:v>-1.963</c:v>
                </c:pt>
                <c:pt idx="95">
                  <c:v>0.35</c:v>
                </c:pt>
                <c:pt idx="96">
                  <c:v>0.169</c:v>
                </c:pt>
                <c:pt idx="97">
                  <c:v>1.339</c:v>
                </c:pt>
                <c:pt idx="98">
                  <c:v>-1.635</c:v>
                </c:pt>
                <c:pt idx="99">
                  <c:v>0.861</c:v>
                </c:pt>
                <c:pt idx="100">
                  <c:v>0.342</c:v>
                </c:pt>
                <c:pt idx="101">
                  <c:v>1.204</c:v>
                </c:pt>
                <c:pt idx="102">
                  <c:v>-1.245</c:v>
                </c:pt>
                <c:pt idx="103">
                  <c:v>1.079</c:v>
                </c:pt>
                <c:pt idx="104">
                  <c:v>0.046</c:v>
                </c:pt>
                <c:pt idx="105">
                  <c:v>0.42</c:v>
                </c:pt>
                <c:pt idx="106">
                  <c:v>-2.067</c:v>
                </c:pt>
                <c:pt idx="107">
                  <c:v>0.42</c:v>
                </c:pt>
                <c:pt idx="108">
                  <c:v>0.053</c:v>
                </c:pt>
                <c:pt idx="109">
                  <c:v>1.402</c:v>
                </c:pt>
                <c:pt idx="110">
                  <c:v>-1.901</c:v>
                </c:pt>
                <c:pt idx="111">
                  <c:v>0.909</c:v>
                </c:pt>
                <c:pt idx="112">
                  <c:v>-0.047</c:v>
                </c:pt>
                <c:pt idx="113">
                  <c:v>1.386</c:v>
                </c:pt>
                <c:pt idx="114">
                  <c:v>-1.803</c:v>
                </c:pt>
                <c:pt idx="115">
                  <c:v>1.037</c:v>
                </c:pt>
                <c:pt idx="116">
                  <c:v>0.193</c:v>
                </c:pt>
                <c:pt idx="117">
                  <c:v>0.935</c:v>
                </c:pt>
                <c:pt idx="118">
                  <c:v>-1.492</c:v>
                </c:pt>
                <c:pt idx="119">
                  <c:v>0.797</c:v>
                </c:pt>
                <c:pt idx="120">
                  <c:v>0.634</c:v>
                </c:pt>
                <c:pt idx="121">
                  <c:v>1.101</c:v>
                </c:pt>
                <c:pt idx="122">
                  <c:v>-2.206</c:v>
                </c:pt>
                <c:pt idx="123">
                  <c:v>1.02</c:v>
                </c:pt>
                <c:pt idx="124">
                  <c:v>0.393</c:v>
                </c:pt>
                <c:pt idx="125">
                  <c:v>1.558</c:v>
                </c:pt>
                <c:pt idx="126">
                  <c:v>-1.618</c:v>
                </c:pt>
                <c:pt idx="127">
                  <c:v>0.883</c:v>
                </c:pt>
                <c:pt idx="128">
                  <c:v>0.361</c:v>
                </c:pt>
                <c:pt idx="129">
                  <c:v>1.566</c:v>
                </c:pt>
                <c:pt idx="130">
                  <c:v>-1.385</c:v>
                </c:pt>
                <c:pt idx="131">
                  <c:v>1.218</c:v>
                </c:pt>
                <c:pt idx="132">
                  <c:v>0.55</c:v>
                </c:pt>
                <c:pt idx="133">
                  <c:v>1.326</c:v>
                </c:pt>
                <c:pt idx="134">
                  <c:v>-1.621</c:v>
                </c:pt>
                <c:pt idx="135">
                  <c:v>1.036</c:v>
                </c:pt>
                <c:pt idx="136">
                  <c:v>0.096</c:v>
                </c:pt>
                <c:pt idx="137">
                  <c:v>0.617</c:v>
                </c:pt>
                <c:pt idx="138">
                  <c:v>-1.469</c:v>
                </c:pt>
                <c:pt idx="139">
                  <c:v>0.728</c:v>
                </c:pt>
                <c:pt idx="140">
                  <c:v>0.299</c:v>
                </c:pt>
                <c:pt idx="141">
                  <c:v>0.738</c:v>
                </c:pt>
                <c:pt idx="142">
                  <c:v>-1.515</c:v>
                </c:pt>
                <c:pt idx="143">
                  <c:v>0.855</c:v>
                </c:pt>
                <c:pt idx="144">
                  <c:v>0.157</c:v>
                </c:pt>
                <c:pt idx="145">
                  <c:v>1.19</c:v>
                </c:pt>
                <c:pt idx="146">
                  <c:v>-2.142</c:v>
                </c:pt>
                <c:pt idx="147">
                  <c:v>0.688</c:v>
                </c:pt>
                <c:pt idx="148">
                  <c:v>1.059</c:v>
                </c:pt>
                <c:pt idx="149">
                  <c:v>1.353</c:v>
                </c:pt>
                <c:pt idx="150">
                  <c:v>-1.291</c:v>
                </c:pt>
                <c:pt idx="151">
                  <c:v>1.08</c:v>
                </c:pt>
                <c:pt idx="152">
                  <c:v>1.01</c:v>
                </c:pt>
                <c:pt idx="153">
                  <c:v>1.335</c:v>
                </c:pt>
                <c:pt idx="154">
                  <c:v>-1.376</c:v>
                </c:pt>
                <c:pt idx="155">
                  <c:v>0.836</c:v>
                </c:pt>
                <c:pt idx="156">
                  <c:v>0.481</c:v>
                </c:pt>
                <c:pt idx="157">
                  <c:v>0.878</c:v>
                </c:pt>
                <c:pt idx="158">
                  <c:v>-1.73</c:v>
                </c:pt>
                <c:pt idx="159">
                  <c:v>0.47</c:v>
                </c:pt>
                <c:pt idx="160">
                  <c:v>0.484</c:v>
                </c:pt>
                <c:pt idx="161">
                  <c:v>1.459</c:v>
                </c:pt>
                <c:pt idx="162">
                  <c:v>-1.412</c:v>
                </c:pt>
                <c:pt idx="163">
                  <c:v>0.928</c:v>
                </c:pt>
                <c:pt idx="164">
                  <c:v>0.729</c:v>
                </c:pt>
                <c:pt idx="165">
                  <c:v>1.006</c:v>
                </c:pt>
                <c:pt idx="166">
                  <c:v>-1.497</c:v>
                </c:pt>
                <c:pt idx="167">
                  <c:v>1.205</c:v>
                </c:pt>
                <c:pt idx="168">
                  <c:v>-0.056</c:v>
                </c:pt>
                <c:pt idx="169">
                  <c:v>1.775</c:v>
                </c:pt>
                <c:pt idx="170">
                  <c:v>-1.059</c:v>
                </c:pt>
                <c:pt idx="171">
                  <c:v>0.979</c:v>
                </c:pt>
                <c:pt idx="172">
                  <c:v>0.569</c:v>
                </c:pt>
                <c:pt idx="173">
                  <c:v>1.699</c:v>
                </c:pt>
                <c:pt idx="174">
                  <c:v>-1.221</c:v>
                </c:pt>
                <c:pt idx="175">
                  <c:v>0.758</c:v>
                </c:pt>
                <c:pt idx="176">
                  <c:v>0.179</c:v>
                </c:pt>
                <c:pt idx="177">
                  <c:v>0.749</c:v>
                </c:pt>
                <c:pt idx="178">
                  <c:v>-1.144</c:v>
                </c:pt>
                <c:pt idx="179">
                  <c:v>0.252</c:v>
                </c:pt>
                <c:pt idx="180">
                  <c:v>0.944</c:v>
                </c:pt>
                <c:pt idx="181">
                  <c:v>1.099</c:v>
                </c:pt>
                <c:pt idx="182">
                  <c:v>-0.936</c:v>
                </c:pt>
                <c:pt idx="183">
                  <c:v>0.65</c:v>
                </c:pt>
                <c:pt idx="184">
                  <c:v>0.136</c:v>
                </c:pt>
                <c:pt idx="185">
                  <c:v>1.745</c:v>
                </c:pt>
                <c:pt idx="186">
                  <c:v>-1.307</c:v>
                </c:pt>
                <c:pt idx="187">
                  <c:v>0.774</c:v>
                </c:pt>
                <c:pt idx="188">
                  <c:v>0.533</c:v>
                </c:pt>
                <c:pt idx="189">
                  <c:v>1.185</c:v>
                </c:pt>
                <c:pt idx="190">
                  <c:v>-1.292</c:v>
                </c:pt>
                <c:pt idx="191">
                  <c:v>0.669</c:v>
                </c:pt>
              </c:numCache>
            </c:numRef>
          </c:xVal>
          <c:yVal>
            <c:numRef>
              <c:f>Sheet1!$B$2:$B$193</c:f>
              <c:numCache>
                <c:formatCode>General</c:formatCode>
                <c:ptCount val="192"/>
                <c:pt idx="0">
                  <c:v/>
                </c:pt>
                <c:pt idx="1">
                  <c:v>0.258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-0.647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-0.732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-0.163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-0.046</c:v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>-0.583</c:v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-0.326</c:v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>-0.648</c:v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>-0.406</c:v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>-0.641</c:v>
                </c:pt>
                <c:pt idx="38">
                  <c:v/>
                </c:pt>
                <c:pt idx="39">
                  <c:v/>
                </c:pt>
                <c:pt idx="40">
                  <c:v/>
                </c:pt>
                <c:pt idx="41">
                  <c:v>-0.667</c:v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>-0.722</c:v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>-1.056</c:v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>-0.886</c:v>
                </c:pt>
                <c:pt idx="54">
                  <c:v/>
                </c:pt>
                <c:pt idx="55">
                  <c:v/>
                </c:pt>
                <c:pt idx="56">
                  <c:v/>
                </c:pt>
                <c:pt idx="57">
                  <c:v>-0.165</c:v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>0.452</c:v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>-0.373</c:v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>-0.069</c:v>
                </c:pt>
                <c:pt idx="70">
                  <c:v/>
                </c:pt>
                <c:pt idx="71">
                  <c:v/>
                </c:pt>
                <c:pt idx="72">
                  <c:v/>
                </c:pt>
                <c:pt idx="73">
                  <c:v>-0.681</c:v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>-0.258</c:v>
                </c:pt>
                <c:pt idx="78">
                  <c:v/>
                </c:pt>
                <c:pt idx="79">
                  <c:v/>
                </c:pt>
                <c:pt idx="80">
                  <c:v/>
                </c:pt>
                <c:pt idx="81">
                  <c:v>-0.579</c:v>
                </c:pt>
                <c:pt idx="82">
                  <c:v/>
                </c:pt>
                <c:pt idx="83">
                  <c:v/>
                </c:pt>
                <c:pt idx="84">
                  <c:v/>
                </c:pt>
                <c:pt idx="85">
                  <c:v>-0.417</c:v>
                </c:pt>
                <c:pt idx="86">
                  <c:v/>
                </c:pt>
                <c:pt idx="87">
                  <c:v/>
                </c:pt>
                <c:pt idx="88">
                  <c:v/>
                </c:pt>
                <c:pt idx="89">
                  <c:v>-0.085</c:v>
                </c:pt>
                <c:pt idx="90">
                  <c:v/>
                </c:pt>
                <c:pt idx="91">
                  <c:v/>
                </c:pt>
                <c:pt idx="92">
                  <c:v/>
                </c:pt>
                <c:pt idx="93">
                  <c:v>-0.272</c:v>
                </c:pt>
                <c:pt idx="94">
                  <c:v/>
                </c:pt>
                <c:pt idx="95">
                  <c:v/>
                </c:pt>
                <c:pt idx="96">
                  <c:v/>
                </c:pt>
                <c:pt idx="97">
                  <c:v>-0.352</c:v>
                </c:pt>
                <c:pt idx="98">
                  <c:v/>
                </c:pt>
                <c:pt idx="99">
                  <c:v/>
                </c:pt>
                <c:pt idx="100">
                  <c:v/>
                </c:pt>
                <c:pt idx="101">
                  <c:v>-0.24</c:v>
                </c:pt>
                <c:pt idx="102">
                  <c:v/>
                </c:pt>
                <c:pt idx="103">
                  <c:v/>
                </c:pt>
                <c:pt idx="104">
                  <c:v/>
                </c:pt>
                <c:pt idx="105">
                  <c:v>0.499</c:v>
                </c:pt>
                <c:pt idx="106">
                  <c:v/>
                </c:pt>
                <c:pt idx="107">
                  <c:v/>
                </c:pt>
                <c:pt idx="108">
                  <c:v/>
                </c:pt>
                <c:pt idx="109">
                  <c:v>-0.18</c:v>
                </c:pt>
                <c:pt idx="110">
                  <c:v/>
                </c:pt>
                <c:pt idx="111">
                  <c:v/>
                </c:pt>
                <c:pt idx="112">
                  <c:v/>
                </c:pt>
                <c:pt idx="113">
                  <c:v>-0.517</c:v>
                </c:pt>
                <c:pt idx="114">
                  <c:v/>
                </c:pt>
                <c:pt idx="115">
                  <c:v/>
                </c:pt>
                <c:pt idx="116">
                  <c:v/>
                </c:pt>
                <c:pt idx="117">
                  <c:v>0.029</c:v>
                </c:pt>
                <c:pt idx="118">
                  <c:v/>
                </c:pt>
                <c:pt idx="119">
                  <c:v/>
                </c:pt>
                <c:pt idx="120">
                  <c:v/>
                </c:pt>
                <c:pt idx="121">
                  <c:v>-0.178</c:v>
                </c:pt>
                <c:pt idx="122">
                  <c:v/>
                </c:pt>
                <c:pt idx="123">
                  <c:v/>
                </c:pt>
                <c:pt idx="124">
                  <c:v/>
                </c:pt>
                <c:pt idx="125">
                  <c:v>-0.464</c:v>
                </c:pt>
                <c:pt idx="126">
                  <c:v/>
                </c:pt>
                <c:pt idx="127">
                  <c:v/>
                </c:pt>
                <c:pt idx="128">
                  <c:v/>
                </c:pt>
                <c:pt idx="129">
                  <c:v>-0.624</c:v>
                </c:pt>
                <c:pt idx="130">
                  <c:v/>
                </c:pt>
                <c:pt idx="131">
                  <c:v/>
                </c:pt>
                <c:pt idx="132">
                  <c:v/>
                </c:pt>
                <c:pt idx="133">
                  <c:v>0.029</c:v>
                </c:pt>
                <c:pt idx="134">
                  <c:v/>
                </c:pt>
                <c:pt idx="135">
                  <c:v/>
                </c:pt>
                <c:pt idx="136">
                  <c:v/>
                </c:pt>
                <c:pt idx="137">
                  <c:v>0.39</c:v>
                </c:pt>
                <c:pt idx="138">
                  <c:v/>
                </c:pt>
                <c:pt idx="139">
                  <c:v/>
                </c:pt>
                <c:pt idx="140">
                  <c:v/>
                </c:pt>
                <c:pt idx="141">
                  <c:v>0.284</c:v>
                </c:pt>
                <c:pt idx="142">
                  <c:v/>
                </c:pt>
                <c:pt idx="143">
                  <c:v/>
                </c:pt>
                <c:pt idx="144">
                  <c:v/>
                </c:pt>
                <c:pt idx="145">
                  <c:v>-0.058</c:v>
                </c:pt>
                <c:pt idx="146">
                  <c:v/>
                </c:pt>
                <c:pt idx="147">
                  <c:v/>
                </c:pt>
                <c:pt idx="148">
                  <c:v/>
                </c:pt>
                <c:pt idx="149">
                  <c:v>-0.371</c:v>
                </c:pt>
                <c:pt idx="150">
                  <c:v/>
                </c:pt>
                <c:pt idx="151">
                  <c:v/>
                </c:pt>
                <c:pt idx="152">
                  <c:v/>
                </c:pt>
                <c:pt idx="153">
                  <c:v>-0.06</c:v>
                </c:pt>
                <c:pt idx="154">
                  <c:v/>
                </c:pt>
                <c:pt idx="155">
                  <c:v/>
                </c:pt>
                <c:pt idx="156">
                  <c:v/>
                </c:pt>
                <c:pt idx="157">
                  <c:v>0.008</c:v>
                </c:pt>
                <c:pt idx="158">
                  <c:v/>
                </c:pt>
                <c:pt idx="159">
                  <c:v/>
                </c:pt>
                <c:pt idx="160">
                  <c:v/>
                </c:pt>
                <c:pt idx="161">
                  <c:v>-0.366</c:v>
                </c:pt>
                <c:pt idx="162">
                  <c:v/>
                </c:pt>
                <c:pt idx="163">
                  <c:v/>
                </c:pt>
                <c:pt idx="164">
                  <c:v/>
                </c:pt>
                <c:pt idx="165">
                  <c:v>0.103</c:v>
                </c:pt>
                <c:pt idx="166">
                  <c:v/>
                </c:pt>
                <c:pt idx="167">
                  <c:v/>
                </c:pt>
                <c:pt idx="168">
                  <c:v/>
                </c:pt>
                <c:pt idx="169">
                  <c:v>-0.91</c:v>
                </c:pt>
                <c:pt idx="170">
                  <c:v/>
                </c:pt>
                <c:pt idx="171">
                  <c:v/>
                </c:pt>
                <c:pt idx="172">
                  <c:v/>
                </c:pt>
                <c:pt idx="173">
                  <c:v>-0.567</c:v>
                </c:pt>
                <c:pt idx="174">
                  <c:v/>
                </c:pt>
                <c:pt idx="175">
                  <c:v/>
                </c:pt>
                <c:pt idx="176">
                  <c:v/>
                </c:pt>
                <c:pt idx="177">
                  <c:v>-0.145</c:v>
                </c:pt>
                <c:pt idx="178">
                  <c:v/>
                </c:pt>
                <c:pt idx="179">
                  <c:v/>
                </c:pt>
                <c:pt idx="180">
                  <c:v/>
                </c:pt>
                <c:pt idx="181">
                  <c:v>-0.103</c:v>
                </c:pt>
                <c:pt idx="182">
                  <c:v/>
                </c:pt>
                <c:pt idx="183">
                  <c:v/>
                </c:pt>
                <c:pt idx="184">
                  <c:v/>
                </c:pt>
                <c:pt idx="185">
                  <c:v>-0.807</c:v>
                </c:pt>
                <c:pt idx="186">
                  <c:v/>
                </c:pt>
                <c:pt idx="187">
                  <c:v/>
                </c:pt>
                <c:pt idx="188">
                  <c:v/>
                </c:pt>
                <c:pt idx="189">
                  <c:v>-0.266</c:v>
                </c:pt>
                <c:pt idx="190">
                  <c:v/>
                </c:pt>
                <c:pt idx="191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 Feb</c:v>
                </c:pt>
              </c:strCache>
            </c:strRef>
          </c:tx>
          <c:spPr>
            <a:solidFill>
              <a:srgbClr val="2E7D32"/>
            </a:solidFill>
            <a:ln>
              <a:noFill/>
            </a:ln>
            <a:effectLst/>
          </c:spPr>
          <c:marker>
            <c:symbol val="circl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xVal>
            <c:numRef>
              <c:f>Sheet1!$A$2:$A$193</c:f>
              <c:numCache>
                <c:formatCode>General</c:formatCode>
                <c:ptCount val="192"/>
                <c:pt idx="0">
                  <c:v>0.506</c:v>
                </c:pt>
                <c:pt idx="1">
                  <c:v>1.012</c:v>
                </c:pt>
                <c:pt idx="2">
                  <c:v>-1.381</c:v>
                </c:pt>
                <c:pt idx="3">
                  <c:v>0.688</c:v>
                </c:pt>
                <c:pt idx="4">
                  <c:v>0.041</c:v>
                </c:pt>
                <c:pt idx="5">
                  <c:v>1.763</c:v>
                </c:pt>
                <c:pt idx="6">
                  <c:v>-1.448</c:v>
                </c:pt>
                <c:pt idx="7">
                  <c:v>0.545</c:v>
                </c:pt>
                <c:pt idx="8">
                  <c:v>0.267</c:v>
                </c:pt>
                <c:pt idx="9">
                  <c:v>1.655</c:v>
                </c:pt>
                <c:pt idx="10">
                  <c:v>-0.876</c:v>
                </c:pt>
                <c:pt idx="11">
                  <c:v>0.32</c:v>
                </c:pt>
                <c:pt idx="12">
                  <c:v>0.18</c:v>
                </c:pt>
                <c:pt idx="13">
                  <c:v>1.101</c:v>
                </c:pt>
                <c:pt idx="14">
                  <c:v>-1.586</c:v>
                </c:pt>
                <c:pt idx="15">
                  <c:v>0.53</c:v>
                </c:pt>
                <c:pt idx="16">
                  <c:v>-0.104</c:v>
                </c:pt>
                <c:pt idx="17">
                  <c:v>0.899</c:v>
                </c:pt>
                <c:pt idx="18">
                  <c:v>-1.4</c:v>
                </c:pt>
                <c:pt idx="19">
                  <c:v>0.299</c:v>
                </c:pt>
                <c:pt idx="20">
                  <c:v>0.066</c:v>
                </c:pt>
                <c:pt idx="21">
                  <c:v>1.407</c:v>
                </c:pt>
                <c:pt idx="22">
                  <c:v>-1.643</c:v>
                </c:pt>
                <c:pt idx="23">
                  <c:v>0.877</c:v>
                </c:pt>
                <c:pt idx="24">
                  <c:v>0.528</c:v>
                </c:pt>
                <c:pt idx="25">
                  <c:v>1.021</c:v>
                </c:pt>
                <c:pt idx="26">
                  <c:v>-1.467</c:v>
                </c:pt>
                <c:pt idx="27">
                  <c:v>0.676</c:v>
                </c:pt>
                <c:pt idx="28">
                  <c:v>0.255</c:v>
                </c:pt>
                <c:pt idx="29">
                  <c:v>1.723</c:v>
                </c:pt>
                <c:pt idx="30">
                  <c:v>-1.383</c:v>
                </c:pt>
                <c:pt idx="31">
                  <c:v>0.814</c:v>
                </c:pt>
                <c:pt idx="32">
                  <c:v>-0.021</c:v>
                </c:pt>
                <c:pt idx="33">
                  <c:v>1.312</c:v>
                </c:pt>
                <c:pt idx="34">
                  <c:v>-1.443</c:v>
                </c:pt>
                <c:pt idx="35">
                  <c:v>0.84</c:v>
                </c:pt>
                <c:pt idx="36">
                  <c:v>-0.321</c:v>
                </c:pt>
                <c:pt idx="37">
                  <c:v>1.683</c:v>
                </c:pt>
                <c:pt idx="38">
                  <c:v>-1.78</c:v>
                </c:pt>
                <c:pt idx="39">
                  <c:v>0.954</c:v>
                </c:pt>
                <c:pt idx="40">
                  <c:v>0.399</c:v>
                </c:pt>
                <c:pt idx="41">
                  <c:v>1.705</c:v>
                </c:pt>
                <c:pt idx="42">
                  <c:v>-0.874</c:v>
                </c:pt>
                <c:pt idx="43">
                  <c:v>0.91</c:v>
                </c:pt>
                <c:pt idx="44">
                  <c:v>0.453</c:v>
                </c:pt>
                <c:pt idx="45">
                  <c:v>1.45</c:v>
                </c:pt>
                <c:pt idx="46">
                  <c:v>-1.376</c:v>
                </c:pt>
                <c:pt idx="47">
                  <c:v>1.382</c:v>
                </c:pt>
                <c:pt idx="48">
                  <c:v>0.197</c:v>
                </c:pt>
                <c:pt idx="49">
                  <c:v>2.032</c:v>
                </c:pt>
                <c:pt idx="50">
                  <c:v>-1.643</c:v>
                </c:pt>
                <c:pt idx="51">
                  <c:v>1.172</c:v>
                </c:pt>
                <c:pt idx="52">
                  <c:v>-0.209</c:v>
                </c:pt>
                <c:pt idx="53">
                  <c:v>2.088</c:v>
                </c:pt>
                <c:pt idx="54">
                  <c:v>-1.595</c:v>
                </c:pt>
                <c:pt idx="55">
                  <c:v>0.88</c:v>
                </c:pt>
                <c:pt idx="56">
                  <c:v>0.501</c:v>
                </c:pt>
                <c:pt idx="57">
                  <c:v>1.098</c:v>
                </c:pt>
                <c:pt idx="58">
                  <c:v>-2.077</c:v>
                </c:pt>
                <c:pt idx="59">
                  <c:v>1.155</c:v>
                </c:pt>
                <c:pt idx="60">
                  <c:v>0.255</c:v>
                </c:pt>
                <c:pt idx="61">
                  <c:v>0.475</c:v>
                </c:pt>
                <c:pt idx="62">
                  <c:v>-2.093</c:v>
                </c:pt>
                <c:pt idx="63">
                  <c:v>0.899</c:v>
                </c:pt>
                <c:pt idx="64">
                  <c:v>0.188</c:v>
                </c:pt>
                <c:pt idx="65">
                  <c:v>1.159</c:v>
                </c:pt>
                <c:pt idx="66">
                  <c:v>-1.818</c:v>
                </c:pt>
                <c:pt idx="67">
                  <c:v>0.424</c:v>
                </c:pt>
                <c:pt idx="68">
                  <c:v>0.027</c:v>
                </c:pt>
                <c:pt idx="69">
                  <c:v>1.02</c:v>
                </c:pt>
                <c:pt idx="70">
                  <c:v>-1.636</c:v>
                </c:pt>
                <c:pt idx="71">
                  <c:v>0.74</c:v>
                </c:pt>
                <c:pt idx="72">
                  <c:v>0.195</c:v>
                </c:pt>
                <c:pt idx="73">
                  <c:v>1.633</c:v>
                </c:pt>
                <c:pt idx="74">
                  <c:v>-1.819</c:v>
                </c:pt>
                <c:pt idx="75">
                  <c:v>0.745</c:v>
                </c:pt>
                <c:pt idx="76">
                  <c:v>0.394</c:v>
                </c:pt>
                <c:pt idx="77">
                  <c:v>1.184</c:v>
                </c:pt>
                <c:pt idx="78">
                  <c:v>-1.638</c:v>
                </c:pt>
                <c:pt idx="79">
                  <c:v>0.71</c:v>
                </c:pt>
                <c:pt idx="80">
                  <c:v>0.269</c:v>
                </c:pt>
                <c:pt idx="81">
                  <c:v>1.401</c:v>
                </c:pt>
                <c:pt idx="82">
                  <c:v>-1.498</c:v>
                </c:pt>
                <c:pt idx="83">
                  <c:v>1.046</c:v>
                </c:pt>
                <c:pt idx="84">
                  <c:v>0.294</c:v>
                </c:pt>
                <c:pt idx="85">
                  <c:v>1.406</c:v>
                </c:pt>
                <c:pt idx="86">
                  <c:v>-1.026</c:v>
                </c:pt>
                <c:pt idx="87">
                  <c:v>0.291</c:v>
                </c:pt>
                <c:pt idx="88">
                  <c:v>0.35</c:v>
                </c:pt>
                <c:pt idx="89">
                  <c:v>1.131</c:v>
                </c:pt>
                <c:pt idx="90">
                  <c:v>-1.908</c:v>
                </c:pt>
                <c:pt idx="91">
                  <c:v>0.859</c:v>
                </c:pt>
                <c:pt idx="92">
                  <c:v>-0.558</c:v>
                </c:pt>
                <c:pt idx="93">
                  <c:v>1.406</c:v>
                </c:pt>
                <c:pt idx="94">
                  <c:v>-1.963</c:v>
                </c:pt>
                <c:pt idx="95">
                  <c:v>0.35</c:v>
                </c:pt>
                <c:pt idx="96">
                  <c:v>0.169</c:v>
                </c:pt>
                <c:pt idx="97">
                  <c:v>1.339</c:v>
                </c:pt>
                <c:pt idx="98">
                  <c:v>-1.635</c:v>
                </c:pt>
                <c:pt idx="99">
                  <c:v>0.861</c:v>
                </c:pt>
                <c:pt idx="100">
                  <c:v>0.342</c:v>
                </c:pt>
                <c:pt idx="101">
                  <c:v>1.204</c:v>
                </c:pt>
                <c:pt idx="102">
                  <c:v>-1.245</c:v>
                </c:pt>
                <c:pt idx="103">
                  <c:v>1.079</c:v>
                </c:pt>
                <c:pt idx="104">
                  <c:v>0.046</c:v>
                </c:pt>
                <c:pt idx="105">
                  <c:v>0.42</c:v>
                </c:pt>
                <c:pt idx="106">
                  <c:v>-2.067</c:v>
                </c:pt>
                <c:pt idx="107">
                  <c:v>0.42</c:v>
                </c:pt>
                <c:pt idx="108">
                  <c:v>0.053</c:v>
                </c:pt>
                <c:pt idx="109">
                  <c:v>1.402</c:v>
                </c:pt>
                <c:pt idx="110">
                  <c:v>-1.901</c:v>
                </c:pt>
                <c:pt idx="111">
                  <c:v>0.909</c:v>
                </c:pt>
                <c:pt idx="112">
                  <c:v>-0.047</c:v>
                </c:pt>
                <c:pt idx="113">
                  <c:v>1.386</c:v>
                </c:pt>
                <c:pt idx="114">
                  <c:v>-1.803</c:v>
                </c:pt>
                <c:pt idx="115">
                  <c:v>1.037</c:v>
                </c:pt>
                <c:pt idx="116">
                  <c:v>0.193</c:v>
                </c:pt>
                <c:pt idx="117">
                  <c:v>0.935</c:v>
                </c:pt>
                <c:pt idx="118">
                  <c:v>-1.492</c:v>
                </c:pt>
                <c:pt idx="119">
                  <c:v>0.797</c:v>
                </c:pt>
                <c:pt idx="120">
                  <c:v>0.634</c:v>
                </c:pt>
                <c:pt idx="121">
                  <c:v>1.101</c:v>
                </c:pt>
                <c:pt idx="122">
                  <c:v>-2.206</c:v>
                </c:pt>
                <c:pt idx="123">
                  <c:v>1.02</c:v>
                </c:pt>
                <c:pt idx="124">
                  <c:v>0.393</c:v>
                </c:pt>
                <c:pt idx="125">
                  <c:v>1.558</c:v>
                </c:pt>
                <c:pt idx="126">
                  <c:v>-1.618</c:v>
                </c:pt>
                <c:pt idx="127">
                  <c:v>0.883</c:v>
                </c:pt>
                <c:pt idx="128">
                  <c:v>0.361</c:v>
                </c:pt>
                <c:pt idx="129">
                  <c:v>1.566</c:v>
                </c:pt>
                <c:pt idx="130">
                  <c:v>-1.385</c:v>
                </c:pt>
                <c:pt idx="131">
                  <c:v>1.218</c:v>
                </c:pt>
                <c:pt idx="132">
                  <c:v>0.55</c:v>
                </c:pt>
                <c:pt idx="133">
                  <c:v>1.326</c:v>
                </c:pt>
                <c:pt idx="134">
                  <c:v>-1.621</c:v>
                </c:pt>
                <c:pt idx="135">
                  <c:v>1.036</c:v>
                </c:pt>
                <c:pt idx="136">
                  <c:v>0.096</c:v>
                </c:pt>
                <c:pt idx="137">
                  <c:v>0.617</c:v>
                </c:pt>
                <c:pt idx="138">
                  <c:v>-1.469</c:v>
                </c:pt>
                <c:pt idx="139">
                  <c:v>0.728</c:v>
                </c:pt>
                <c:pt idx="140">
                  <c:v>0.299</c:v>
                </c:pt>
                <c:pt idx="141">
                  <c:v>0.738</c:v>
                </c:pt>
                <c:pt idx="142">
                  <c:v>-1.515</c:v>
                </c:pt>
                <c:pt idx="143">
                  <c:v>0.855</c:v>
                </c:pt>
                <c:pt idx="144">
                  <c:v>0.157</c:v>
                </c:pt>
                <c:pt idx="145">
                  <c:v>1.19</c:v>
                </c:pt>
                <c:pt idx="146">
                  <c:v>-2.142</c:v>
                </c:pt>
                <c:pt idx="147">
                  <c:v>0.688</c:v>
                </c:pt>
                <c:pt idx="148">
                  <c:v>1.059</c:v>
                </c:pt>
                <c:pt idx="149">
                  <c:v>1.353</c:v>
                </c:pt>
                <c:pt idx="150">
                  <c:v>-1.291</c:v>
                </c:pt>
                <c:pt idx="151">
                  <c:v>1.08</c:v>
                </c:pt>
                <c:pt idx="152">
                  <c:v>1.01</c:v>
                </c:pt>
                <c:pt idx="153">
                  <c:v>1.335</c:v>
                </c:pt>
                <c:pt idx="154">
                  <c:v>-1.376</c:v>
                </c:pt>
                <c:pt idx="155">
                  <c:v>0.836</c:v>
                </c:pt>
                <c:pt idx="156">
                  <c:v>0.481</c:v>
                </c:pt>
                <c:pt idx="157">
                  <c:v>0.878</c:v>
                </c:pt>
                <c:pt idx="158">
                  <c:v>-1.73</c:v>
                </c:pt>
                <c:pt idx="159">
                  <c:v>0.47</c:v>
                </c:pt>
                <c:pt idx="160">
                  <c:v>0.484</c:v>
                </c:pt>
                <c:pt idx="161">
                  <c:v>1.459</c:v>
                </c:pt>
                <c:pt idx="162">
                  <c:v>-1.412</c:v>
                </c:pt>
                <c:pt idx="163">
                  <c:v>0.928</c:v>
                </c:pt>
                <c:pt idx="164">
                  <c:v>0.729</c:v>
                </c:pt>
                <c:pt idx="165">
                  <c:v>1.006</c:v>
                </c:pt>
                <c:pt idx="166">
                  <c:v>-1.497</c:v>
                </c:pt>
                <c:pt idx="167">
                  <c:v>1.205</c:v>
                </c:pt>
                <c:pt idx="168">
                  <c:v>-0.056</c:v>
                </c:pt>
                <c:pt idx="169">
                  <c:v>1.775</c:v>
                </c:pt>
                <c:pt idx="170">
                  <c:v>-1.059</c:v>
                </c:pt>
                <c:pt idx="171">
                  <c:v>0.979</c:v>
                </c:pt>
                <c:pt idx="172">
                  <c:v>0.569</c:v>
                </c:pt>
                <c:pt idx="173">
                  <c:v>1.699</c:v>
                </c:pt>
                <c:pt idx="174">
                  <c:v>-1.221</c:v>
                </c:pt>
                <c:pt idx="175">
                  <c:v>0.758</c:v>
                </c:pt>
                <c:pt idx="176">
                  <c:v>0.179</c:v>
                </c:pt>
                <c:pt idx="177">
                  <c:v>0.749</c:v>
                </c:pt>
                <c:pt idx="178">
                  <c:v>-1.144</c:v>
                </c:pt>
                <c:pt idx="179">
                  <c:v>0.252</c:v>
                </c:pt>
                <c:pt idx="180">
                  <c:v>0.944</c:v>
                </c:pt>
                <c:pt idx="181">
                  <c:v>1.099</c:v>
                </c:pt>
                <c:pt idx="182">
                  <c:v>-0.936</c:v>
                </c:pt>
                <c:pt idx="183">
                  <c:v>0.65</c:v>
                </c:pt>
                <c:pt idx="184">
                  <c:v>0.136</c:v>
                </c:pt>
                <c:pt idx="185">
                  <c:v>1.745</c:v>
                </c:pt>
                <c:pt idx="186">
                  <c:v>-1.307</c:v>
                </c:pt>
                <c:pt idx="187">
                  <c:v>0.774</c:v>
                </c:pt>
                <c:pt idx="188">
                  <c:v>0.533</c:v>
                </c:pt>
                <c:pt idx="189">
                  <c:v>1.185</c:v>
                </c:pt>
                <c:pt idx="190">
                  <c:v>-1.292</c:v>
                </c:pt>
                <c:pt idx="191">
                  <c:v>0.669</c:v>
                </c:pt>
              </c:numCache>
            </c:numRef>
          </c:xVal>
          <c:yVal>
            <c:numRef>
              <c:f>Sheet1!$C$2:$C$193</c:f>
              <c:numCache>
                <c:formatCode>General</c:formatCode>
                <c:ptCount val="19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0.17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0.308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0.567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0.205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>0.397</c:v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>0.211</c:v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>0.087</c:v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>-0.164</c:v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>-0.228</c:v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  <c:pt idx="39">
                  <c:v>-0.215</c:v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>0.021</c:v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>-0.798</c:v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>-0.728</c:v>
                </c:pt>
                <c:pt idx="52">
                  <c:v/>
                </c:pt>
                <c:pt idx="53">
                  <c:v/>
                </c:pt>
                <c:pt idx="54">
                  <c:v/>
                </c:pt>
                <c:pt idx="55">
                  <c:v>-0.238</c:v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>-0.531</c:v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>0.047</c:v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>0.083</c:v>
                </c:pt>
                <c:pt idx="68">
                  <c:v/>
                </c:pt>
                <c:pt idx="69">
                  <c:v/>
                </c:pt>
                <c:pt idx="70">
                  <c:v/>
                </c:pt>
                <c:pt idx="71">
                  <c:v>-0.177</c:v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>-0.056</c:v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>-0.026</c:v>
                </c:pt>
                <c:pt idx="80">
                  <c:v/>
                </c:pt>
                <c:pt idx="81">
                  <c:v/>
                </c:pt>
                <c:pt idx="82">
                  <c:v/>
                </c:pt>
                <c:pt idx="83">
                  <c:v>-0.398</c:v>
                </c:pt>
                <c:pt idx="84">
                  <c:v/>
                </c:pt>
                <c:pt idx="85">
                  <c:v/>
                </c:pt>
                <c:pt idx="86">
                  <c:v/>
                </c:pt>
                <c:pt idx="87">
                  <c:v>0.698</c:v>
                </c:pt>
                <c:pt idx="88">
                  <c:v/>
                </c:pt>
                <c:pt idx="89">
                  <c:v/>
                </c:pt>
                <c:pt idx="90">
                  <c:v/>
                </c:pt>
                <c:pt idx="91">
                  <c:v>0.01</c:v>
                </c:pt>
                <c:pt idx="92">
                  <c:v/>
                </c:pt>
                <c:pt idx="93">
                  <c:v/>
                </c:pt>
                <c:pt idx="94">
                  <c:v/>
                </c:pt>
                <c:pt idx="95">
                  <c:v>0.238</c:v>
                </c:pt>
                <c:pt idx="96">
                  <c:v/>
                </c:pt>
                <c:pt idx="97">
                  <c:v/>
                </c:pt>
                <c:pt idx="98">
                  <c:v/>
                </c:pt>
                <c:pt idx="99">
                  <c:v>-0.226</c:v>
                </c:pt>
                <c:pt idx="100">
                  <c:v/>
                </c:pt>
                <c:pt idx="101">
                  <c:v/>
                </c:pt>
                <c:pt idx="102">
                  <c:v/>
                </c:pt>
                <c:pt idx="103">
                  <c:v>-0.262</c:v>
                </c:pt>
                <c:pt idx="104">
                  <c:v/>
                </c:pt>
                <c:pt idx="105">
                  <c:v/>
                </c:pt>
                <c:pt idx="106">
                  <c:v/>
                </c:pt>
                <c:pt idx="107">
                  <c:v>0.578</c:v>
                </c:pt>
                <c:pt idx="108">
                  <c:v/>
                </c:pt>
                <c:pt idx="109">
                  <c:v/>
                </c:pt>
                <c:pt idx="110">
                  <c:v/>
                </c:pt>
                <c:pt idx="111">
                  <c:v>0.133</c:v>
                </c:pt>
                <c:pt idx="112">
                  <c:v/>
                </c:pt>
                <c:pt idx="113">
                  <c:v/>
                </c:pt>
                <c:pt idx="114">
                  <c:v/>
                </c:pt>
                <c:pt idx="115">
                  <c:v>0.015</c:v>
                </c:pt>
                <c:pt idx="116">
                  <c:v/>
                </c:pt>
                <c:pt idx="117">
                  <c:v/>
                </c:pt>
                <c:pt idx="118">
                  <c:v/>
                </c:pt>
                <c:pt idx="119">
                  <c:v>0.012</c:v>
                </c:pt>
                <c:pt idx="120">
                  <c:v/>
                </c:pt>
                <c:pt idx="121">
                  <c:v/>
                </c:pt>
                <c:pt idx="122">
                  <c:v/>
                </c:pt>
                <c:pt idx="123">
                  <c:v>-0.053</c:v>
                </c:pt>
                <c:pt idx="124">
                  <c:v/>
                </c:pt>
                <c:pt idx="125">
                  <c:v/>
                </c:pt>
                <c:pt idx="126">
                  <c:v/>
                </c:pt>
                <c:pt idx="127">
                  <c:v>-0.093</c:v>
                </c:pt>
                <c:pt idx="128">
                  <c:v/>
                </c:pt>
                <c:pt idx="129">
                  <c:v/>
                </c:pt>
                <c:pt idx="130">
                  <c:v/>
                </c:pt>
                <c:pt idx="131">
                  <c:v>-0.428</c:v>
                </c:pt>
                <c:pt idx="132">
                  <c:v/>
                </c:pt>
                <c:pt idx="133">
                  <c:v/>
                </c:pt>
                <c:pt idx="134">
                  <c:v/>
                </c:pt>
                <c:pt idx="135">
                  <c:v>0.188</c:v>
                </c:pt>
                <c:pt idx="136">
                  <c:v/>
                </c:pt>
                <c:pt idx="137">
                  <c:v/>
                </c:pt>
                <c:pt idx="138">
                  <c:v/>
                </c:pt>
                <c:pt idx="139">
                  <c:v>0.54</c:v>
                </c:pt>
                <c:pt idx="140">
                  <c:v/>
                </c:pt>
                <c:pt idx="141">
                  <c:v/>
                </c:pt>
                <c:pt idx="142">
                  <c:v/>
                </c:pt>
                <c:pt idx="143">
                  <c:v>0.544</c:v>
                </c:pt>
                <c:pt idx="144">
                  <c:v/>
                </c:pt>
                <c:pt idx="145">
                  <c:v/>
                </c:pt>
                <c:pt idx="146">
                  <c:v/>
                </c:pt>
                <c:pt idx="147">
                  <c:v>0.228</c:v>
                </c:pt>
                <c:pt idx="148">
                  <c:v/>
                </c:pt>
                <c:pt idx="149">
                  <c:v/>
                </c:pt>
                <c:pt idx="150">
                  <c:v/>
                </c:pt>
                <c:pt idx="151">
                  <c:v>-0.057</c:v>
                </c:pt>
                <c:pt idx="152">
                  <c:v/>
                </c:pt>
                <c:pt idx="153">
                  <c:v/>
                </c:pt>
                <c:pt idx="154">
                  <c:v/>
                </c:pt>
                <c:pt idx="155">
                  <c:v>0.377</c:v>
                </c:pt>
                <c:pt idx="156">
                  <c:v/>
                </c:pt>
                <c:pt idx="157">
                  <c:v/>
                </c:pt>
                <c:pt idx="158">
                  <c:v/>
                </c:pt>
                <c:pt idx="159">
                  <c:v>0.572</c:v>
                </c:pt>
                <c:pt idx="160">
                  <c:v/>
                </c:pt>
                <c:pt idx="161">
                  <c:v/>
                </c:pt>
                <c:pt idx="162">
                  <c:v/>
                </c:pt>
                <c:pt idx="163">
                  <c:v>0.365</c:v>
                </c:pt>
                <c:pt idx="164">
                  <c:v/>
                </c:pt>
                <c:pt idx="165">
                  <c:v/>
                </c:pt>
                <c:pt idx="166">
                  <c:v/>
                </c:pt>
                <c:pt idx="167">
                  <c:v>-0.276</c:v>
                </c:pt>
                <c:pt idx="168">
                  <c:v/>
                </c:pt>
                <c:pt idx="169">
                  <c:v/>
                </c:pt>
                <c:pt idx="170">
                  <c:v/>
                </c:pt>
                <c:pt idx="171">
                  <c:v>-0.192</c:v>
                </c:pt>
                <c:pt idx="172">
                  <c:v/>
                </c:pt>
                <c:pt idx="173">
                  <c:v/>
                </c:pt>
                <c:pt idx="174">
                  <c:v/>
                </c:pt>
                <c:pt idx="175">
                  <c:v>0.096</c:v>
                </c:pt>
                <c:pt idx="176">
                  <c:v/>
                </c:pt>
                <c:pt idx="177">
                  <c:v/>
                </c:pt>
                <c:pt idx="178">
                  <c:v/>
                </c:pt>
                <c:pt idx="179">
                  <c:v>0.59</c:v>
                </c:pt>
                <c:pt idx="180">
                  <c:v/>
                </c:pt>
                <c:pt idx="181">
                  <c:v/>
                </c:pt>
                <c:pt idx="182">
                  <c:v/>
                </c:pt>
                <c:pt idx="183">
                  <c:v>-0.099</c:v>
                </c:pt>
                <c:pt idx="184">
                  <c:v/>
                </c:pt>
                <c:pt idx="185">
                  <c:v/>
                </c:pt>
                <c:pt idx="186">
                  <c:v/>
                </c:pt>
                <c:pt idx="187">
                  <c:v>0.022</c:v>
                </c:pt>
                <c:pt idx="188">
                  <c:v/>
                </c:pt>
                <c:pt idx="189">
                  <c:v/>
                </c:pt>
                <c:pt idx="190">
                  <c:v/>
                </c:pt>
                <c:pt idx="191">
                  <c:v>0.145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03 Mar</c:v>
                </c:pt>
              </c:strCache>
            </c:strRef>
          </c:tx>
          <c:spPr>
            <a:solidFill>
              <a:srgbClr val="D08A00"/>
            </a:solidFill>
            <a:ln>
              <a:noFill/>
            </a:ln>
            <a:effectLst/>
          </c:spPr>
          <c:marker>
            <c:symbol val="circle"/>
            <c:size val="6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xVal>
            <c:numRef>
              <c:f>Sheet1!$A$2:$A$193</c:f>
              <c:numCache>
                <c:formatCode>General</c:formatCode>
                <c:ptCount val="192"/>
                <c:pt idx="0">
                  <c:v>0.506</c:v>
                </c:pt>
                <c:pt idx="1">
                  <c:v>1.012</c:v>
                </c:pt>
                <c:pt idx="2">
                  <c:v>-1.381</c:v>
                </c:pt>
                <c:pt idx="3">
                  <c:v>0.688</c:v>
                </c:pt>
                <c:pt idx="4">
                  <c:v>0.041</c:v>
                </c:pt>
                <c:pt idx="5">
                  <c:v>1.763</c:v>
                </c:pt>
                <c:pt idx="6">
                  <c:v>-1.448</c:v>
                </c:pt>
                <c:pt idx="7">
                  <c:v>0.545</c:v>
                </c:pt>
                <c:pt idx="8">
                  <c:v>0.267</c:v>
                </c:pt>
                <c:pt idx="9">
                  <c:v>1.655</c:v>
                </c:pt>
                <c:pt idx="10">
                  <c:v>-0.876</c:v>
                </c:pt>
                <c:pt idx="11">
                  <c:v>0.32</c:v>
                </c:pt>
                <c:pt idx="12">
                  <c:v>0.18</c:v>
                </c:pt>
                <c:pt idx="13">
                  <c:v>1.101</c:v>
                </c:pt>
                <c:pt idx="14">
                  <c:v>-1.586</c:v>
                </c:pt>
                <c:pt idx="15">
                  <c:v>0.53</c:v>
                </c:pt>
                <c:pt idx="16">
                  <c:v>-0.104</c:v>
                </c:pt>
                <c:pt idx="17">
                  <c:v>0.899</c:v>
                </c:pt>
                <c:pt idx="18">
                  <c:v>-1.4</c:v>
                </c:pt>
                <c:pt idx="19">
                  <c:v>0.299</c:v>
                </c:pt>
                <c:pt idx="20">
                  <c:v>0.066</c:v>
                </c:pt>
                <c:pt idx="21">
                  <c:v>1.407</c:v>
                </c:pt>
                <c:pt idx="22">
                  <c:v>-1.643</c:v>
                </c:pt>
                <c:pt idx="23">
                  <c:v>0.877</c:v>
                </c:pt>
                <c:pt idx="24">
                  <c:v>0.528</c:v>
                </c:pt>
                <c:pt idx="25">
                  <c:v>1.021</c:v>
                </c:pt>
                <c:pt idx="26">
                  <c:v>-1.467</c:v>
                </c:pt>
                <c:pt idx="27">
                  <c:v>0.676</c:v>
                </c:pt>
                <c:pt idx="28">
                  <c:v>0.255</c:v>
                </c:pt>
                <c:pt idx="29">
                  <c:v>1.723</c:v>
                </c:pt>
                <c:pt idx="30">
                  <c:v>-1.383</c:v>
                </c:pt>
                <c:pt idx="31">
                  <c:v>0.814</c:v>
                </c:pt>
                <c:pt idx="32">
                  <c:v>-0.021</c:v>
                </c:pt>
                <c:pt idx="33">
                  <c:v>1.312</c:v>
                </c:pt>
                <c:pt idx="34">
                  <c:v>-1.443</c:v>
                </c:pt>
                <c:pt idx="35">
                  <c:v>0.84</c:v>
                </c:pt>
                <c:pt idx="36">
                  <c:v>-0.321</c:v>
                </c:pt>
                <c:pt idx="37">
                  <c:v>1.683</c:v>
                </c:pt>
                <c:pt idx="38">
                  <c:v>-1.78</c:v>
                </c:pt>
                <c:pt idx="39">
                  <c:v>0.954</c:v>
                </c:pt>
                <c:pt idx="40">
                  <c:v>0.399</c:v>
                </c:pt>
                <c:pt idx="41">
                  <c:v>1.705</c:v>
                </c:pt>
                <c:pt idx="42">
                  <c:v>-0.874</c:v>
                </c:pt>
                <c:pt idx="43">
                  <c:v>0.91</c:v>
                </c:pt>
                <c:pt idx="44">
                  <c:v>0.453</c:v>
                </c:pt>
                <c:pt idx="45">
                  <c:v>1.45</c:v>
                </c:pt>
                <c:pt idx="46">
                  <c:v>-1.376</c:v>
                </c:pt>
                <c:pt idx="47">
                  <c:v>1.382</c:v>
                </c:pt>
                <c:pt idx="48">
                  <c:v>0.197</c:v>
                </c:pt>
                <c:pt idx="49">
                  <c:v>2.032</c:v>
                </c:pt>
                <c:pt idx="50">
                  <c:v>-1.643</c:v>
                </c:pt>
                <c:pt idx="51">
                  <c:v>1.172</c:v>
                </c:pt>
                <c:pt idx="52">
                  <c:v>-0.209</c:v>
                </c:pt>
                <c:pt idx="53">
                  <c:v>2.088</c:v>
                </c:pt>
                <c:pt idx="54">
                  <c:v>-1.595</c:v>
                </c:pt>
                <c:pt idx="55">
                  <c:v>0.88</c:v>
                </c:pt>
                <c:pt idx="56">
                  <c:v>0.501</c:v>
                </c:pt>
                <c:pt idx="57">
                  <c:v>1.098</c:v>
                </c:pt>
                <c:pt idx="58">
                  <c:v>-2.077</c:v>
                </c:pt>
                <c:pt idx="59">
                  <c:v>1.155</c:v>
                </c:pt>
                <c:pt idx="60">
                  <c:v>0.255</c:v>
                </c:pt>
                <c:pt idx="61">
                  <c:v>0.475</c:v>
                </c:pt>
                <c:pt idx="62">
                  <c:v>-2.093</c:v>
                </c:pt>
                <c:pt idx="63">
                  <c:v>0.899</c:v>
                </c:pt>
                <c:pt idx="64">
                  <c:v>0.188</c:v>
                </c:pt>
                <c:pt idx="65">
                  <c:v>1.159</c:v>
                </c:pt>
                <c:pt idx="66">
                  <c:v>-1.818</c:v>
                </c:pt>
                <c:pt idx="67">
                  <c:v>0.424</c:v>
                </c:pt>
                <c:pt idx="68">
                  <c:v>0.027</c:v>
                </c:pt>
                <c:pt idx="69">
                  <c:v>1.02</c:v>
                </c:pt>
                <c:pt idx="70">
                  <c:v>-1.636</c:v>
                </c:pt>
                <c:pt idx="71">
                  <c:v>0.74</c:v>
                </c:pt>
                <c:pt idx="72">
                  <c:v>0.195</c:v>
                </c:pt>
                <c:pt idx="73">
                  <c:v>1.633</c:v>
                </c:pt>
                <c:pt idx="74">
                  <c:v>-1.819</c:v>
                </c:pt>
                <c:pt idx="75">
                  <c:v>0.745</c:v>
                </c:pt>
                <c:pt idx="76">
                  <c:v>0.394</c:v>
                </c:pt>
                <c:pt idx="77">
                  <c:v>1.184</c:v>
                </c:pt>
                <c:pt idx="78">
                  <c:v>-1.638</c:v>
                </c:pt>
                <c:pt idx="79">
                  <c:v>0.71</c:v>
                </c:pt>
                <c:pt idx="80">
                  <c:v>0.269</c:v>
                </c:pt>
                <c:pt idx="81">
                  <c:v>1.401</c:v>
                </c:pt>
                <c:pt idx="82">
                  <c:v>-1.498</c:v>
                </c:pt>
                <c:pt idx="83">
                  <c:v>1.046</c:v>
                </c:pt>
                <c:pt idx="84">
                  <c:v>0.294</c:v>
                </c:pt>
                <c:pt idx="85">
                  <c:v>1.406</c:v>
                </c:pt>
                <c:pt idx="86">
                  <c:v>-1.026</c:v>
                </c:pt>
                <c:pt idx="87">
                  <c:v>0.291</c:v>
                </c:pt>
                <c:pt idx="88">
                  <c:v>0.35</c:v>
                </c:pt>
                <c:pt idx="89">
                  <c:v>1.131</c:v>
                </c:pt>
                <c:pt idx="90">
                  <c:v>-1.908</c:v>
                </c:pt>
                <c:pt idx="91">
                  <c:v>0.859</c:v>
                </c:pt>
                <c:pt idx="92">
                  <c:v>-0.558</c:v>
                </c:pt>
                <c:pt idx="93">
                  <c:v>1.406</c:v>
                </c:pt>
                <c:pt idx="94">
                  <c:v>-1.963</c:v>
                </c:pt>
                <c:pt idx="95">
                  <c:v>0.35</c:v>
                </c:pt>
                <c:pt idx="96">
                  <c:v>0.169</c:v>
                </c:pt>
                <c:pt idx="97">
                  <c:v>1.339</c:v>
                </c:pt>
                <c:pt idx="98">
                  <c:v>-1.635</c:v>
                </c:pt>
                <c:pt idx="99">
                  <c:v>0.861</c:v>
                </c:pt>
                <c:pt idx="100">
                  <c:v>0.342</c:v>
                </c:pt>
                <c:pt idx="101">
                  <c:v>1.204</c:v>
                </c:pt>
                <c:pt idx="102">
                  <c:v>-1.245</c:v>
                </c:pt>
                <c:pt idx="103">
                  <c:v>1.079</c:v>
                </c:pt>
                <c:pt idx="104">
                  <c:v>0.046</c:v>
                </c:pt>
                <c:pt idx="105">
                  <c:v>0.42</c:v>
                </c:pt>
                <c:pt idx="106">
                  <c:v>-2.067</c:v>
                </c:pt>
                <c:pt idx="107">
                  <c:v>0.42</c:v>
                </c:pt>
                <c:pt idx="108">
                  <c:v>0.053</c:v>
                </c:pt>
                <c:pt idx="109">
                  <c:v>1.402</c:v>
                </c:pt>
                <c:pt idx="110">
                  <c:v>-1.901</c:v>
                </c:pt>
                <c:pt idx="111">
                  <c:v>0.909</c:v>
                </c:pt>
                <c:pt idx="112">
                  <c:v>-0.047</c:v>
                </c:pt>
                <c:pt idx="113">
                  <c:v>1.386</c:v>
                </c:pt>
                <c:pt idx="114">
                  <c:v>-1.803</c:v>
                </c:pt>
                <c:pt idx="115">
                  <c:v>1.037</c:v>
                </c:pt>
                <c:pt idx="116">
                  <c:v>0.193</c:v>
                </c:pt>
                <c:pt idx="117">
                  <c:v>0.935</c:v>
                </c:pt>
                <c:pt idx="118">
                  <c:v>-1.492</c:v>
                </c:pt>
                <c:pt idx="119">
                  <c:v>0.797</c:v>
                </c:pt>
                <c:pt idx="120">
                  <c:v>0.634</c:v>
                </c:pt>
                <c:pt idx="121">
                  <c:v>1.101</c:v>
                </c:pt>
                <c:pt idx="122">
                  <c:v>-2.206</c:v>
                </c:pt>
                <c:pt idx="123">
                  <c:v>1.02</c:v>
                </c:pt>
                <c:pt idx="124">
                  <c:v>0.393</c:v>
                </c:pt>
                <c:pt idx="125">
                  <c:v>1.558</c:v>
                </c:pt>
                <c:pt idx="126">
                  <c:v>-1.618</c:v>
                </c:pt>
                <c:pt idx="127">
                  <c:v>0.883</c:v>
                </c:pt>
                <c:pt idx="128">
                  <c:v>0.361</c:v>
                </c:pt>
                <c:pt idx="129">
                  <c:v>1.566</c:v>
                </c:pt>
                <c:pt idx="130">
                  <c:v>-1.385</c:v>
                </c:pt>
                <c:pt idx="131">
                  <c:v>1.218</c:v>
                </c:pt>
                <c:pt idx="132">
                  <c:v>0.55</c:v>
                </c:pt>
                <c:pt idx="133">
                  <c:v>1.326</c:v>
                </c:pt>
                <c:pt idx="134">
                  <c:v>-1.621</c:v>
                </c:pt>
                <c:pt idx="135">
                  <c:v>1.036</c:v>
                </c:pt>
                <c:pt idx="136">
                  <c:v>0.096</c:v>
                </c:pt>
                <c:pt idx="137">
                  <c:v>0.617</c:v>
                </c:pt>
                <c:pt idx="138">
                  <c:v>-1.469</c:v>
                </c:pt>
                <c:pt idx="139">
                  <c:v>0.728</c:v>
                </c:pt>
                <c:pt idx="140">
                  <c:v>0.299</c:v>
                </c:pt>
                <c:pt idx="141">
                  <c:v>0.738</c:v>
                </c:pt>
                <c:pt idx="142">
                  <c:v>-1.515</c:v>
                </c:pt>
                <c:pt idx="143">
                  <c:v>0.855</c:v>
                </c:pt>
                <c:pt idx="144">
                  <c:v>0.157</c:v>
                </c:pt>
                <c:pt idx="145">
                  <c:v>1.19</c:v>
                </c:pt>
                <c:pt idx="146">
                  <c:v>-2.142</c:v>
                </c:pt>
                <c:pt idx="147">
                  <c:v>0.688</c:v>
                </c:pt>
                <c:pt idx="148">
                  <c:v>1.059</c:v>
                </c:pt>
                <c:pt idx="149">
                  <c:v>1.353</c:v>
                </c:pt>
                <c:pt idx="150">
                  <c:v>-1.291</c:v>
                </c:pt>
                <c:pt idx="151">
                  <c:v>1.08</c:v>
                </c:pt>
                <c:pt idx="152">
                  <c:v>1.01</c:v>
                </c:pt>
                <c:pt idx="153">
                  <c:v>1.335</c:v>
                </c:pt>
                <c:pt idx="154">
                  <c:v>-1.376</c:v>
                </c:pt>
                <c:pt idx="155">
                  <c:v>0.836</c:v>
                </c:pt>
                <c:pt idx="156">
                  <c:v>0.481</c:v>
                </c:pt>
                <c:pt idx="157">
                  <c:v>0.878</c:v>
                </c:pt>
                <c:pt idx="158">
                  <c:v>-1.73</c:v>
                </c:pt>
                <c:pt idx="159">
                  <c:v>0.47</c:v>
                </c:pt>
                <c:pt idx="160">
                  <c:v>0.484</c:v>
                </c:pt>
                <c:pt idx="161">
                  <c:v>1.459</c:v>
                </c:pt>
                <c:pt idx="162">
                  <c:v>-1.412</c:v>
                </c:pt>
                <c:pt idx="163">
                  <c:v>0.928</c:v>
                </c:pt>
                <c:pt idx="164">
                  <c:v>0.729</c:v>
                </c:pt>
                <c:pt idx="165">
                  <c:v>1.006</c:v>
                </c:pt>
                <c:pt idx="166">
                  <c:v>-1.497</c:v>
                </c:pt>
                <c:pt idx="167">
                  <c:v>1.205</c:v>
                </c:pt>
                <c:pt idx="168">
                  <c:v>-0.056</c:v>
                </c:pt>
                <c:pt idx="169">
                  <c:v>1.775</c:v>
                </c:pt>
                <c:pt idx="170">
                  <c:v>-1.059</c:v>
                </c:pt>
                <c:pt idx="171">
                  <c:v>0.979</c:v>
                </c:pt>
                <c:pt idx="172">
                  <c:v>0.569</c:v>
                </c:pt>
                <c:pt idx="173">
                  <c:v>1.699</c:v>
                </c:pt>
                <c:pt idx="174">
                  <c:v>-1.221</c:v>
                </c:pt>
                <c:pt idx="175">
                  <c:v>0.758</c:v>
                </c:pt>
                <c:pt idx="176">
                  <c:v>0.179</c:v>
                </c:pt>
                <c:pt idx="177">
                  <c:v>0.749</c:v>
                </c:pt>
                <c:pt idx="178">
                  <c:v>-1.144</c:v>
                </c:pt>
                <c:pt idx="179">
                  <c:v>0.252</c:v>
                </c:pt>
                <c:pt idx="180">
                  <c:v>0.944</c:v>
                </c:pt>
                <c:pt idx="181">
                  <c:v>1.099</c:v>
                </c:pt>
                <c:pt idx="182">
                  <c:v>-0.936</c:v>
                </c:pt>
                <c:pt idx="183">
                  <c:v>0.65</c:v>
                </c:pt>
                <c:pt idx="184">
                  <c:v>0.136</c:v>
                </c:pt>
                <c:pt idx="185">
                  <c:v>1.745</c:v>
                </c:pt>
                <c:pt idx="186">
                  <c:v>-1.307</c:v>
                </c:pt>
                <c:pt idx="187">
                  <c:v>0.774</c:v>
                </c:pt>
                <c:pt idx="188">
                  <c:v>0.533</c:v>
                </c:pt>
                <c:pt idx="189">
                  <c:v>1.185</c:v>
                </c:pt>
                <c:pt idx="190">
                  <c:v>-1.292</c:v>
                </c:pt>
                <c:pt idx="191">
                  <c:v>0.669</c:v>
                </c:pt>
              </c:numCache>
            </c:numRef>
          </c:xVal>
          <c:yVal>
            <c:numRef>
              <c:f>Sheet1!$D$2:$D$193</c:f>
              <c:numCache>
                <c:formatCode>General</c:formatCode>
                <c:ptCount val="192"/>
                <c:pt idx="0">
                  <c:v>0.125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0.85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0.304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1.169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1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0.829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0.639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>0.984</c:v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>0.905</c:v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>1.758</c:v>
                </c:pt>
                <c:pt idx="37">
                  <c:v/>
                </c:pt>
                <c:pt idx="38">
                  <c:v/>
                </c:pt>
                <c:pt idx="39">
                  <c:v/>
                </c:pt>
                <c:pt idx="40">
                  <c:v>0.413</c:v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>0.306</c:v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>0.575</c:v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>1.541</c:v>
                </c:pt>
                <c:pt idx="53">
                  <c:v/>
                </c:pt>
                <c:pt idx="54">
                  <c:v/>
                </c:pt>
                <c:pt idx="55">
                  <c:v/>
                </c:pt>
                <c:pt idx="56">
                  <c:v>0.721</c:v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>1.55</c:v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>1.16</c:v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>1.21</c:v>
                </c:pt>
                <c:pt idx="69">
                  <c:v/>
                </c:pt>
                <c:pt idx="70">
                  <c:v/>
                </c:pt>
                <c:pt idx="71">
                  <c:v/>
                </c:pt>
                <c:pt idx="72">
                  <c:v>1.078</c:v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>0.863</c:v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0.698</c:v>
                </c:pt>
                <c:pt idx="81">
                  <c:v/>
                </c:pt>
                <c:pt idx="82">
                  <c:v/>
                </c:pt>
                <c:pt idx="83">
                  <c:v/>
                </c:pt>
                <c:pt idx="84">
                  <c:v>0.976</c:v>
                </c:pt>
                <c:pt idx="85">
                  <c:v/>
                </c:pt>
                <c:pt idx="86">
                  <c:v/>
                </c:pt>
                <c:pt idx="87">
                  <c:v/>
                </c:pt>
                <c:pt idx="88">
                  <c:v>1.156</c:v>
                </c:pt>
                <c:pt idx="89">
                  <c:v/>
                </c:pt>
                <c:pt idx="90">
                  <c:v/>
                </c:pt>
                <c:pt idx="91">
                  <c:v/>
                </c:pt>
                <c:pt idx="92">
                  <c:v>2.068</c:v>
                </c:pt>
                <c:pt idx="93">
                  <c:v/>
                </c:pt>
                <c:pt idx="94">
                  <c:v/>
                </c:pt>
                <c:pt idx="95">
                  <c:v/>
                </c:pt>
                <c:pt idx="96">
                  <c:v>1.074</c:v>
                </c:pt>
                <c:pt idx="97">
                  <c:v/>
                </c:pt>
                <c:pt idx="98">
                  <c:v/>
                </c:pt>
                <c:pt idx="99">
                  <c:v/>
                </c:pt>
                <c:pt idx="100">
                  <c:v>0.856</c:v>
                </c:pt>
                <c:pt idx="101">
                  <c:v/>
                </c:pt>
                <c:pt idx="102">
                  <c:v/>
                </c:pt>
                <c:pt idx="103">
                  <c:v/>
                </c:pt>
                <c:pt idx="104">
                  <c:v>1.772</c:v>
                </c:pt>
                <c:pt idx="105">
                  <c:v/>
                </c:pt>
                <c:pt idx="106">
                  <c:v/>
                </c:pt>
                <c:pt idx="107">
                  <c:v/>
                </c:pt>
                <c:pt idx="108">
                  <c:v>1.635</c:v>
                </c:pt>
                <c:pt idx="109">
                  <c:v/>
                </c:pt>
                <c:pt idx="110">
                  <c:v/>
                </c:pt>
                <c:pt idx="111">
                  <c:v/>
                </c:pt>
                <c:pt idx="112">
                  <c:v>1.171</c:v>
                </c:pt>
                <c:pt idx="113">
                  <c:v/>
                </c:pt>
                <c:pt idx="114">
                  <c:v/>
                </c:pt>
                <c:pt idx="115">
                  <c:v/>
                </c:pt>
                <c:pt idx="116">
                  <c:v>0.979</c:v>
                </c:pt>
                <c:pt idx="117">
                  <c:v/>
                </c:pt>
                <c:pt idx="118">
                  <c:v/>
                </c:pt>
                <c:pt idx="119">
                  <c:v/>
                </c:pt>
                <c:pt idx="120">
                  <c:v>1.976</c:v>
                </c:pt>
                <c:pt idx="121">
                  <c:v/>
                </c:pt>
                <c:pt idx="122">
                  <c:v/>
                </c:pt>
                <c:pt idx="123">
                  <c:v/>
                </c:pt>
                <c:pt idx="124">
                  <c:v>1.608</c:v>
                </c:pt>
                <c:pt idx="125">
                  <c:v/>
                </c:pt>
                <c:pt idx="126">
                  <c:v/>
                </c:pt>
                <c:pt idx="127">
                  <c:v/>
                </c:pt>
                <c:pt idx="128">
                  <c:v>0.733</c:v>
                </c:pt>
                <c:pt idx="129">
                  <c:v/>
                </c:pt>
                <c:pt idx="130">
                  <c:v/>
                </c:pt>
                <c:pt idx="131">
                  <c:v/>
                </c:pt>
                <c:pt idx="132">
                  <c:v>1.833</c:v>
                </c:pt>
                <c:pt idx="133">
                  <c:v/>
                </c:pt>
                <c:pt idx="134">
                  <c:v/>
                </c:pt>
                <c:pt idx="135">
                  <c:v/>
                </c:pt>
                <c:pt idx="136">
                  <c:v>1.564</c:v>
                </c:pt>
                <c:pt idx="137">
                  <c:v/>
                </c:pt>
                <c:pt idx="138">
                  <c:v/>
                </c:pt>
                <c:pt idx="139">
                  <c:v/>
                </c:pt>
                <c:pt idx="140">
                  <c:v>1.477</c:v>
                </c:pt>
                <c:pt idx="141">
                  <c:v/>
                </c:pt>
                <c:pt idx="142">
                  <c:v/>
                </c:pt>
                <c:pt idx="143">
                  <c:v/>
                </c:pt>
                <c:pt idx="144">
                  <c:v>1.221</c:v>
                </c:pt>
                <c:pt idx="145">
                  <c:v/>
                </c:pt>
                <c:pt idx="146">
                  <c:v/>
                </c:pt>
                <c:pt idx="147">
                  <c:v/>
                </c:pt>
                <c:pt idx="148">
                  <c:v>0.233</c:v>
                </c:pt>
                <c:pt idx="149">
                  <c:v/>
                </c:pt>
                <c:pt idx="150">
                  <c:v/>
                </c:pt>
                <c:pt idx="151">
                  <c:v/>
                </c:pt>
                <c:pt idx="152">
                  <c:v>1.103</c:v>
                </c:pt>
                <c:pt idx="153">
                  <c:v/>
                </c:pt>
                <c:pt idx="154">
                  <c:v/>
                </c:pt>
                <c:pt idx="155">
                  <c:v/>
                </c:pt>
                <c:pt idx="156">
                  <c:v>0.874</c:v>
                </c:pt>
                <c:pt idx="157">
                  <c:v/>
                </c:pt>
                <c:pt idx="158">
                  <c:v/>
                </c:pt>
                <c:pt idx="159">
                  <c:v/>
                </c:pt>
                <c:pt idx="160">
                  <c:v>0.673</c:v>
                </c:pt>
                <c:pt idx="161">
                  <c:v/>
                </c:pt>
                <c:pt idx="162">
                  <c:v/>
                </c:pt>
                <c:pt idx="163">
                  <c:v/>
                </c:pt>
                <c:pt idx="164">
                  <c:v>0.263</c:v>
                </c:pt>
                <c:pt idx="165">
                  <c:v/>
                </c:pt>
                <c:pt idx="166">
                  <c:v/>
                </c:pt>
                <c:pt idx="167">
                  <c:v/>
                </c:pt>
                <c:pt idx="168">
                  <c:v>0.981</c:v>
                </c:pt>
                <c:pt idx="169">
                  <c:v/>
                </c:pt>
                <c:pt idx="170">
                  <c:v/>
                </c:pt>
                <c:pt idx="171">
                  <c:v/>
                </c:pt>
                <c:pt idx="172">
                  <c:v>0.69</c:v>
                </c:pt>
                <c:pt idx="173">
                  <c:v/>
                </c:pt>
                <c:pt idx="174">
                  <c:v/>
                </c:pt>
                <c:pt idx="175">
                  <c:v/>
                </c:pt>
                <c:pt idx="176">
                  <c:v>0.622</c:v>
                </c:pt>
                <c:pt idx="177">
                  <c:v/>
                </c:pt>
                <c:pt idx="178">
                  <c:v/>
                </c:pt>
                <c:pt idx="179">
                  <c:v/>
                </c:pt>
                <c:pt idx="180">
                  <c:v>0.211</c:v>
                </c:pt>
                <c:pt idx="181">
                  <c:v/>
                </c:pt>
                <c:pt idx="182">
                  <c:v/>
                </c:pt>
                <c:pt idx="183">
                  <c:v/>
                </c:pt>
                <c:pt idx="184">
                  <c:v>0.727</c:v>
                </c:pt>
                <c:pt idx="185">
                  <c:v/>
                </c:pt>
                <c:pt idx="186">
                  <c:v/>
                </c:pt>
                <c:pt idx="187">
                  <c:v/>
                </c:pt>
                <c:pt idx="188">
                  <c:v>0.439</c:v>
                </c:pt>
                <c:pt idx="189">
                  <c:v/>
                </c:pt>
                <c:pt idx="190">
                  <c:v/>
                </c:pt>
                <c:pt idx="191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13 Mar</c:v>
                </c:pt>
              </c:strCache>
            </c:strRef>
          </c:tx>
          <c:spPr>
            <a:solidFill>
              <a:srgbClr val="B03A2E"/>
            </a:solidFill>
            <a:ln>
              <a:noFill/>
            </a:ln>
            <a:effectLst/>
          </c:spPr>
          <c:marker>
            <c:symbol val="circle"/>
            <c:size val="6"/>
            <c:spPr>
              <a:solidFill>
                <a:srgbClr val="B03A2E"/>
              </a:solidFill>
              <a:ln w="9525" cap="flat">
                <a:solidFill>
                  <a:srgbClr val="B03A2E"/>
                </a:solidFill>
                <a:prstDash val="solid"/>
                <a:round/>
              </a:ln>
              <a:effectLst/>
            </c:spPr>
          </c:marker>
          <c:xVal>
            <c:numRef>
              <c:f>Sheet1!$A$2:$A$193</c:f>
              <c:numCache>
                <c:formatCode>General</c:formatCode>
                <c:ptCount val="192"/>
                <c:pt idx="0">
                  <c:v>0.506</c:v>
                </c:pt>
                <c:pt idx="1">
                  <c:v>1.012</c:v>
                </c:pt>
                <c:pt idx="2">
                  <c:v>-1.381</c:v>
                </c:pt>
                <c:pt idx="3">
                  <c:v>0.688</c:v>
                </c:pt>
                <c:pt idx="4">
                  <c:v>0.041</c:v>
                </c:pt>
                <c:pt idx="5">
                  <c:v>1.763</c:v>
                </c:pt>
                <c:pt idx="6">
                  <c:v>-1.448</c:v>
                </c:pt>
                <c:pt idx="7">
                  <c:v>0.545</c:v>
                </c:pt>
                <c:pt idx="8">
                  <c:v>0.267</c:v>
                </c:pt>
                <c:pt idx="9">
                  <c:v>1.655</c:v>
                </c:pt>
                <c:pt idx="10">
                  <c:v>-0.876</c:v>
                </c:pt>
                <c:pt idx="11">
                  <c:v>0.32</c:v>
                </c:pt>
                <c:pt idx="12">
                  <c:v>0.18</c:v>
                </c:pt>
                <c:pt idx="13">
                  <c:v>1.101</c:v>
                </c:pt>
                <c:pt idx="14">
                  <c:v>-1.586</c:v>
                </c:pt>
                <c:pt idx="15">
                  <c:v>0.53</c:v>
                </c:pt>
                <c:pt idx="16">
                  <c:v>-0.104</c:v>
                </c:pt>
                <c:pt idx="17">
                  <c:v>0.899</c:v>
                </c:pt>
                <c:pt idx="18">
                  <c:v>-1.4</c:v>
                </c:pt>
                <c:pt idx="19">
                  <c:v>0.299</c:v>
                </c:pt>
                <c:pt idx="20">
                  <c:v>0.066</c:v>
                </c:pt>
                <c:pt idx="21">
                  <c:v>1.407</c:v>
                </c:pt>
                <c:pt idx="22">
                  <c:v>-1.643</c:v>
                </c:pt>
                <c:pt idx="23">
                  <c:v>0.877</c:v>
                </c:pt>
                <c:pt idx="24">
                  <c:v>0.528</c:v>
                </c:pt>
                <c:pt idx="25">
                  <c:v>1.021</c:v>
                </c:pt>
                <c:pt idx="26">
                  <c:v>-1.467</c:v>
                </c:pt>
                <c:pt idx="27">
                  <c:v>0.676</c:v>
                </c:pt>
                <c:pt idx="28">
                  <c:v>0.255</c:v>
                </c:pt>
                <c:pt idx="29">
                  <c:v>1.723</c:v>
                </c:pt>
                <c:pt idx="30">
                  <c:v>-1.383</c:v>
                </c:pt>
                <c:pt idx="31">
                  <c:v>0.814</c:v>
                </c:pt>
                <c:pt idx="32">
                  <c:v>-0.021</c:v>
                </c:pt>
                <c:pt idx="33">
                  <c:v>1.312</c:v>
                </c:pt>
                <c:pt idx="34">
                  <c:v>-1.443</c:v>
                </c:pt>
                <c:pt idx="35">
                  <c:v>0.84</c:v>
                </c:pt>
                <c:pt idx="36">
                  <c:v>-0.321</c:v>
                </c:pt>
                <c:pt idx="37">
                  <c:v>1.683</c:v>
                </c:pt>
                <c:pt idx="38">
                  <c:v>-1.78</c:v>
                </c:pt>
                <c:pt idx="39">
                  <c:v>0.954</c:v>
                </c:pt>
                <c:pt idx="40">
                  <c:v>0.399</c:v>
                </c:pt>
                <c:pt idx="41">
                  <c:v>1.705</c:v>
                </c:pt>
                <c:pt idx="42">
                  <c:v>-0.874</c:v>
                </c:pt>
                <c:pt idx="43">
                  <c:v>0.91</c:v>
                </c:pt>
                <c:pt idx="44">
                  <c:v>0.453</c:v>
                </c:pt>
                <c:pt idx="45">
                  <c:v>1.45</c:v>
                </c:pt>
                <c:pt idx="46">
                  <c:v>-1.376</c:v>
                </c:pt>
                <c:pt idx="47">
                  <c:v>1.382</c:v>
                </c:pt>
                <c:pt idx="48">
                  <c:v>0.197</c:v>
                </c:pt>
                <c:pt idx="49">
                  <c:v>2.032</c:v>
                </c:pt>
                <c:pt idx="50">
                  <c:v>-1.643</c:v>
                </c:pt>
                <c:pt idx="51">
                  <c:v>1.172</c:v>
                </c:pt>
                <c:pt idx="52">
                  <c:v>-0.209</c:v>
                </c:pt>
                <c:pt idx="53">
                  <c:v>2.088</c:v>
                </c:pt>
                <c:pt idx="54">
                  <c:v>-1.595</c:v>
                </c:pt>
                <c:pt idx="55">
                  <c:v>0.88</c:v>
                </c:pt>
                <c:pt idx="56">
                  <c:v>0.501</c:v>
                </c:pt>
                <c:pt idx="57">
                  <c:v>1.098</c:v>
                </c:pt>
                <c:pt idx="58">
                  <c:v>-2.077</c:v>
                </c:pt>
                <c:pt idx="59">
                  <c:v>1.155</c:v>
                </c:pt>
                <c:pt idx="60">
                  <c:v>0.255</c:v>
                </c:pt>
                <c:pt idx="61">
                  <c:v>0.475</c:v>
                </c:pt>
                <c:pt idx="62">
                  <c:v>-2.093</c:v>
                </c:pt>
                <c:pt idx="63">
                  <c:v>0.899</c:v>
                </c:pt>
                <c:pt idx="64">
                  <c:v>0.188</c:v>
                </c:pt>
                <c:pt idx="65">
                  <c:v>1.159</c:v>
                </c:pt>
                <c:pt idx="66">
                  <c:v>-1.818</c:v>
                </c:pt>
                <c:pt idx="67">
                  <c:v>0.424</c:v>
                </c:pt>
                <c:pt idx="68">
                  <c:v>0.027</c:v>
                </c:pt>
                <c:pt idx="69">
                  <c:v>1.02</c:v>
                </c:pt>
                <c:pt idx="70">
                  <c:v>-1.636</c:v>
                </c:pt>
                <c:pt idx="71">
                  <c:v>0.74</c:v>
                </c:pt>
                <c:pt idx="72">
                  <c:v>0.195</c:v>
                </c:pt>
                <c:pt idx="73">
                  <c:v>1.633</c:v>
                </c:pt>
                <c:pt idx="74">
                  <c:v>-1.819</c:v>
                </c:pt>
                <c:pt idx="75">
                  <c:v>0.745</c:v>
                </c:pt>
                <c:pt idx="76">
                  <c:v>0.394</c:v>
                </c:pt>
                <c:pt idx="77">
                  <c:v>1.184</c:v>
                </c:pt>
                <c:pt idx="78">
                  <c:v>-1.638</c:v>
                </c:pt>
                <c:pt idx="79">
                  <c:v>0.71</c:v>
                </c:pt>
                <c:pt idx="80">
                  <c:v>0.269</c:v>
                </c:pt>
                <c:pt idx="81">
                  <c:v>1.401</c:v>
                </c:pt>
                <c:pt idx="82">
                  <c:v>-1.498</c:v>
                </c:pt>
                <c:pt idx="83">
                  <c:v>1.046</c:v>
                </c:pt>
                <c:pt idx="84">
                  <c:v>0.294</c:v>
                </c:pt>
                <c:pt idx="85">
                  <c:v>1.406</c:v>
                </c:pt>
                <c:pt idx="86">
                  <c:v>-1.026</c:v>
                </c:pt>
                <c:pt idx="87">
                  <c:v>0.291</c:v>
                </c:pt>
                <c:pt idx="88">
                  <c:v>0.35</c:v>
                </c:pt>
                <c:pt idx="89">
                  <c:v>1.131</c:v>
                </c:pt>
                <c:pt idx="90">
                  <c:v>-1.908</c:v>
                </c:pt>
                <c:pt idx="91">
                  <c:v>0.859</c:v>
                </c:pt>
                <c:pt idx="92">
                  <c:v>-0.558</c:v>
                </c:pt>
                <c:pt idx="93">
                  <c:v>1.406</c:v>
                </c:pt>
                <c:pt idx="94">
                  <c:v>-1.963</c:v>
                </c:pt>
                <c:pt idx="95">
                  <c:v>0.35</c:v>
                </c:pt>
                <c:pt idx="96">
                  <c:v>0.169</c:v>
                </c:pt>
                <c:pt idx="97">
                  <c:v>1.339</c:v>
                </c:pt>
                <c:pt idx="98">
                  <c:v>-1.635</c:v>
                </c:pt>
                <c:pt idx="99">
                  <c:v>0.861</c:v>
                </c:pt>
                <c:pt idx="100">
                  <c:v>0.342</c:v>
                </c:pt>
                <c:pt idx="101">
                  <c:v>1.204</c:v>
                </c:pt>
                <c:pt idx="102">
                  <c:v>-1.245</c:v>
                </c:pt>
                <c:pt idx="103">
                  <c:v>1.079</c:v>
                </c:pt>
                <c:pt idx="104">
                  <c:v>0.046</c:v>
                </c:pt>
                <c:pt idx="105">
                  <c:v>0.42</c:v>
                </c:pt>
                <c:pt idx="106">
                  <c:v>-2.067</c:v>
                </c:pt>
                <c:pt idx="107">
                  <c:v>0.42</c:v>
                </c:pt>
                <c:pt idx="108">
                  <c:v>0.053</c:v>
                </c:pt>
                <c:pt idx="109">
                  <c:v>1.402</c:v>
                </c:pt>
                <c:pt idx="110">
                  <c:v>-1.901</c:v>
                </c:pt>
                <c:pt idx="111">
                  <c:v>0.909</c:v>
                </c:pt>
                <c:pt idx="112">
                  <c:v>-0.047</c:v>
                </c:pt>
                <c:pt idx="113">
                  <c:v>1.386</c:v>
                </c:pt>
                <c:pt idx="114">
                  <c:v>-1.803</c:v>
                </c:pt>
                <c:pt idx="115">
                  <c:v>1.037</c:v>
                </c:pt>
                <c:pt idx="116">
                  <c:v>0.193</c:v>
                </c:pt>
                <c:pt idx="117">
                  <c:v>0.935</c:v>
                </c:pt>
                <c:pt idx="118">
                  <c:v>-1.492</c:v>
                </c:pt>
                <c:pt idx="119">
                  <c:v>0.797</c:v>
                </c:pt>
                <c:pt idx="120">
                  <c:v>0.634</c:v>
                </c:pt>
                <c:pt idx="121">
                  <c:v>1.101</c:v>
                </c:pt>
                <c:pt idx="122">
                  <c:v>-2.206</c:v>
                </c:pt>
                <c:pt idx="123">
                  <c:v>1.02</c:v>
                </c:pt>
                <c:pt idx="124">
                  <c:v>0.393</c:v>
                </c:pt>
                <c:pt idx="125">
                  <c:v>1.558</c:v>
                </c:pt>
                <c:pt idx="126">
                  <c:v>-1.618</c:v>
                </c:pt>
                <c:pt idx="127">
                  <c:v>0.883</c:v>
                </c:pt>
                <c:pt idx="128">
                  <c:v>0.361</c:v>
                </c:pt>
                <c:pt idx="129">
                  <c:v>1.566</c:v>
                </c:pt>
                <c:pt idx="130">
                  <c:v>-1.385</c:v>
                </c:pt>
                <c:pt idx="131">
                  <c:v>1.218</c:v>
                </c:pt>
                <c:pt idx="132">
                  <c:v>0.55</c:v>
                </c:pt>
                <c:pt idx="133">
                  <c:v>1.326</c:v>
                </c:pt>
                <c:pt idx="134">
                  <c:v>-1.621</c:v>
                </c:pt>
                <c:pt idx="135">
                  <c:v>1.036</c:v>
                </c:pt>
                <c:pt idx="136">
                  <c:v>0.096</c:v>
                </c:pt>
                <c:pt idx="137">
                  <c:v>0.617</c:v>
                </c:pt>
                <c:pt idx="138">
                  <c:v>-1.469</c:v>
                </c:pt>
                <c:pt idx="139">
                  <c:v>0.728</c:v>
                </c:pt>
                <c:pt idx="140">
                  <c:v>0.299</c:v>
                </c:pt>
                <c:pt idx="141">
                  <c:v>0.738</c:v>
                </c:pt>
                <c:pt idx="142">
                  <c:v>-1.515</c:v>
                </c:pt>
                <c:pt idx="143">
                  <c:v>0.855</c:v>
                </c:pt>
                <c:pt idx="144">
                  <c:v>0.157</c:v>
                </c:pt>
                <c:pt idx="145">
                  <c:v>1.19</c:v>
                </c:pt>
                <c:pt idx="146">
                  <c:v>-2.142</c:v>
                </c:pt>
                <c:pt idx="147">
                  <c:v>0.688</c:v>
                </c:pt>
                <c:pt idx="148">
                  <c:v>1.059</c:v>
                </c:pt>
                <c:pt idx="149">
                  <c:v>1.353</c:v>
                </c:pt>
                <c:pt idx="150">
                  <c:v>-1.291</c:v>
                </c:pt>
                <c:pt idx="151">
                  <c:v>1.08</c:v>
                </c:pt>
                <c:pt idx="152">
                  <c:v>1.01</c:v>
                </c:pt>
                <c:pt idx="153">
                  <c:v>1.335</c:v>
                </c:pt>
                <c:pt idx="154">
                  <c:v>-1.376</c:v>
                </c:pt>
                <c:pt idx="155">
                  <c:v>0.836</c:v>
                </c:pt>
                <c:pt idx="156">
                  <c:v>0.481</c:v>
                </c:pt>
                <c:pt idx="157">
                  <c:v>0.878</c:v>
                </c:pt>
                <c:pt idx="158">
                  <c:v>-1.73</c:v>
                </c:pt>
                <c:pt idx="159">
                  <c:v>0.47</c:v>
                </c:pt>
                <c:pt idx="160">
                  <c:v>0.484</c:v>
                </c:pt>
                <c:pt idx="161">
                  <c:v>1.459</c:v>
                </c:pt>
                <c:pt idx="162">
                  <c:v>-1.412</c:v>
                </c:pt>
                <c:pt idx="163">
                  <c:v>0.928</c:v>
                </c:pt>
                <c:pt idx="164">
                  <c:v>0.729</c:v>
                </c:pt>
                <c:pt idx="165">
                  <c:v>1.006</c:v>
                </c:pt>
                <c:pt idx="166">
                  <c:v>-1.497</c:v>
                </c:pt>
                <c:pt idx="167">
                  <c:v>1.205</c:v>
                </c:pt>
                <c:pt idx="168">
                  <c:v>-0.056</c:v>
                </c:pt>
                <c:pt idx="169">
                  <c:v>1.775</c:v>
                </c:pt>
                <c:pt idx="170">
                  <c:v>-1.059</c:v>
                </c:pt>
                <c:pt idx="171">
                  <c:v>0.979</c:v>
                </c:pt>
                <c:pt idx="172">
                  <c:v>0.569</c:v>
                </c:pt>
                <c:pt idx="173">
                  <c:v>1.699</c:v>
                </c:pt>
                <c:pt idx="174">
                  <c:v>-1.221</c:v>
                </c:pt>
                <c:pt idx="175">
                  <c:v>0.758</c:v>
                </c:pt>
                <c:pt idx="176">
                  <c:v>0.179</c:v>
                </c:pt>
                <c:pt idx="177">
                  <c:v>0.749</c:v>
                </c:pt>
                <c:pt idx="178">
                  <c:v>-1.144</c:v>
                </c:pt>
                <c:pt idx="179">
                  <c:v>0.252</c:v>
                </c:pt>
                <c:pt idx="180">
                  <c:v>0.944</c:v>
                </c:pt>
                <c:pt idx="181">
                  <c:v>1.099</c:v>
                </c:pt>
                <c:pt idx="182">
                  <c:v>-0.936</c:v>
                </c:pt>
                <c:pt idx="183">
                  <c:v>0.65</c:v>
                </c:pt>
                <c:pt idx="184">
                  <c:v>0.136</c:v>
                </c:pt>
                <c:pt idx="185">
                  <c:v>1.745</c:v>
                </c:pt>
                <c:pt idx="186">
                  <c:v>-1.307</c:v>
                </c:pt>
                <c:pt idx="187">
                  <c:v>0.774</c:v>
                </c:pt>
                <c:pt idx="188">
                  <c:v>0.533</c:v>
                </c:pt>
                <c:pt idx="189">
                  <c:v>1.185</c:v>
                </c:pt>
                <c:pt idx="190">
                  <c:v>-1.292</c:v>
                </c:pt>
                <c:pt idx="191">
                  <c:v>0.669</c:v>
                </c:pt>
              </c:numCache>
            </c:numRef>
          </c:xVal>
          <c:yVal>
            <c:numRef>
              <c:f>Sheet1!$E$2:$E$193</c:f>
              <c:numCache>
                <c:formatCode>General</c:formatCode>
                <c:ptCount val="192"/>
                <c:pt idx="0">
                  <c:v/>
                </c:pt>
                <c:pt idx="1">
                  <c:v/>
                </c:pt>
                <c:pt idx="2">
                  <c:v>-0.774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-0.839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-1.129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-0.74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-1.11</c:v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>-0.739</c:v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>-0.921</c:v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-1.046</c:v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>-0.962</c:v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-0.627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>-1.186</c:v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>-0.916</c:v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>-0.827</c:v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-0.705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>-0.316</c:v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>-0.483</c:v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>-0.568</c:v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-0.747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>-0.598</c:v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>-1.012</c:v>
                </c:pt>
                <c:pt idx="79">
                  <c:v/>
                </c:pt>
                <c:pt idx="80">
                  <c:v/>
                </c:pt>
                <c:pt idx="81">
                  <c:v/>
                </c:pt>
                <c:pt idx="82">
                  <c:v>-0.794</c:v>
                </c:pt>
                <c:pt idx="83">
                  <c:v/>
                </c:pt>
                <c:pt idx="84">
                  <c:v/>
                </c:pt>
                <c:pt idx="85">
                  <c:v/>
                </c:pt>
                <c:pt idx="86">
                  <c:v>-1.051</c:v>
                </c:pt>
                <c:pt idx="87">
                  <c:v/>
                </c:pt>
                <c:pt idx="88">
                  <c:v/>
                </c:pt>
                <c:pt idx="89">
                  <c:v/>
                </c:pt>
                <c:pt idx="90">
                  <c:v>-0.418</c:v>
                </c:pt>
                <c:pt idx="91">
                  <c:v/>
                </c:pt>
                <c:pt idx="92">
                  <c:v/>
                </c:pt>
                <c:pt idx="93">
                  <c:v/>
                </c:pt>
                <c:pt idx="94">
                  <c:v>-0.577</c:v>
                </c:pt>
                <c:pt idx="95">
                  <c:v/>
                </c:pt>
                <c:pt idx="96">
                  <c:v/>
                </c:pt>
                <c:pt idx="97">
                  <c:v/>
                </c:pt>
                <c:pt idx="98">
                  <c:v>-0.792</c:v>
                </c:pt>
                <c:pt idx="99">
                  <c:v/>
                </c:pt>
                <c:pt idx="100">
                  <c:v/>
                </c:pt>
                <c:pt idx="101">
                  <c:v/>
                </c:pt>
                <c:pt idx="102">
                  <c:v>-1.076</c:v>
                </c:pt>
                <c:pt idx="103">
                  <c:v/>
                </c:pt>
                <c:pt idx="104">
                  <c:v/>
                </c:pt>
                <c:pt idx="105">
                  <c:v/>
                </c:pt>
                <c:pt idx="106">
                  <c:v>-0.675</c:v>
                </c:pt>
                <c:pt idx="107">
                  <c:v/>
                </c:pt>
                <c:pt idx="108">
                  <c:v/>
                </c:pt>
                <c:pt idx="109">
                  <c:v/>
                </c:pt>
                <c:pt idx="110">
                  <c:v>-0.545</c:v>
                </c:pt>
                <c:pt idx="111">
                  <c:v/>
                </c:pt>
                <c:pt idx="112">
                  <c:v/>
                </c:pt>
                <c:pt idx="113">
                  <c:v/>
                </c:pt>
                <c:pt idx="114">
                  <c:v>-0.515</c:v>
                </c:pt>
                <c:pt idx="115">
                  <c:v/>
                </c:pt>
                <c:pt idx="116">
                  <c:v/>
                </c:pt>
                <c:pt idx="117">
                  <c:v/>
                </c:pt>
                <c:pt idx="118">
                  <c:v>-0.862</c:v>
                </c:pt>
                <c:pt idx="119">
                  <c:v/>
                </c:pt>
                <c:pt idx="120">
                  <c:v/>
                </c:pt>
                <c:pt idx="121">
                  <c:v/>
                </c:pt>
                <c:pt idx="122">
                  <c:v>-0.523</c:v>
                </c:pt>
                <c:pt idx="123">
                  <c:v/>
                </c:pt>
                <c:pt idx="124">
                  <c:v/>
                </c:pt>
                <c:pt idx="125">
                  <c:v/>
                </c:pt>
                <c:pt idx="126">
                  <c:v>-0.757</c:v>
                </c:pt>
                <c:pt idx="127">
                  <c:v/>
                </c:pt>
                <c:pt idx="128">
                  <c:v/>
                </c:pt>
                <c:pt idx="129">
                  <c:v/>
                </c:pt>
                <c:pt idx="130">
                  <c:v>-0.778</c:v>
                </c:pt>
                <c:pt idx="131">
                  <c:v/>
                </c:pt>
                <c:pt idx="132">
                  <c:v/>
                </c:pt>
                <c:pt idx="133">
                  <c:v/>
                </c:pt>
                <c:pt idx="134">
                  <c:v>-0.625</c:v>
                </c:pt>
                <c:pt idx="135">
                  <c:v/>
                </c:pt>
                <c:pt idx="136">
                  <c:v/>
                </c:pt>
                <c:pt idx="137">
                  <c:v/>
                </c:pt>
                <c:pt idx="138">
                  <c:v>-0.81</c:v>
                </c:pt>
                <c:pt idx="139">
                  <c:v/>
                </c:pt>
                <c:pt idx="140">
                  <c:v/>
                </c:pt>
                <c:pt idx="141">
                  <c:v/>
                </c:pt>
                <c:pt idx="142">
                  <c:v>-0.627</c:v>
                </c:pt>
                <c:pt idx="143">
                  <c:v/>
                </c:pt>
                <c:pt idx="144">
                  <c:v/>
                </c:pt>
                <c:pt idx="145">
                  <c:v/>
                </c:pt>
                <c:pt idx="146">
                  <c:v>-0.331</c:v>
                </c:pt>
                <c:pt idx="147">
                  <c:v/>
                </c:pt>
                <c:pt idx="148">
                  <c:v/>
                </c:pt>
                <c:pt idx="149">
                  <c:v/>
                </c:pt>
                <c:pt idx="150">
                  <c:v>-1.026</c:v>
                </c:pt>
                <c:pt idx="151">
                  <c:v/>
                </c:pt>
                <c:pt idx="152">
                  <c:v/>
                </c:pt>
                <c:pt idx="153">
                  <c:v/>
                </c:pt>
                <c:pt idx="154">
                  <c:v>-1.047</c:v>
                </c:pt>
                <c:pt idx="155">
                  <c:v/>
                </c:pt>
                <c:pt idx="156">
                  <c:v/>
                </c:pt>
                <c:pt idx="157">
                  <c:v/>
                </c:pt>
                <c:pt idx="158">
                  <c:v>-0.769</c:v>
                </c:pt>
                <c:pt idx="159">
                  <c:v/>
                </c:pt>
                <c:pt idx="160">
                  <c:v/>
                </c:pt>
                <c:pt idx="161">
                  <c:v/>
                </c:pt>
                <c:pt idx="162">
                  <c:v>-0.918</c:v>
                </c:pt>
                <c:pt idx="163">
                  <c:v/>
                </c:pt>
                <c:pt idx="164">
                  <c:v/>
                </c:pt>
                <c:pt idx="165">
                  <c:v/>
                </c:pt>
                <c:pt idx="166">
                  <c:v>-0.718</c:v>
                </c:pt>
                <c:pt idx="167">
                  <c:v/>
                </c:pt>
                <c:pt idx="168">
                  <c:v/>
                </c:pt>
                <c:pt idx="169">
                  <c:v/>
                </c:pt>
                <c:pt idx="170">
                  <c:v>-0.99</c:v>
                </c:pt>
                <c:pt idx="171">
                  <c:v/>
                </c:pt>
                <c:pt idx="172">
                  <c:v/>
                </c:pt>
                <c:pt idx="173">
                  <c:v/>
                </c:pt>
                <c:pt idx="174">
                  <c:v>-0.836</c:v>
                </c:pt>
                <c:pt idx="175">
                  <c:v/>
                </c:pt>
                <c:pt idx="176">
                  <c:v/>
                </c:pt>
                <c:pt idx="177">
                  <c:v/>
                </c:pt>
                <c:pt idx="178">
                  <c:v>-0.927</c:v>
                </c:pt>
                <c:pt idx="179">
                  <c:v/>
                </c:pt>
                <c:pt idx="180">
                  <c:v/>
                </c:pt>
                <c:pt idx="181">
                  <c:v/>
                </c:pt>
                <c:pt idx="182">
                  <c:v>-1.118</c:v>
                </c:pt>
                <c:pt idx="183">
                  <c:v/>
                </c:pt>
                <c:pt idx="184">
                  <c:v/>
                </c:pt>
                <c:pt idx="185">
                  <c:v/>
                </c:pt>
                <c:pt idx="186">
                  <c:v>-0.886</c:v>
                </c:pt>
                <c:pt idx="187">
                  <c:v/>
                </c:pt>
                <c:pt idx="188">
                  <c:v/>
                </c:pt>
                <c:pt idx="189">
                  <c:v/>
                </c:pt>
                <c:pt idx="190">
                  <c:v>-0.876</c:v>
                </c:pt>
                <c:pt idx="191">
                  <c:v/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PC1 (55.8%)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Variance explained (% of total SS)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Marginal R² (%)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Disease</c:v>
                  </c:pt>
                  <c:pt idx="1">
                    <c:v>Date</c:v>
                  </c:pt>
                  <c:pt idx="2">
                    <c:v>Variety</c:v>
                  </c:pt>
                  <c:pt idx="3">
                    <c:v>Stage</c:v>
                  </c:pt>
                  <c:pt idx="4">
                    <c:v>Disease:Date</c:v>
                  </c:pt>
                  <c:pt idx="5">
                    <c:v>Disease:Variety</c:v>
                  </c:pt>
                  <c:pt idx="6">
                    <c:v>Residual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1.12</c:v>
                </c:pt>
                <c:pt idx="1">
                  <c:v>31.16</c:v>
                </c:pt>
                <c:pt idx="2">
                  <c:v>0.32</c:v>
                </c:pt>
                <c:pt idx="3">
                  <c:v>0.71</c:v>
                </c:pt>
                <c:pt idx="4">
                  <c:v>1.61</c:v>
                </c:pt>
                <c:pt idx="5">
                  <c:v>0.4</c:v>
                </c:pt>
                <c:pt idx="6">
                  <c:v>13.01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Top-15 indices by AUC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REP_FD</c:v>
                  </c:pt>
                  <c:pt idx="1">
                    <c:v>Vog2</c:v>
                  </c:pt>
                  <c:pt idx="2">
                    <c:v>MTCI</c:v>
                  </c:pt>
                  <c:pt idx="3">
                    <c:v>OSAVI</c:v>
                  </c:pt>
                  <c:pt idx="4">
                    <c:v>NDWI</c:v>
                  </c:pt>
                  <c:pt idx="5">
                    <c:v>Vog1</c:v>
                  </c:pt>
                  <c:pt idx="6">
                    <c:v>ARI1</c:v>
                  </c:pt>
                  <c:pt idx="7">
                    <c:v>PSSRa</c:v>
                  </c:pt>
                  <c:pt idx="8">
                    <c:v>SR</c:v>
                  </c:pt>
                  <c:pt idx="9">
                    <c:v>NDVI</c:v>
                  </c:pt>
                  <c:pt idx="10">
                    <c:v>ARI2</c:v>
                  </c:pt>
                  <c:pt idx="11">
                    <c:v>RVSI</c:v>
                  </c:pt>
                  <c:pt idx="12">
                    <c:v>HI</c:v>
                  </c:pt>
                  <c:pt idx="13">
                    <c:v>WI</c:v>
                  </c:pt>
                  <c:pt idx="14">
                    <c:v>PSSRb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0.639</c:v>
                </c:pt>
                <c:pt idx="1">
                  <c:v>0.639</c:v>
                </c:pt>
                <c:pt idx="2">
                  <c:v>0.641</c:v>
                </c:pt>
                <c:pt idx="3">
                  <c:v>0.65</c:v>
                </c:pt>
                <c:pt idx="4">
                  <c:v>0.651</c:v>
                </c:pt>
                <c:pt idx="5">
                  <c:v>0.653</c:v>
                </c:pt>
                <c:pt idx="6">
                  <c:v>0.654</c:v>
                </c:pt>
                <c:pt idx="7">
                  <c:v>0.656</c:v>
                </c:pt>
                <c:pt idx="8">
                  <c:v>0.659</c:v>
                </c:pt>
                <c:pt idx="9">
                  <c:v>0.659</c:v>
                </c:pt>
                <c:pt idx="10">
                  <c:v>0.659</c:v>
                </c:pt>
                <c:pt idx="11">
                  <c:v>0.662</c:v>
                </c:pt>
                <c:pt idx="12">
                  <c:v>0.664</c:v>
                </c:pt>
                <c:pt idx="13">
                  <c:v>0.666</c:v>
                </c:pt>
                <c:pt idx="14">
                  <c:v>0.668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.5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the talk covers the study design, a literature-derived methodology, the full analysis and the discussion of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6984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White rust detection in Indian mustard  |  PhD research seminar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Hyperspectral detection of white rust (Albugo candida) in Indian mustard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6984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Development of a pooled prediction model from ASD contact-probe spectra across dates, varieties and growth stages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PhD research seminar  |  Methodology - Results - Discussion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 of the seminar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075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Introduction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7190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White rust, why spectra can detect it, research gaps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3258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132320" y="13075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Review of literature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17190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Ten studies that shaped the methodology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880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28620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Objectives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2735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Six objectives and hypotheses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28803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2880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28620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Materials and methods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32735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Data, QC, features, selection, classifiers, validation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434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4165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Results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8280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Spectral response, separability, features, models, transfer tests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17920" y="44348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17920" y="4434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44165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Discussion and conclusions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48280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Comparison with literature, limitations, future work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Introduction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White rust of Indian mustard and the case for hyperspectral detection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White rust is a major foliar disease of Indian mustard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576072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Pathogen: Albugo candida (oomycete), an obligate biotroph of crucifers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Symptoms: white, blister-like sori (pustules), mainly on the lower leaf surface; chlorosis; staghead on inflorescences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Yield losses are large in epidemic years; fungicide timing depends on early detection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Visual scoring is slow, subjective and cannot see pre-visual physiology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Leaf spectroscopy measures pigment, structure and water changes caused by infection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Question: can one model detect white rust whatever the date, variety or growth stage?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92240" y="1188720"/>
            <a:ext cx="52120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56832" y="137160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50608" y="1307592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Pigments (400-700 nm)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190195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Chlorophyll, carotenoid and anthocyanin losses raise visible reflectance and shift the red edge.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92240" y="2788920"/>
            <a:ext cx="52120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56832" y="2971800"/>
            <a:ext cx="384048" cy="384048"/>
          </a:xfrm>
          <a:prstGeom prst="ellipse">
            <a:avLst/>
          </a:prstGeom>
          <a:solidFill>
            <a:srgbClr val="2A6FB0"/>
          </a:solidFill>
          <a:ln w="12700">
            <a:solidFill>
              <a:srgbClr val="2A6FB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50608" y="2907792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Structure (700-1300 nm)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50215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Mesophyll disruption by haustoria changes NIR scattering; white pustules can raise reflectance.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92240" y="4389120"/>
            <a:ext cx="52120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56832" y="4572000"/>
            <a:ext cx="384048" cy="384048"/>
          </a:xfrm>
          <a:prstGeom prst="ellipse">
            <a:avLst/>
          </a:prstGeom>
          <a:solidFill>
            <a:srgbClr val="D08A00"/>
          </a:solidFill>
          <a:ln w="12700">
            <a:solidFill>
              <a:srgbClr val="D08A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50608" y="4507992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Water and dry matter (1300-2400 nm)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510235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Water loss raises SWIR reflectance around 1450 and 1940 nm; cellulose/protein near 2100 nm.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Saharan et al. (2014); Zhang et al. (2012); Tian et al. (2021); Lv et al. (2023)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gaps identified from the literature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71600"/>
            <a:ext cx="384048" cy="384048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Single-date models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01952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Most studies fit one date or one experiment; pooled models across dates, varieties and stages are rare (Tian et al., 2021; Lv et al., 2023).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188720"/>
            <a:ext cx="54864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91072" y="1371600"/>
            <a:ext cx="384048" cy="384048"/>
          </a:xfrm>
          <a:prstGeom prst="ellipse">
            <a:avLst/>
          </a:prstGeom>
          <a:solidFill>
            <a:srgbClr val="D08A00"/>
          </a:solidFill>
          <a:ln w="12700">
            <a:solidFill>
              <a:srgbClr val="D08A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8484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Leakage in validation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1901952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Random spectrum-level splits mix repeated measurements of the same plot into train and test; feature selection on all data inflates accuracy (Varma &amp; Simon, 2006).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54864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794760"/>
            <a:ext cx="384048" cy="384048"/>
          </a:xfrm>
          <a:prstGeom prst="ellipse">
            <a:avLst/>
          </a:prstGeom>
          <a:solidFill>
            <a:srgbClr val="2A6FB0"/>
          </a:solidFill>
          <a:ln w="12700">
            <a:solidFill>
              <a:srgbClr val="2A6FB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15568" y="373075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Few comparisons of feature types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325112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Bands, indices, derivatives, continuum removal and wavelets are seldom compared under one validation design (Lv et al., 2023).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0" y="3611880"/>
            <a:ext cx="54864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91072" y="379476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84848" y="373075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No white-rust spectral index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325112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Disease-specific indices exist for blast, rusts and mildew (Mahlein et al., 2013; Mandal et al., 2023) but not for Albugo candida on mustard.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Synthesis of the ten reviewed studies; Roberts et al. (2017)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Review of literature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Ten studies on spectral disease detection used to build the methodology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Reviewed studies: designs, methods and best reported accuracy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37360"/>
                <a:gridCol w="1554480"/>
                <a:gridCol w="3931920"/>
                <a:gridCol w="19202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Study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Crop / disease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Sensor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Key methods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Best result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Mandal et al. 2022,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Rice blast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ASD canopy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SG, GA-PLS, J-M, VIs, NDSI map, PLS/RF/SVM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SVM R² 0.94; 10-class acc. 0.61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Selvaprakash et al. 2026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Rice blast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ASD leaf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SNV/MSC, derivatives, PCA/t-SNE, Isolation Forest, RF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RBI F1 0.95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Tian et al. 2021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Rice leaf blast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ASD leaf clip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Bands+VIs+CWT, stability, VIF, SFFS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OA 65-98.7% (stage)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Lv et al.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Maize SCLB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PSR leaf clip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Date norm., FSD+CWT+SB/SI, RELIEF-F, SFFS-SVM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OA 87.1% (asympt.)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Terentev et al.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Wheat leaf rust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HSI 450-850 nm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Band means, VIs, texture, cross-experiment SVM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Acc. 98%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Zhang et al. 2012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Wheat powdery mildew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ASD + sphere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Derivative, CR, VIs, PLSR, FLDA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OA 0.89, κ 0.84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Zhu et al. 2017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Tobacco TMV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HSI 380-1023 nm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SPA, texture, PLS-DA/LS-SVM/ELM/BPNN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Acc. 98.3%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Huang et al. 2020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Wheat FHB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HSI 400-1000 nm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SPA, colour/texture, PSO-SVM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Acc. 92%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Nguyen et al.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Wheat yellow rust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UAV 5-band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VIs, GLCM, PCA, SVM/RF/MLP/3D-CNN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OA 79%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Papers provided by the researcher (see references)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study contributed to this methodology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669280"/>
                <a:gridCol w="34747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Method adopted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From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Data quality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Splice correction, edge trimming, SG smoothing, Isolation Forest outliers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Selvaprakash 2026; Mandal 2023; Hueni &amp; Bialek 2017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Preprocessing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SNV / MSC, first derivative, date normalisation to a healthy baseline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Selvaprakash 2026; Lv 2023; Zhang 2012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Spectral characterisation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Mean/difference/ratio spectra, correlation spectrum, red-edge parameters, J-M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Zhang 2012; Mandal 2022,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Feature families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Bands, 46 VIs, NDSI search, derivatives, continuum removal, CWT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Mandal 2023; Lv 2023; Tian 2021; Zhang 2012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Feature selection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RELIEF-F, temporal stability, VIF &lt; 10, SFFS; SPA; GA-PLS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Tian 2021; Lv 2023; Zhu 2017; Huang 2020; Mandal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Classifiers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LDA, PLS-DA, LR, kNN, SVM, LS-SVM, RF, XGBoost, ELM, MLP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Zhu 2017; Nguyen 2023; Tian 2021; Mandal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Validation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4-fold CV x repeats; cross-experiment / cross-date transfer; macro-F1, κ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Tian 2021; Lv 2023; Terentev 2023; Nguyen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Not applicable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Image texture/colour, 3D-CNN, severity regression (no images, no scores)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Huang 2020; Zhu 2017; Nguyen 2023; Mandal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Synthesis by the author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Objectives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Six objectives and testable hypotheses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and hypotheses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394960"/>
                <a:gridCol w="530352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Objective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Hypothesis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Characterise the spectral response of mustard leaves to white rust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H1: VIS/red-edge reflectance rises; NIR and SWIR change with structure and water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Partition spectral variance into disease vs date, variety and stage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H2: disease is significant after accounting for nuisance factors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Identify disease features stable across dates and varieties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H3: a few bands/indices/derivatives/wavelets separate classes on every date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Develop a novel Mustard White Rust Index (MWRI)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H4: an optimal band pair beats published indices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Compare feature types, selection methods and 10 classifiers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H5: combined, selected features match or beat single families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O6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Test transfer to unseen dates, varieties and stages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H6: accuracy holds when a whole date/variety/stage is held out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Materials and methods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Data, quality control, features, selection, classifiers and validation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material and dataset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plots (3 varieties x 16)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12344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A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measurement dates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0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2339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29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contact-probe spectra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6517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: 5.2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3429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healthy : diseased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069080"/>
            <a:ext cx="5486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ASD FieldSpec with contact probe, 350-2500 nm at 1 nm</a:t>
            </a:r>
            <a:endParaRPr lang="en-US" sz="14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Plots 1-12 healthy, 13-48 diseased (4 + 12 per variety)</a:t>
            </a:r>
            <a:endParaRPr lang="en-US" sz="14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Each plot measured on every date: 192 plot-date units</a:t>
            </a:r>
            <a:endParaRPr lang="en-US" sz="14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Stages: vegetative, flowering, pod formation</a:t>
            </a:r>
            <a:endParaRPr lang="en-US" sz="14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Severity and leaf-layer fields were empty: binary task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Date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Healthy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Diseased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72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356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428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90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450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540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108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540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648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108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615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723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378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1961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2339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Chart 0" descr=""/>
          <p:cNvGraphicFramePr/>
          <p:nvPr/>
        </p:nvGraphicFramePr>
        <p:xfrm>
          <a:off x="6400800" y="3611880"/>
          <a:ext cx="530352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 workflow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2057400" cy="2011680"/>
          </a:xfrm>
          <a:prstGeom prst="roundRect">
            <a:avLst>
              <a:gd name="adj" fmla="val 3636"/>
            </a:avLst>
          </a:prstGeom>
          <a:solidFill>
            <a:srgbClr val="F7F1E1"/>
          </a:solidFill>
          <a:ln w="12700">
            <a:solidFill>
              <a:srgbClr val="F7F1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463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0116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 assembly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4231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 workbooks -&gt; 2339 spectra + metadata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82880" cy="274320"/>
          </a:xfrm>
          <a:prstGeom prst="rightArrow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0" y="1325880"/>
            <a:ext cx="2057400" cy="2011680"/>
          </a:xfrm>
          <a:prstGeom prst="roundRect">
            <a:avLst>
              <a:gd name="adj" fmla="val 3636"/>
            </a:avLst>
          </a:prstGeom>
          <a:solidFill>
            <a:srgbClr val="F7F1E1"/>
          </a:solidFill>
          <a:ln w="12700">
            <a:solidFill>
              <a:srgbClr val="F7F1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80360" y="1463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803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20116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Quality control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24231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Splice fix, trim 400-2400 nm, consensus outliers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18888" y="2194560"/>
            <a:ext cx="182880" cy="274320"/>
          </a:xfrm>
          <a:prstGeom prst="rightArrow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0" y="1325880"/>
            <a:ext cx="2057400" cy="2011680"/>
          </a:xfrm>
          <a:prstGeom prst="roundRect">
            <a:avLst>
              <a:gd name="adj" fmla="val 3636"/>
            </a:avLst>
          </a:prstGeom>
          <a:solidFill>
            <a:srgbClr val="F7F1E1"/>
          </a:solidFill>
          <a:ln w="12700">
            <a:solidFill>
              <a:srgbClr val="F7F1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66360" y="1463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663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166360" y="20116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Preprocessing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166360" y="24231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SG smoothing, 10-nm, SNV / MSC / derivative / date-norm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104888" y="2194560"/>
            <a:ext cx="182880" cy="274320"/>
          </a:xfrm>
          <a:prstGeom prst="rightArrow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0" y="1325880"/>
            <a:ext cx="2057400" cy="2011680"/>
          </a:xfrm>
          <a:prstGeom prst="roundRect">
            <a:avLst>
              <a:gd name="adj" fmla="val 3636"/>
            </a:avLst>
          </a:prstGeom>
          <a:solidFill>
            <a:srgbClr val="F7F1E1"/>
          </a:solidFill>
          <a:ln w="12700">
            <a:solidFill>
              <a:srgbClr val="F7F1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52360" y="1463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523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452360" y="20116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Characterisation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452360" y="24231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Spectra, FDR tests, J-M, PCA, PERMANOVA, LMM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390888" y="2194560"/>
            <a:ext cx="182880" cy="274320"/>
          </a:xfrm>
          <a:prstGeom prst="rightArrow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01200" y="1325880"/>
            <a:ext cx="2057400" cy="2011680"/>
          </a:xfrm>
          <a:prstGeom prst="roundRect">
            <a:avLst>
              <a:gd name="adj" fmla="val 3636"/>
            </a:avLst>
          </a:prstGeom>
          <a:solidFill>
            <a:srgbClr val="F7F1E1"/>
          </a:solidFill>
          <a:ln w="12700">
            <a:solidFill>
              <a:srgbClr val="F7F1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38360" y="1463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7383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738360" y="20116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Features F1-F6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738360" y="24231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Bands, VIs, NDSI, derivatives, CR, CWT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3703320"/>
            <a:ext cx="20574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9436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43891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Selection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800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ReliefF + stability + VIF + SFFS; SPA; GA-PLS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32888" y="4572000"/>
            <a:ext cx="182880" cy="274320"/>
          </a:xfrm>
          <a:prstGeom prst="rightArrow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743200" y="3703320"/>
            <a:ext cx="20574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8036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88036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2880360" y="43891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Classification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2880360" y="4800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 classifiers, inner-CV tuning, class weights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818888" y="4572000"/>
            <a:ext cx="182880" cy="274320"/>
          </a:xfrm>
          <a:prstGeom prst="rightArrow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29200" y="3703320"/>
            <a:ext cx="20574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6636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16636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43891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Validation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5166360" y="4800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25 x 4-fold nested plot-grouped CV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104888" y="4572000"/>
            <a:ext cx="182880" cy="274320"/>
          </a:xfrm>
          <a:prstGeom prst="rightArrow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315200" y="3703320"/>
            <a:ext cx="20574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45236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5236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9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7452360" y="43891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Transfer &amp; extras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7452360" y="4800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Unseen date/variety/stage, sensors, learning curve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9390888" y="4572000"/>
            <a:ext cx="182880" cy="274320"/>
          </a:xfrm>
          <a:prstGeom prst="rightArrow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601200" y="3703320"/>
            <a:ext cx="20574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73836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73836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10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9738360" y="43891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Interpretation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9738360" y="4800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Importance, SHAP, selection stability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Leakage rule: every step that learns from labels (MSC, date normalisation, NDSI search, feature selection, tuning) is fitted on training plots only.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control and preprocessing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035040"/>
                <a:gridCol w="30175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Implementation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Reference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Splice correction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Additive offset at 1000/1001 and 1800/1801 nm detector joins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Hueni &amp; Bialek 2017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Edge trimming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Keep 400-2400 nm (noisy 350-400 nm removed)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Mandal et al.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Outlier screening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Hotelling T², Q residual, Isolation Forest, SAM to plot median; removed if &gt;= 3 of 4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Selvaprakash et al. 2026; Liu et al. 2008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Smoothing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Savitzky-Golay, 11 nm window, 2nd-order polynomial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Savitzky &amp; Golay 1964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Resampling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10-nm band averages (201 bands)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Mandal et al.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Scatter correction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SNV; MSC (reference from training folds)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Barnes et al. 1989; Geladi et al. 1985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Derivatives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SG first and second derivatives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Tsai &amp; Philpot 1998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Date normalisation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Ratio of training healthy mean per date to baseline date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Lv et al.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Methods adapted from the reviewed papers; parameters fixed before modelling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Statistical characterisation of the spectra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65760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7160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07592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Band-wise tests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01952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Welch t and Mann-Whitney on plot-date means (n = 192) to avoid pseudo-replication; Benjamini-Hochberg FDR; Cohen d; point-biserial 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51960" y="1188720"/>
            <a:ext cx="365760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16552" y="1371600"/>
            <a:ext cx="384048" cy="384048"/>
          </a:xfrm>
          <a:prstGeom prst="ellipse">
            <a:avLst/>
          </a:prstGeom>
          <a:solidFill>
            <a:srgbClr val="2A6FB0"/>
          </a:solidFill>
          <a:ln w="12700">
            <a:solidFill>
              <a:srgbClr val="2A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10328" y="1307592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Separability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01952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Jeffries-Matusita distance per band, per index and for the final feature set (0 = none, 2 = complete).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0" y="1188720"/>
            <a:ext cx="365760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11312" y="1371600"/>
            <a:ext cx="384048" cy="384048"/>
          </a:xfrm>
          <a:prstGeom prst="ellipse">
            <a:avLst/>
          </a:prstGeom>
          <a:solidFill>
            <a:srgbClr val="D08A00"/>
          </a:solidFill>
          <a:ln w="12700">
            <a:solidFill>
              <a:srgbClr val="D0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05088" y="1307592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Red-edge parameters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01952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 (linear interpolation and derivative maximum), REV, edge amplitudes/positions/sums for blue, yellow and red edges.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365760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840480"/>
            <a:ext cx="384048" cy="384048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15568" y="3776472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Unsupervised views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70832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PCA and t-SNE on SNV spectra coloured by class, date, variety and stage; eta² of PC scores per factor.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251960" y="3657600"/>
            <a:ext cx="365760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16552" y="384048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10328" y="3776472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PERMANOVA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4370832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Variance partitioning of SNV spectra: disease, date, variety, stage and interactions; restricted permutations (999).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046720" y="3657600"/>
            <a:ext cx="365760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11312" y="3840480"/>
            <a:ext cx="384048" cy="384048"/>
          </a:xfrm>
          <a:prstGeom prst="ellipse">
            <a:avLst/>
          </a:prstGeom>
          <a:solidFill>
            <a:srgbClr val="2A6FB0"/>
          </a:solidFill>
          <a:ln w="12700">
            <a:solidFill>
              <a:srgbClr val="2A6FB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05088" y="3776472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Mixed models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370832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feature ~ disease + date + variety + (1 | plot); LRT for disease x date interaction.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Benjamini &amp; Hochberg 1995; Richards &amp; Jia 2006; Mandal et al. 2022, 2023; Zhang et al. 2012; Anderson 2001; Bates et al. 2015; van der Maaten &amp; Hinton 2008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families (F1-F6)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3152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023360"/>
                <a:gridCol w="640080"/>
                <a:gridCol w="21945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 family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Reference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Reflectance bands (SNV, 10 nm)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201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Mandal 2023; Terentev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Published vegetation indices + red-edge parameters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Mandal 2023; Tian 2021; Mahlein 2013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Novel NDSI from exhaustive band-pair search (in-fold)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Mandal 2023; Selvaprakash 2026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F4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First-derivative bands, derivative indices, edge features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221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Lv 2023; Zhang 2012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Continuum removal: depth, width, area, position (6 features)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24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Zhang 2012; Kokaly &amp; Clark 1999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CWT, Mexican hat, scales 2^1-2^8, every 10 nm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1608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Tian 2021; Lv 2023; Cheng et al. 2011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046720" y="1188720"/>
            <a:ext cx="365760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211312" y="137160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05088" y="1307592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Index groups (F2)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01952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Chlorophyll (NDVI, MCARI, MTCI...), carotenoid/anthocyanin (PRI, CRI, ARI, PSRI), red edge (REP, Vog), water (WI, NDWI, MSI, DWSI), dry matter (CAI, NDLI) and disease indices (HI, PMI, LRDSI, RBI).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046720" y="3520440"/>
            <a:ext cx="365760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11312" y="3703320"/>
            <a:ext cx="384048" cy="384048"/>
          </a:xfrm>
          <a:prstGeom prst="ellipse">
            <a:avLst/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705088" y="3639312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Not used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0" y="4233672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Image texture and colour features (GLCM, colour moments) need images; the contact probe gives point spectra. PROSPECT inversion left for future work.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Feature definitions in workbook sheets 13 and 16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 feature selection (inside every training fold)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56692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898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23444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D2B"/>
                </a:solidFill>
              </a:rPr>
              <a:t>ReliefF per date: 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Rank all features separately within each date (k = 10 neighbours)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67128"/>
            <a:ext cx="56692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671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D2B"/>
                </a:solidFill>
              </a:rPr>
              <a:t>Temporal stability: 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Keep features in the top 10% on &gt;= 3 of 4 dates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099816"/>
            <a:ext cx="56692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25526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099816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D2B"/>
                </a:solidFill>
              </a:rPr>
              <a:t>Redundancy: 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Drop features with |r| &gt;= 0.98 to a better-ranked feature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32504"/>
            <a:ext cx="56692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41879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4032504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D2B"/>
                </a:solidFill>
              </a:rPr>
              <a:t>VIF &lt; 10: 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Iteratively remove collinear features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965192"/>
            <a:ext cx="56692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5120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96519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D2B"/>
                </a:solidFill>
              </a:rPr>
              <a:t>SFFS-LDA: 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Floating forward search, inner plot-grouped CV, &lt;= 10 features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92240" y="1234440"/>
            <a:ext cx="5212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56832" y="1417320"/>
            <a:ext cx="384048" cy="384048"/>
          </a:xfrm>
          <a:prstGeom prst="ellipse">
            <a:avLst/>
          </a:prstGeom>
          <a:solidFill>
            <a:srgbClr val="2A6FB0"/>
          </a:solidFill>
          <a:ln w="12700">
            <a:solidFill>
              <a:srgbClr val="2A6FB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50608" y="1353312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SPA (S9)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194767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Successive projections on SNV bands; chain length and start chosen by inner-CV MLR error (Zhu et al. 2017; Araujo et al. 2001).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92240" y="2788920"/>
            <a:ext cx="5212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56832" y="2971800"/>
            <a:ext cx="384048" cy="384048"/>
          </a:xfrm>
          <a:prstGeom prst="ellipse">
            <a:avLst/>
          </a:prstGeom>
          <a:solidFill>
            <a:srgbClr val="D08A00"/>
          </a:solidFill>
          <a:ln w="12700">
            <a:solidFill>
              <a:srgbClr val="D08A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50608" y="2907792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GA-PLS (S10)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0" y="350215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Genetic algorithm, 30 chromosomes x 25 generations, PLS-DA fitness with size penalty (Mandal et al. 2023; Leardi 1998).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92240" y="4343400"/>
            <a:ext cx="521208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56832" y="4526280"/>
            <a:ext cx="384048" cy="384048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50608" y="4462272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In-fold NDSI (S4)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675120" y="505663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All 20,100 band pairs scored by mean |d| across dates, sign-consistent; top 3 disjoint pairs (Mandal et al. 2023).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Tian et al. 2021; Lv et al. 2023; Robnik-Sikonja &amp; Kononenko 2003; Pudil et al. 1994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Classifiers, tuning and class imbalance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74980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645920"/>
                <a:gridCol w="192024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Classifier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Tuned (inner CV)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Imbalance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Reference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LDA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Shrinkage / none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Equal priors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Zhang 2012; Tian 2021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PLS-DA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Components 1-16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Oversampling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Zhu 2017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Logistic regression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 = 0.01-100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Class weights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Baseline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kNN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k = 5, 15, 35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Oversampling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Tian 2021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SVM (RBF)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 x gamma grid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Class weights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Cortes &amp; Vapnik 1995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LS-SVM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gamma x regularisation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Weighted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Suykens 1999; Zhu 2017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Leaf size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Balanced subsample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Breiman 2001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XGBoost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Depth x learning rate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scale_pos_weight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Chen &amp; Guestrin 2016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ELM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Hidden units x ridge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Weighted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Huang 2006; Zhu 2017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MLP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Layers x alpha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Oversampling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Nguyen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229600" y="1188720"/>
            <a:ext cx="347472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394192" y="1371600"/>
            <a:ext cx="384048" cy="384048"/>
          </a:xfrm>
          <a:prstGeom prst="ellipse">
            <a:avLst/>
          </a:prstGeom>
          <a:solidFill>
            <a:srgbClr val="6E6E6E"/>
          </a:solidFill>
          <a:ln w="12700">
            <a:solidFill>
              <a:srgbClr val="6E6E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87968" y="130759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Deep learning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901952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1D/3D-CNN not used: only 48 independent plots, so a CNN would overfit (Nguyen et al. 2023 needed hundreds of plots).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0" y="3611880"/>
            <a:ext cx="34747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94192" y="379476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87968" y="373075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Ten feature scenarios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4325112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S1 full spectrum; S2-S7 single families with robust selection; S8 combined; S9 SPA; S10 GA-PLS.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design: nested, plot-grouped, stratified, repeated CV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1234440" cy="4572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Test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965960" y="1417320"/>
            <a:ext cx="1234440" cy="4572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65960" y="14173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417320"/>
            <a:ext cx="1234440" cy="4572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4173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17720" y="1417320"/>
            <a:ext cx="1234440" cy="4572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7720" y="14173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Train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1417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Fold 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1984248"/>
            <a:ext cx="1234440" cy="4572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19842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Train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965960" y="1984248"/>
            <a:ext cx="1234440" cy="4572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65960" y="19842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Test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91840" y="1984248"/>
            <a:ext cx="1234440" cy="4572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91840" y="19842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Train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1984248"/>
            <a:ext cx="1234440" cy="4572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17720" y="19842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Train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89320" y="19842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Fold 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2551176"/>
            <a:ext cx="1234440" cy="4572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255117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65960" y="2551176"/>
            <a:ext cx="1234440" cy="4572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965960" y="255117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Train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91840" y="2551176"/>
            <a:ext cx="1234440" cy="4572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291840" y="255117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Test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17720" y="2551176"/>
            <a:ext cx="1234440" cy="4572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17720" y="255117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Train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989320" y="255117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Fold 3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3118104"/>
            <a:ext cx="1234440" cy="4572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311810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965960" y="3118104"/>
            <a:ext cx="1234440" cy="4572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965960" y="311810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Train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291840" y="3118104"/>
            <a:ext cx="1234440" cy="4572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91840" y="311810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Train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617720" y="3118104"/>
            <a:ext cx="1234440" cy="4572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617720" y="311810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Test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311810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Fold 4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794760"/>
            <a:ext cx="65836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Outer: 4 folds of whole plots; each test fold = 1 healthy + 3 diseased plots per variety</a:t>
            </a:r>
            <a:endParaRPr lang="en-US" sz="14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Inner: 3-fold plot-grouped CV for selection and tuning</a:t>
            </a:r>
            <a:endParaRPr lang="en-US" sz="14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25 repeats -&gt; 100 outer test folds (cf. 4-fold x 100 in Tian 2021; Lv 2023)</a:t>
            </a:r>
            <a:endParaRPr lang="en-US" sz="14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Plot-date predictions by majority vote of spectra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315200" y="1188720"/>
            <a:ext cx="438912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79792" y="1371600"/>
            <a:ext cx="384048" cy="384048"/>
          </a:xfrm>
          <a:prstGeom prst="ellipse">
            <a:avLst/>
          </a:prstGeom>
          <a:solidFill>
            <a:srgbClr val="2A6FB0"/>
          </a:solidFill>
          <a:ln w="12700">
            <a:solidFill>
              <a:srgbClr val="2A6FB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973568" y="1307592"/>
            <a:ext cx="3611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Transfer tests (E2)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7498080" y="1901952"/>
            <a:ext cx="4023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Leave-one-date-out and leave-one-stage-out with plots kept apart; leave-one-variety-out (train 2 varieties, test the third).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315200" y="3474720"/>
            <a:ext cx="43891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479792" y="365760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973568" y="3593592"/>
            <a:ext cx="3611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Metrics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498080" y="4187952"/>
            <a:ext cx="4023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OA, balanced accuracy (BA), sensitivity, specificity, macro-F1, Cohen κ, MCC, ROC-AUC, PR-AUC; Friedman-Nemenyi and corrected resampled t-tests.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Roberts et al. 2017; Varma &amp; Simon 2006; Demsar 2006; Nadeau &amp; Bengio 2003; Chicco &amp; Jurman 2020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Results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From spectral response to validated prediction models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R1. Quality control: noise, splice steps and outliers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6400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15200" y="123444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A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x10⁻³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0" y="20116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mean step at 1000 nm before correction (0 after)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315200" y="260604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0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0" y="33832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outliers removed (&gt;= 3 of 4 rules); 2290 spectra kept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0" y="4069080"/>
            <a:ext cx="43891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350-400 nm has the lowest SNR; trimmed to 400-2400 nm</a:t>
            </a:r>
            <a:endParaRPr lang="en-US" sz="14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All 49 removed spectra came from diseased plots</a:t>
            </a:r>
            <a:endParaRPr lang="en-US" sz="14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Sensitivity of results to removal tested in E6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Workbook sheet 02_QC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R2. Spectral response of mustard leaves to white rust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17920" y="1143000"/>
          <a:ext cx="54864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7764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Diseased leaves reflect more in the visible (up to +15% near 690 nm: chlorophyll loss) and in the SWIR water bands (+14% at ~1450 nm, +19% near 2010 nm: water loss). NIR reflectance is only slightly lower (min -0.019 at 760 nm), consistent with white pustules offsetting the loss of mesophyll scattering (Zhang et al., 2012).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Workbook sheet 03_Spectra_Class; Fig01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R3. The disease signal changes with date and growth stage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67665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234440"/>
          <a:ext cx="42062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100584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Date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Cosine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SAM (°)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Euclid.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1.000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0.96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0.088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1.000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1.17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0.115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0.998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3.58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0.339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0.999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2.31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0.306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7498080" y="329184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healthy-diseased spectral angle grows from 0.96° on 11 Feb to 3.58° on 03 Mar, tracking epidemic development. Early (vegetative) differences are small and mainly in the SWIR, so date-specific effects must be handled by the pooled model.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Workbook sheets 04_Spectra_Date and 08; class-mean similarity after Selvaprakash et al.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R4. Sensitive regions: effect size, correlation and separability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566928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57200" y="3611880"/>
          <a:ext cx="56692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011680"/>
                <a:gridCol w="91440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Region (nm)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Direction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max |d|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Peak (nm)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580-710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Diseased &gt; Healthy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0.98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650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1390-1560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Diseased &gt; Healthy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0.69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1420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1840-2400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Diseased &gt; Healthy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0.85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1890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6400800" y="310896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FDR-significant regions (plot-date means): 580-710 nm (D&gt;H, |d| 0.98 at 650 nm); 1390-1560 nm (D&gt;H, |d| 0.68 at 1420 nm); 1840-2400 nm (D&gt;H, |d| 0.86 at 1890 nm). The NIR plateau is not significant in reflectance, but its first derivative (850-870 nm) is the strongest VNIR feature (J-M peak), matching the NIR-slope signature of mesophyll collapse reported by Tian et al. (2021). The largest derivative J-M is at 1820 nm.</a:t>
            </a:r>
            <a:endParaRPr lang="en-US" sz="1300" dirty="0"/>
          </a:p>
        </p:txBody>
      </p:sp>
      <p:sp>
        <p:nvSpPr>
          <p:cNvPr id="7" name="Text 2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Welch t-test with Benjamini-Hochberg FDR; workbook sheets 07-08; Mandal et al. 2022; Richards &amp; Jia 2006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R5. Red-edge and derivative parameters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548640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737360"/>
                <a:gridCol w="173736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Parameter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Healthy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Diseased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REP_LI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715.71 ± 1.4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714.48 ± 1.9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REP_FD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708.09 ± 3.2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705.90 ± 3.7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REV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0.012770 ± 0.0015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0.012240 ± 0.0015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0.039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lambda_b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521.66 ± 0.62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521.18 ± 0.91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-0.0032200 ± 0.00083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-0.0029300 ± 0.00091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0.041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lambda_y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570.11 ± 0.34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570.40 ± 0.58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SDr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0.47102 ± 0.059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0.44687 ± 0.058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0.016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217920" y="43434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red edge shifts to shorter wavelengths in diseased leaves: REP 715.7 -&gt; 714.5 nm (p &lt; 0.001); REV and SDr decrease (p = 0.039, 0.016). Blue shift + lower red-edge amplitude = chlorophyll loss, as for rice blast (Mandal et al., 2022).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REP: Guyot &amp; Baret 1988; REV/SDr: Mandal et al. 2022; edges: Zhang et al. 2012; workbook sheet 09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R6. PCA and t-SNE: date dominates, disease is a subtle signal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3749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297680" y="1143000"/>
          <a:ext cx="3749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1188720"/>
          <a:ext cx="34747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94360"/>
                <a:gridCol w="594360"/>
                <a:gridCol w="594360"/>
                <a:gridCol w="548640"/>
                <a:gridCol w="5943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PC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Class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Date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Stage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Var.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Plot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PC1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0.70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0.53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PC2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0.49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0.18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0.04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PC3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0.12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PC4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0.07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0.15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8229600" y="2926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η² = share of PC-score variance explained by each factor</a:t>
            </a:r>
            <a:endParaRPr lang="en-US" sz="1000" dirty="0"/>
          </a:p>
        </p:txBody>
      </p:sp>
      <p:sp>
        <p:nvSpPr>
          <p:cNvPr id="7" name="Text 2"/>
          <p:cNvSpPr txBox="1"/>
          <p:nvPr/>
        </p:nvSpPr>
        <p:spPr>
          <a:xfrm>
            <a:off x="8229600" y="333756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PC1 (55.8%) and PC2 (30.2%) are driven by date (η² 0.70, 0.49) and stage, not disease (η² ≤ 0.07). Unsupervised methods cannot separate classes, so supervised feature selection is needed.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457200" y="507492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t-SNE embedding in workbook sheet 10 and Fig05</a:t>
            </a:r>
            <a:endParaRPr lang="en-US" sz="110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SNV spectra; van der Maaten &amp; Hinton 2008; Selvaprakash et al.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R7. PERMANOVA: how much variance is disease?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58521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548640"/>
                <a:gridCol w="1005840"/>
                <a:gridCol w="914400"/>
                <a:gridCol w="10058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df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Pseudo-F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%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Disease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15.30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1.12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Date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142.13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31.16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Variety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2.17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0.32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0.178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Stage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4.85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0.013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Disease:Date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7.34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1.61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Disease:Variety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2.74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0.40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0.179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Residual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178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-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13.01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-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583680" y="429768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Date explains 31.2% of spectral variance; disease 1.1% (pseudo-F 15.3, p = 0.001) plus 1.6% disease x date. Variety is not significant (p = 0.18). H2 is supported: the disease effect is small but robust.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Anderson 2001; plot-date mean SNV spectra; disease/variety permuted across plots, date/stage within plots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R8. Published vegetation indices are weak and date-dependent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493776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011680"/>
                <a:gridCol w="640080"/>
                <a:gridCol w="621792"/>
                <a:gridCol w="621792"/>
                <a:gridCol w="621792"/>
                <a:gridCol w="60350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Index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Trait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AUC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 11F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 24F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 03M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 13M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PSSRb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Chlorophyll b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0.668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0.15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-1.92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-2.43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-1.11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WI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Water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0.666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-0.60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-0.24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-2.21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-2.00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HI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Disease-specific (Healthy index)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0.664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-0.67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-2.63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-2.55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-2.60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RVSI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Red-edge stress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0.662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0.58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1.93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3.08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1.03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ARI2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Anthocyanin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0.659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2.49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2.49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3.01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NDVI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Chlorophyll/biomass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0.659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0.11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-1.59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-2.22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-1.17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SR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Chlorophyll/biomass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0.659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-0.00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-1.59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-2.09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-1.12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PSSRa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Chlorophyll a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0.656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-0.01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-1.53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-2.02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-1.14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669280" y="452628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best published index reaches AUC 0.668 (PSSRb). Many chlorophyll indices (NDVI, SR, MTCI) show no difference on 11 Feb and change sign; date-consistent indices are mainly water, anthocyanin and disease indices (WI, HI, RVSI, ARI2, SR).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Index sources in workbook sheet 13; ranking approach after Mandal et al. 2023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R9. A new Mustard White Rust Index (MWRI) from band-pair search</a:t>
            </a:r>
            <a:endParaRPr lang="en-US" sz="2800" dirty="0"/>
          </a:p>
        </p:txBody>
      </p:sp>
      <p:pic>
        <p:nvPicPr>
          <p:cNvPr id="3" name="Image 0" descr="/home/user/sonu/white_rust_analysis/outputs/figures/Fig08_NDSI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5212080" cy="4370832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188720"/>
          <a:ext cx="57607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14400"/>
                <a:gridCol w="9144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Index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mean |d|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min |d|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AUC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(R1810 - R1830)/(R1810 + R1830)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1.49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1.32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0.869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(R1820 - R1830)/(R1820 + R1830)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1.44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1.15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0.834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(R1810 - R1820)/(R1810 + R1820)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1.40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0.86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0.803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(R1810 - R1840)/(R1810 + R1840)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1.32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1.05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0.824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(R1800 - R1830)/(R1800 + R1830)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1.22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0.71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0.794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(R1800 - R1840)/(R1800 + R1840)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1.18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0.89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0.815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(R1790 - R1830)/(R1790 + R1830)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1.16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0.82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0.787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943600" y="4160520"/>
            <a:ext cx="5760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MWRI = (R1810 - R1830) / (R1810 + R1830): mean |d| 1.49 (min 1.32 on any date), AUC 0.869 vs 0.668 for the best published index. The pair lies on the shoulder of the 1940-nm water band inside one detector (artefact checked: same AUC without splice correction). A second family, ND(R870, R890), captures the NIR slope (AUC 0.774).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Exhaustive NDSI search after Mandal et al. 2023 and Selvaprakash et al. 2026; score = mean |Cohen d| across dates, sign-consistent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R10. Wavelet (CWT) features capture shape changes</a:t>
            </a:r>
            <a:endParaRPr lang="en-US" sz="2800" dirty="0"/>
          </a:p>
        </p:txBody>
      </p:sp>
      <p:pic>
        <p:nvPicPr>
          <p:cNvPr id="3" name="Image 0" descr="/home/user/sonu/white_rust_analysis/outputs/figures/Fig09_CWT_scalo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498080" cy="2670048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1188720"/>
          <a:ext cx="34747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18872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Wavelength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|d|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1810 nm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scale 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1.46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1810 nm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scale 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1.44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1810 nm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scale 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1.36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1810 nm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scale 4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1.19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680 nm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scale 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1.13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1920 nm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scale 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1.10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1010 nm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scale 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1.09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2390 nm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scale 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1.09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3977640"/>
            <a:ext cx="74980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most sensitive wavelet coefficients are at 1810 nm (fine scales, |d| up to 1.45), 680 nm (chlorophyll well), 1920-1930 nm (water) and 1010 nm at scale 6 (NIR shape). Fine scales capture narrow slope changes; coarse scales capture broad shape (Cheng et al., 2011). Wavelet maxima exceed those of single bands (|d| &lt; 1), consistent with Lv et al. (2023).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61447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Mexican-hat CWT, Torrence &amp; Compo 1998; Cheng et al. 2011; Tian et al. 2021; Lv et al. 2023; workbook sheet 15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Discussion and conclusions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Interpreting the results against the literature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future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71600"/>
            <a:ext cx="384048" cy="384048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Limitations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01952"/>
            <a:ext cx="5120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188720"/>
            <a:ext cx="5486400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82512" y="137160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7628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Future work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901952"/>
            <a:ext cx="5120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[P] Huang, L., Li, T., Ding, C., Zhao, J., Zhang, D., Yang, G. (2020). Diagnosis of the severity of Fusarium head blight of wheat ears on the basis of image and spectral feature fusion. Sensors, 20, 2887.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[P] Lv, Z., Meng, R., Chen, G., Zhao, F., Xu, B., Zhao, Y., Huang, Z., Zhou, L., Zeng, L., Yan, J. (2023). Combining multiple spectral enhancement features for improving spectroscopic asymptomatic detection and symptomatic severity classification of southern corn leaf blight. Precision Agriculture, 24, 1593-1618.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[P] Mandal, N., et al. (2022). Spectral characterisation of rice blast severity using hyperspectral reflectance. Journal of Agrometeorology.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[P] Mandal, N., et al. (2023). Univariate and multivariate hyperspectral models of rice blast severity. Frontiers in Plant Science.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[P] Nguyen, C., Sagan, V., Skobalski, J., Severo, J.I. (2023). Early detection of wheat yellow rust disease and its impact on terminal yield with multi-spectral UAV-imagery. Remote Sensing, 15, 3301.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[P] Selvaprakash, et al. (2026). Early detection of rice blast using leaf hyperspectral reflectance. Plant Science Today.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[P] Terentev, A., Badenko, V., Shaydayuk, E., Emelyanov, D., Eremenko, D., Klabukov, D., Fedotov, A., Dolzhenko, V. (2023). Hyperspectral remote sensing for early detection of wheat leaf rust caused by Puccinia triticina. Agriculture, 13, 1186.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[P] Tian, L., Xue, B., Wang, Z., Li, D., Yao, X., Cao, Q., Zhu, Y., Cao, W., Cheng, T. (2021). Spectroscopic detection of rice leaf blast infection from asymptomatic to mild stages with integrated machine learning and feature selection. Remote Sensing of Environment, 257, 112350.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[P] Zhang, J.-C., Pu, R., Wang, J., Huang, W., Yuan, L., Luo, J. (2012). Detecting powdery mildew of winter wheat using leaf level hyperspectral measurements. Computers and Electronics in Agriculture, 85, 13-23.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[P] Zhu, H., Chu, B., Zhang, C., Liu, F., Jiang, L., He, Y. (2017). Hyperspectral imaging for presymptomatic detection of tobacco disease with successive projections algorithm and machine-learning classifiers. Scientific Reports, 7, 4125.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Ambroise, C., McLachlan, G.J. (2002). Selection bias in gene extraction on the basis of microarray gene-expression data. PNAS, 99, 6562-6566.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Anderson, M.J. (2001). A new method for non-parametric multivariate analysis of variance. Austral Ecology, 26, 32-46.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Araujo, M.C.U., Saldanha, T.C.B., Galvao, R.K.H., Yoneyama, T., Chame, H.C., Visani, V. (2001). The successive projections algorithm for variable selection in spectroscopic multicomponent analysis. Chemometrics and Intelligent Laboratory Systems, 57, 65-73.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Barker, M., Rayens, W. (2003). Partial least squares for discrimination. Journal of Chemometrics, 17, 166-173.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Barnes, R.J., Dhanoa, M.S., Lister, S.J. (1989). Standard normal variate transformation and de-trending of near-infrared diffuse reflectance spectra. Applied Spectroscopy, 43, 772-777.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Bates, D., Maechler, M., Bolker, B., Walker, S. (2015). Fitting linear mixed-effects models using lme4. Journal of Statistical Software, 67(1), 1-48.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Benjamini, Y., Hochberg, Y. (1995). Controlling the false discovery rate: a practical and powerful approach to multiple testing. Journal of the Royal Statistical Society B, 57, 289-300.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Breiman, L. (2001). Random forests. Machine Learning, 45, 5-32.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Chen, T., Guestrin, C. (2016). XGBoost: a scalable tree boosting system. Proceedings of the 22nd ACM SIGKDD, 785-794.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Cheng, T., Rivard, B., Sanchez-Azofeifa, A. (2011). Spectroscopic determination of leaf water content using continuous wavelet analysis. Remote Sensing of Environment, 115, 659-670.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Chicco, D., Jurman, G. (2020). The advantages of the Matthews correlation coefficient (MCC) over F1 score and accuracy in binary classification evaluation. BMC Genomics, 21, 6.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Clark, R.N., Roush, T.L. (1984). Reflectance spectroscopy: quantitative analysis techniques for remote sensing applications. Journal of Geophysical Research, 89(B7), 6329-6340.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Cohen, J. (1960). A coefficient of agreement for nominal scales. Educational and Psychological Measurement, 20, 37-46.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Cortes, C., Vapnik, V. (1995). Support-vector networks. Machine Learning, 20, 273-297.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Demsar, J. (2006). Statistical comparisons of classifiers over multiple data sets. Journal of Machine Learning Research, 7, 1-30.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Geladi, P., MacDougall, D., Martens, H. (1985). Linearization and scatter-correction for near-infrared reflectance spectra of meat. Applied Spectroscopy, 39, 491-500.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Hueni, A., Bialek, A. (2017). Cause, effect, and correction of field spectroradiometer interchannel radiometric steps. IEEE Journal of Selected Topics in Applied Earth Observations and Remote Sensing, 10, 1542-1551.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Huang, G.-B., Zhu, Q.-Y., Siew, C.-K. (2006). Extreme learning machine: theory and applications. Neurocomputing, 70, 489-501.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Kokaly, R.F., Clark, R.N. (1999). Spectroscopic determination of leaf biochemistry using band-depth analysis of absorption features and stepwise multiple linear regression. Remote Sensing of Environment, 67, 267-287.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Leardi, R., Lupianez Gonzalez, A. (1998). Genetic algorithms applied to feature selection in PLS regression: how and when to use them. Chemometrics and Intelligent Laboratory Systems, 41, 195-207.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Liu, F.T., Ting, K.M., Zhou, Z.-H. (2008). Isolation forest. Proceedings of the IEEE International Conference on Data Mining, 413-422.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Lundberg, S.M., Lee, S.-I. (2017). A unified approach to interpreting model predictions. Advances in Neural Information Processing Systems, 30.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Mahlein, A.-K., Rumpf, T., Welke, P., Dehne, H.-W., Pluemer, L., Steiner, U., Oerke, E.-C. (2013). Development of spectral indices for detecting and identifying plant diseases. Remote Sensing of Environment, 128, 21-30.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Nadeau, C., Bengio, Y. (2003). Inference for the generalization error. Machine Learning, 52, 239-281.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Pudil, P., Novovicova, J., Kittler, J. (1994). Floating search methods in feature selection. Pattern Recognition Letters, 15, 1119-1125.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Richards, J.A., Jia, X. (2006). Remote Sensing Digital Image Analysis: An Introduction (4th ed.). Springer, Berlin.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Roberts, D.R., Bahn, V., Ciuti, S., Boyce, M.S., Elith, J., Guillera-Arroita, G., et al. (2017). Cross-validation strategies for data with temporal, spatial, hierarchical, or phylogenetic structure. Ecography, 40, 913-929.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Robnik-Sikonja, M., Kononenko, I. (2003). Theoretical and empirical analysis of ReliefF and RReliefF. Machine Learning, 53, 23-69.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Saharan, G.S., Verma, P.R., Meena, P.D., Kumar, A. (2014). White Rust of Crucifers: Biology, Ecology and Management. Springer India (verify edition).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Savitzky, A., Golay, M.J.E. (1964). Smoothing and differentiation of data by simplified least squares procedures. Analytical Chemistry, 36, 1627-1639.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Suykens, J.A.K., Vandewalle, J. (1999). Least squares support vector machine classifiers. Neural Processing Letters, 9, 293-300.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Torrence, C., Compo, G.P. (1998). A practical guide to wavelet analysis. Bulletin of the American Meteorological Society, 79, 61-78.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Tsai, F., Philpot, W. (1998). Derivative analysis of hyperspectral data. Remote Sensing of Environment, 66, 41-51.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van der Maaten, L., Hinton, G. (2008). Visualizing data using t-SNE. Journal of Machine Learning Research, 9, 2579-2605.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Varma, S., Simon, R. (2006). Bias in error estimation when using cross-validation for model selection. BMC Bioinformatics, 7, 91.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Wold, S., Antti, H., Lindgren, F., Ohman, J. (1998). Orthogonal signal correction of near-infrared spectra. Chemometrics and Intelligent Laboratory Systems, 44, 175-185.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Apan, A., Held, A., Phinn, S., Markley, J. (2004). Detecting sugarcane 'orange rust' disease using EO-1 Hyperion hyperspectral imagery. International Journal of Remote Sensing, 25, 489-498.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Ashourloo, D., Mobasheri, M.R., Huete, A. (2014). Developing two spectral disease indices for detection of wheat leaf rust (Puccinia triticina). Remote Sensing, 6, 4723-4740.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Barnes, E.M., Clarke, T.R., Richards, S.E., et al. (2000). Coincident detection of crop water stress, nitrogen status and canopy density using ground-based multispectral data. Proc. 5th Int. Conf. Precision Agriculture, Bloomington, USA.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Blackburn, G.A. (1998). Quantifying chlorophylls and caroteniods at leaf and canopy scales: an evaluation of some hyperspectral approaches. Remote Sensing of Environment, 66, 273-285.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Broge, N.H., Leblanc, E. (2001). Comparing prediction power and stability of broadband and hyperspectral vegetation indices for estimation of green leaf area index and canopy chlorophyll density. Remote Sensing of Environment, 76, 156-172.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Dash, J., Curran, P.J. (2004). The MERIS terrestrial chlorophyll index. International Journal of Remote Sensing, 25, 5403-5413.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Datt, B. (1999). Visible/near infrared reflectance and chlorophyll content in Eucalyptus leaves. International Journal of Remote Sensing, 20, 2741-2759.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Daughtry, C.S.T., Walthall, C.L., Kim, M.S., de Colstoun, E.B., McMurtrey, J.E. (2000). Estimating corn leaf chlorophyll concentration from leaf and canopy reflectance. Remote Sensing of Environment, 74, 229-239.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Filella, I., Serrano, L., Serra, J., Penuelas, J. (1995). Evaluating wheat nitrogen status with canopy reflectance indices and discriminant analysis. Crop Science, 35, 1400-1405.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Galvao, L.S., Formaggio, A.R., Tisot, D.A. (2005). Discrimination of sugarcane varieties in southeastern Brazil with EO-1 Hyperion data. Remote Sensing of Environment, 94, 523-534.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Gamon, J.A., Penuelas, J., Field, C.B. (1992). A narrow-waveband spectral index that tracks diurnal changes in photosynthetic efficiency. Remote Sensing of Environment, 41, 35-44.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Gamon, J.A., Surfus, J.S. (1999). Assessing leaf pigment content and activity with a reflectometer. New Phytologist, 143, 105-117.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Gamon, J.A., Huemmrich, K.F., Wong, C.Y.S., et al. (2016). A remotely sensed pigment index reveals photosynthetic phenology in evergreen conifers. PNAS, 113, 13087-13092.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Gao, B.-C. (1996). NDWI - a normalized difference water index for remote sensing of vegetation liquid water from space. Remote Sensing of Environment, 58, 257-266.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Gitelson, A.A., Kaufman, Y.J., Merzlyak, M.N. (1996). Use of a green channel in remote sensing of global vegetation from EOS-MODIS. Remote Sensing of Environment, 58, 289-298.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Gitelson, A.A., Merzlyak, M.N., Chivkunova, O.B. (2001). Optical properties and nondestructive estimation of anthocyanin content in plant leaves. Photochemistry and Photobiology, 74, 38-45.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Gitelson, A.A., Zur, Y., Chivkunova, O.B., Merzlyak, M.N. (2002). Assessing carotenoid content in plant leaves with reflectance spectroscopy. Photochemistry and Photobiology, 75, 272-281.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Gitelson, A.A., Gritz, Y., Merzlyak, M.N. (2003). Relationships between leaf chlorophyll content and spectral reflectance and algorithms for non-destructive chlorophyll assessment in higher plant leaves. Journal of Plant Physiology, 160, 271-282.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Guyot, G., Baret, F. (1988). Utilisation de la haute resolution spectrale pour suivre l'etat des couverts vegetaux. Proc. 4th Int. Colloquium on Spectral Signatures of Objects in Remote Sensing, ESA SP-287, 279-286.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Haboudane, D., Miller, J.R., Tremblay, N., Zarco-Tejada, P.J., Dextraze, L. (2002). Integrated narrow-band vegetation indices for prediction of crop chlorophyll content for application to precision agriculture. Remote Sensing of Environment, 81, 416-426.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Hardisky, M.A., Klemas, V., Smart, R.M. (1983). The influence of soil salinity, growth form, and leaf moisture on the spectral radiance of Spartina alterniflora canopies. Photogrammetric Engineering and Remote Sensing, 49, 77-83.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Hunt, E.R., Rock, B.N. (1989). Detection of changes in leaf water content using near- and middle-infrared reflectances. Remote Sensing of Environment, 30, 43-54.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Jordan, C.F. (1969). Derivation of leaf-area index from quality of light on the forest floor. Ecology, 50, 663-666.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Merton, R., Huntington, J. (1999). Early simulation results of the ARIES-1 satellite sensor for multi-temporal vegetation research derived from AVIRIS. Summaries of the 8th JPL Airborne Earth Science Workshop, Pasadena, 299-307.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Merzlyak, M.N., Gitelson, A.A., Chivkunova, O.B., Rakitin, V.Y. (1999). Non-destructive optical detection of pigment changes during leaf senescence and fruit ripening. Physiologia Plantarum, 106, 135-141.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Nagler, P.L., Daughtry, C.S.T., Goward, S.N. (2000). Plant litter and soil reflectance. Remote Sensing of Environment, 71, 207-215.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Penuelas, J., Baret, F., Filella, I. (1995). Semi-empirical indices to assess carotenoids/chlorophyll a ratio from leaf spectral reflectance. Photosynthetica, 31, 221-230.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Penuelas, J., Pinol, J., Ogaya, R., Filella, I. (1997). Estimation of plant water concentration by the reflectance water index WI (R900/R970). International Journal of Remote Sensing, 18, 2869-2875.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Rondeaux, G., Steven, M., Baret, F. (1996). Optimization of soil-adjusted vegetation indices. Remote Sensing of Environment, 55, 95-107.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Rouse, J.W., Haas, R.H., Schell, J.A., Deering, D.W. (1974). Monitoring vegetation systems in the Great Plains with ERTS. NASA SP-351, 309-317.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Serrano, L., Penuelas, J., Ustin, S.L. (2002). Remote sensing of nitrogen and lignin in Mediterranean vegetation from AVIRIS data. Remote Sensing of Environment, 81, 355-364.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Sims, D.A., Gamon, J.A. (2002). Relationships between leaf pigment content and spectral reflectance across a wide range of species, leaf structures and developmental stages. Remote Sensing of Environment, 81, 337-354.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Vogelmann, J.E., Rock, B.N., Moss, D.M. (1993). Red edge spectral measurements from sugar maple leaves. International Journal of Remote Sensing, 14, 1563-1575.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Questions and suggestions are welcome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ustard White Rust">
  <a:themeElements>
    <a:clrScheme name="Mustard White Rust">
      <a:dk1>
        <a:srgbClr val="1A1A1A"/>
      </a:dk1>
      <a:lt1>
        <a:srgbClr val="FFFFFF"/>
      </a:lt1>
      <a:dk2>
        <a:srgbClr val="1F3D2B"/>
      </a:dk2>
      <a:lt2>
        <a:srgbClr val="EEF3EC"/>
      </a:lt2>
      <a:accent1>
        <a:srgbClr val="2E7D32"/>
      </a:accent1>
      <a:accent2>
        <a:srgbClr val="D08A00"/>
      </a:accent2>
      <a:accent3>
        <a:srgbClr val="2A6FB0"/>
      </a:accent3>
      <a:accent4>
        <a:srgbClr val="B03A2E"/>
      </a:accent4>
      <a:accent5>
        <a:srgbClr val="6B8E23"/>
      </a:accent5>
      <a:accent6>
        <a:srgbClr val="6E6E6E"/>
      </a:accent6>
      <a:hlink>
        <a:srgbClr val="2A6FB0"/>
      </a:hlink>
      <a:folHlink>
        <a:srgbClr val="7A4E9C"/>
      </a:folHlink>
    </a:clrScheme>
    <a:fontScheme name="Mustard White Ru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Hyperspectral detection of white rust in Indian mustard</dc:title>
  <dc:subject>PptxGenJS Presentation</dc:subject>
  <dc:creator>PhD research seminar</dc:creator>
  <cp:lastModifiedBy>PhD research seminar</cp:lastModifiedBy>
  <cp:revision>1</cp:revision>
  <dcterms:created xsi:type="dcterms:W3CDTF">2026-10-15T19:41:56Z</dcterms:created>
  <dcterms:modified xsi:type="dcterms:W3CDTF">2026-10-15T19:41:56Z</dcterms:modified>
</cp:coreProperties>
</file>