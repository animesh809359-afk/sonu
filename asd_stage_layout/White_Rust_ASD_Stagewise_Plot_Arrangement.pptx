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2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A24"/>
                </a:solidFill>
                <a:latin typeface="+mn-lt"/>
              </a:rPr>
              <a:t>Unique spectra per stage, by assessment date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11/02/2026</c:v>
                </c:pt>
              </c:strCache>
            </c:strRef>
          </c:tx>
          <c:spPr>
            <a:solidFill>
              <a:srgbClr val="2E6DA4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Vegetative</c:v>
                  </c:pt>
                  <c:pt idx="1">
                    <c:v>Flowering</c:v>
                  </c:pt>
                  <c:pt idx="2">
                    <c:v>Pod formation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374</c:v>
                </c:pt>
                <c:pt idx="1">
                  <c:v>54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24/02/2026</c:v>
                </c:pt>
              </c:strCache>
            </c:strRef>
          </c:tx>
          <c:spPr>
            <a:solidFill>
              <a:srgbClr val="C99A06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Vegetative</c:v>
                  </c:pt>
                  <c:pt idx="1">
                    <c:v>Flowering</c:v>
                  </c:pt>
                  <c:pt idx="2">
                    <c:v>Pod formation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190</c:v>
                </c:pt>
                <c:pt idx="1">
                  <c:v>350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03/03/2026</c:v>
                </c:pt>
              </c:strCache>
            </c:strRef>
          </c:tx>
          <c:spPr>
            <a:solidFill>
              <a:srgbClr val="7A4BA0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Vegetative</c:v>
                  </c:pt>
                  <c:pt idx="1">
                    <c:v>Flowering</c:v>
                  </c:pt>
                  <c:pt idx="2">
                    <c:v>Pod formation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594</c:v>
                </c:pt>
                <c:pt idx="2">
                  <c:v>54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13/03/2026</c:v>
                </c:pt>
              </c:strCache>
            </c:strRef>
          </c:tx>
          <c:spPr>
            <a:solidFill>
              <a:srgbClr val="1E9E8A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Vegetative</c:v>
                  </c:pt>
                  <c:pt idx="1">
                    <c:v>Flowering</c:v>
                  </c:pt>
                  <c:pt idx="2">
                    <c:v>Pod formation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162</c:v>
                </c:pt>
                <c:pt idx="2">
                  <c:v>486</c:v>
                </c:pt>
              </c:numCache>
            </c:numRef>
          </c:val>
        </c:ser>
        <c:dLbls>
          <c:numFmt formatCode="#,##0;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A5A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5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24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24"/>
                </a:solidFill>
                <a:latin typeface="+mn-lt"/>
              </a:rPr>
              <a:t>Vegetative: diseased − healthy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11/02</c:v>
                </c:pt>
              </c:strCache>
            </c:strRef>
          </c:tx>
          <c:spPr>
            <a:solidFill>
              <a:srgbClr val="2E6DA4"/>
            </a:solidFill>
            <a:ln w="25400" cap="flat">
              <a:solidFill>
                <a:srgbClr val="2E6DA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6DA4"/>
              </a:solidFill>
              <a:ln w="9525" cap="flat">
                <a:solidFill>
                  <a:srgbClr val="2E6DA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Sheet1!$B$2:$B$202</c:f>
              <c:numCache>
                <c:formatCode>General</c:formatCode>
                <c:ptCount val="201"/>
                <c:pt idx="0">
                  <c:v>-0.008</c:v>
                </c:pt>
                <c:pt idx="1">
                  <c:v>-0.008</c:v>
                </c:pt>
                <c:pt idx="2">
                  <c:v>-0.0082</c:v>
                </c:pt>
                <c:pt idx="3">
                  <c:v>-0.0087</c:v>
                </c:pt>
                <c:pt idx="4">
                  <c:v>-0.0081</c:v>
                </c:pt>
                <c:pt idx="5">
                  <c:v>-0.0078</c:v>
                </c:pt>
                <c:pt idx="6">
                  <c:v>-0.0074</c:v>
                </c:pt>
                <c:pt idx="7">
                  <c:v>-0.0071</c:v>
                </c:pt>
                <c:pt idx="8">
                  <c:v>-0.0068</c:v>
                </c:pt>
                <c:pt idx="9">
                  <c:v>-0.0064</c:v>
                </c:pt>
                <c:pt idx="10">
                  <c:v>-0.0061</c:v>
                </c:pt>
                <c:pt idx="11">
                  <c:v>-0.0063</c:v>
                </c:pt>
                <c:pt idx="12">
                  <c:v>-0.0074</c:v>
                </c:pt>
                <c:pt idx="13">
                  <c:v>-0.0095</c:v>
                </c:pt>
                <c:pt idx="14">
                  <c:v>-0.0105</c:v>
                </c:pt>
                <c:pt idx="15">
                  <c:v>-0.0106</c:v>
                </c:pt>
                <c:pt idx="16">
                  <c:v>-0.01</c:v>
                </c:pt>
                <c:pt idx="17">
                  <c:v>-0.0085</c:v>
                </c:pt>
                <c:pt idx="18">
                  <c:v>-0.0069</c:v>
                </c:pt>
                <c:pt idx="19">
                  <c:v>-0.006</c:v>
                </c:pt>
                <c:pt idx="20">
                  <c:v>-0.0056</c:v>
                </c:pt>
                <c:pt idx="21">
                  <c:v>-0.0049</c:v>
                </c:pt>
                <c:pt idx="22">
                  <c:v>-0.0041</c:v>
                </c:pt>
                <c:pt idx="23">
                  <c:v>-0.0038</c:v>
                </c:pt>
                <c:pt idx="24">
                  <c:v>-0.0038</c:v>
                </c:pt>
                <c:pt idx="25">
                  <c:v>-0.0034</c:v>
                </c:pt>
                <c:pt idx="26">
                  <c:v>-0.0029</c:v>
                </c:pt>
                <c:pt idx="27">
                  <c:v>-0.0026</c:v>
                </c:pt>
                <c:pt idx="28">
                  <c:v>-0.0024</c:v>
                </c:pt>
                <c:pt idx="29">
                  <c:v>-0.0023</c:v>
                </c:pt>
                <c:pt idx="30">
                  <c:v>-0.0043</c:v>
                </c:pt>
                <c:pt idx="31">
                  <c:v>-0.0075</c:v>
                </c:pt>
                <c:pt idx="32">
                  <c:v>-0.0101</c:v>
                </c:pt>
                <c:pt idx="33">
                  <c:v>-0.012</c:v>
                </c:pt>
                <c:pt idx="34">
                  <c:v>-0.0127</c:v>
                </c:pt>
                <c:pt idx="35">
                  <c:v>-0.0129</c:v>
                </c:pt>
                <c:pt idx="36">
                  <c:v>-0.0129</c:v>
                </c:pt>
                <c:pt idx="37">
                  <c:v>-0.0127</c:v>
                </c:pt>
                <c:pt idx="38">
                  <c:v>-0.0124</c:v>
                </c:pt>
                <c:pt idx="39">
                  <c:v>-0.0122</c:v>
                </c:pt>
                <c:pt idx="40">
                  <c:v>-0.012</c:v>
                </c:pt>
                <c:pt idx="41">
                  <c:v>-0.0118</c:v>
                </c:pt>
                <c:pt idx="42">
                  <c:v>-0.0115</c:v>
                </c:pt>
                <c:pt idx="43">
                  <c:v>-0.0113</c:v>
                </c:pt>
                <c:pt idx="44">
                  <c:v>-0.0109</c:v>
                </c:pt>
                <c:pt idx="45">
                  <c:v>-0.0106</c:v>
                </c:pt>
                <c:pt idx="46">
                  <c:v>-0.0103</c:v>
                </c:pt>
                <c:pt idx="47">
                  <c:v>-0.01</c:v>
                </c:pt>
                <c:pt idx="48">
                  <c:v>-0.0096</c:v>
                </c:pt>
                <c:pt idx="49">
                  <c:v>-0.0092</c:v>
                </c:pt>
                <c:pt idx="50">
                  <c:v>-0.0088</c:v>
                </c:pt>
                <c:pt idx="51">
                  <c:v>-0.0085</c:v>
                </c:pt>
                <c:pt idx="52">
                  <c:v>-0.0082</c:v>
                </c:pt>
                <c:pt idx="53">
                  <c:v>-0.0078</c:v>
                </c:pt>
                <c:pt idx="54">
                  <c:v>-0.0073</c:v>
                </c:pt>
                <c:pt idx="55">
                  <c:v>-0.0067</c:v>
                </c:pt>
                <c:pt idx="56">
                  <c:v>-0.0061</c:v>
                </c:pt>
                <c:pt idx="57">
                  <c:v>-0.0056</c:v>
                </c:pt>
                <c:pt idx="58">
                  <c:v>-0.0053</c:v>
                </c:pt>
                <c:pt idx="59">
                  <c:v>-0.0049</c:v>
                </c:pt>
                <c:pt idx="60">
                  <c:v>-0.0045</c:v>
                </c:pt>
                <c:pt idx="61">
                  <c:v>-0.0046</c:v>
                </c:pt>
                <c:pt idx="62">
                  <c:v>-0.0046</c:v>
                </c:pt>
                <c:pt idx="63">
                  <c:v>-0.0046</c:v>
                </c:pt>
                <c:pt idx="64">
                  <c:v>-0.0047</c:v>
                </c:pt>
                <c:pt idx="65">
                  <c:v>-0.0049</c:v>
                </c:pt>
                <c:pt idx="66">
                  <c:v>-0.0049</c:v>
                </c:pt>
                <c:pt idx="67">
                  <c:v>-0.0049</c:v>
                </c:pt>
                <c:pt idx="68">
                  <c:v>-0.0048</c:v>
                </c:pt>
                <c:pt idx="69">
                  <c:v>-0.0046</c:v>
                </c:pt>
                <c:pt idx="70">
                  <c:v>-0.0043</c:v>
                </c:pt>
                <c:pt idx="71">
                  <c:v>-0.004</c:v>
                </c:pt>
                <c:pt idx="72">
                  <c:v>-0.0037</c:v>
                </c:pt>
                <c:pt idx="73">
                  <c:v>-0.0033</c:v>
                </c:pt>
                <c:pt idx="74">
                  <c:v>-0.0027</c:v>
                </c:pt>
                <c:pt idx="75">
                  <c:v>-0.0021</c:v>
                </c:pt>
                <c:pt idx="76">
                  <c:v>-0.0017</c:v>
                </c:pt>
                <c:pt idx="77">
                  <c:v>-0.0014</c:v>
                </c:pt>
                <c:pt idx="78">
                  <c:v>-0.0011</c:v>
                </c:pt>
                <c:pt idx="79">
                  <c:v>-0.0007</c:v>
                </c:pt>
                <c:pt idx="80">
                  <c:v>-0.0005</c:v>
                </c:pt>
                <c:pt idx="81">
                  <c:v>-0.0004</c:v>
                </c:pt>
                <c:pt idx="82">
                  <c:v>-0.0004</c:v>
                </c:pt>
                <c:pt idx="83">
                  <c:v>-0.0005</c:v>
                </c:pt>
                <c:pt idx="84">
                  <c:v>-0.0006</c:v>
                </c:pt>
                <c:pt idx="85">
                  <c:v>-0.0006</c:v>
                </c:pt>
                <c:pt idx="86">
                  <c:v>-0.0006</c:v>
                </c:pt>
                <c:pt idx="87">
                  <c:v>-0.0007</c:v>
                </c:pt>
                <c:pt idx="88">
                  <c:v>-0.0007</c:v>
                </c:pt>
                <c:pt idx="89">
                  <c:v>-0.0004</c:v>
                </c:pt>
                <c:pt idx="90">
                  <c:v>-0.0002</c:v>
                </c:pt>
                <c:pt idx="91">
                  <c:v>0.0004</c:v>
                </c:pt>
                <c:pt idx="92">
                  <c:v>0.0009</c:v>
                </c:pt>
                <c:pt idx="93">
                  <c:v>0.0013</c:v>
                </c:pt>
                <c:pt idx="94">
                  <c:v>0.0017</c:v>
                </c:pt>
                <c:pt idx="95">
                  <c:v>0.0026</c:v>
                </c:pt>
                <c:pt idx="96">
                  <c:v>0.0035</c:v>
                </c:pt>
                <c:pt idx="97">
                  <c:v>0.003</c:v>
                </c:pt>
                <c:pt idx="98">
                  <c:v>0.0031</c:v>
                </c:pt>
                <c:pt idx="99">
                  <c:v>0.0026</c:v>
                </c:pt>
                <c:pt idx="100">
                  <c:v>0.0021</c:v>
                </c:pt>
                <c:pt idx="101">
                  <c:v>0.0017</c:v>
                </c:pt>
                <c:pt idx="102">
                  <c:v>0.0014</c:v>
                </c:pt>
                <c:pt idx="103">
                  <c:v>0.0013</c:v>
                </c:pt>
                <c:pt idx="104">
                  <c:v>0.0014</c:v>
                </c:pt>
                <c:pt idx="105">
                  <c:v>0.0015</c:v>
                </c:pt>
                <c:pt idx="106">
                  <c:v>0.0017</c:v>
                </c:pt>
                <c:pt idx="107">
                  <c:v>0.002</c:v>
                </c:pt>
                <c:pt idx="108">
                  <c:v>0.0024</c:v>
                </c:pt>
                <c:pt idx="109">
                  <c:v>0.0028</c:v>
                </c:pt>
                <c:pt idx="110">
                  <c:v>0.0032</c:v>
                </c:pt>
                <c:pt idx="111">
                  <c:v>0.0036</c:v>
                </c:pt>
                <c:pt idx="112">
                  <c:v>0.0039</c:v>
                </c:pt>
                <c:pt idx="113">
                  <c:v>0.0041</c:v>
                </c:pt>
                <c:pt idx="114">
                  <c:v>0.0042</c:v>
                </c:pt>
                <c:pt idx="115">
                  <c:v>0.0043</c:v>
                </c:pt>
                <c:pt idx="116">
                  <c:v>0.0042</c:v>
                </c:pt>
                <c:pt idx="117">
                  <c:v>0.0042</c:v>
                </c:pt>
                <c:pt idx="118">
                  <c:v>0.0042</c:v>
                </c:pt>
                <c:pt idx="119">
                  <c:v>0.0041</c:v>
                </c:pt>
                <c:pt idx="120">
                  <c:v>0.0041</c:v>
                </c:pt>
                <c:pt idx="121">
                  <c:v>0.0041</c:v>
                </c:pt>
                <c:pt idx="122">
                  <c:v>0.0041</c:v>
                </c:pt>
                <c:pt idx="123">
                  <c:v>0.0042</c:v>
                </c:pt>
                <c:pt idx="124">
                  <c:v>0.0042</c:v>
                </c:pt>
                <c:pt idx="125">
                  <c:v>0.0042</c:v>
                </c:pt>
                <c:pt idx="126">
                  <c:v>0.0042</c:v>
                </c:pt>
                <c:pt idx="127">
                  <c:v>0.0043</c:v>
                </c:pt>
                <c:pt idx="128">
                  <c:v>0.0045</c:v>
                </c:pt>
                <c:pt idx="129">
                  <c:v>0.0049</c:v>
                </c:pt>
                <c:pt idx="130">
                  <c:v>0.0054</c:v>
                </c:pt>
                <c:pt idx="131">
                  <c:v>0.0058</c:v>
                </c:pt>
                <c:pt idx="132">
                  <c:v>0.006</c:v>
                </c:pt>
                <c:pt idx="133">
                  <c:v>0.0054</c:v>
                </c:pt>
                <c:pt idx="134">
                  <c:v>0.005</c:v>
                </c:pt>
                <c:pt idx="135">
                  <c:v>0.0052</c:v>
                </c:pt>
                <c:pt idx="136">
                  <c:v>0.0051</c:v>
                </c:pt>
                <c:pt idx="137">
                  <c:v>0.0047</c:v>
                </c:pt>
                <c:pt idx="138">
                  <c:v>0.0044</c:v>
                </c:pt>
                <c:pt idx="139">
                  <c:v>0.0043</c:v>
                </c:pt>
                <c:pt idx="140">
                  <c:v>0.0044</c:v>
                </c:pt>
                <c:pt idx="141">
                  <c:v>0.0045</c:v>
                </c:pt>
                <c:pt idx="142">
                  <c:v>0.0059</c:v>
                </c:pt>
                <c:pt idx="143">
                  <c:v>0.0064</c:v>
                </c:pt>
                <c:pt idx="144">
                  <c:v>0.0066</c:v>
                </c:pt>
                <c:pt idx="145">
                  <c:v>0.0061</c:v>
                </c:pt>
                <c:pt idx="146">
                  <c:v>0.0054</c:v>
                </c:pt>
                <c:pt idx="147">
                  <c:v>0.0045</c:v>
                </c:pt>
                <c:pt idx="148">
                  <c:v>0.0025</c:v>
                </c:pt>
                <c:pt idx="149">
                  <c:v>0.0008</c:v>
                </c:pt>
                <c:pt idx="150">
                  <c:v>-0.0004</c:v>
                </c:pt>
                <c:pt idx="151">
                  <c:v>-0.0012</c:v>
                </c:pt>
                <c:pt idx="152">
                  <c:v>-0.0017</c:v>
                </c:pt>
                <c:pt idx="153">
                  <c:v>-0.0018</c:v>
                </c:pt>
                <c:pt idx="154">
                  <c:v>-0.0017</c:v>
                </c:pt>
                <c:pt idx="155">
                  <c:v>-0.0014</c:v>
                </c:pt>
                <c:pt idx="156">
                  <c:v>-0.0011</c:v>
                </c:pt>
                <c:pt idx="157">
                  <c:v>-0.0008</c:v>
                </c:pt>
                <c:pt idx="158">
                  <c:v>-0.0003</c:v>
                </c:pt>
                <c:pt idx="159">
                  <c:v>0.0001</c:v>
                </c:pt>
                <c:pt idx="160">
                  <c:v>0.0005</c:v>
                </c:pt>
                <c:pt idx="161">
                  <c:v>0.0009</c:v>
                </c:pt>
                <c:pt idx="162">
                  <c:v>0.0013</c:v>
                </c:pt>
                <c:pt idx="163">
                  <c:v>0.0017</c:v>
                </c:pt>
                <c:pt idx="164">
                  <c:v>0.002</c:v>
                </c:pt>
                <c:pt idx="165">
                  <c:v>0.0023</c:v>
                </c:pt>
                <c:pt idx="166">
                  <c:v>0.0026</c:v>
                </c:pt>
                <c:pt idx="167">
                  <c:v>0.0029</c:v>
                </c:pt>
                <c:pt idx="168">
                  <c:v>0.0032</c:v>
                </c:pt>
                <c:pt idx="169">
                  <c:v>0.0034</c:v>
                </c:pt>
                <c:pt idx="170">
                  <c:v>0.0036</c:v>
                </c:pt>
                <c:pt idx="171">
                  <c:v>0.0039</c:v>
                </c:pt>
                <c:pt idx="172">
                  <c:v>0.0041</c:v>
                </c:pt>
                <c:pt idx="173">
                  <c:v>0.0043</c:v>
                </c:pt>
                <c:pt idx="174">
                  <c:v>0.0045</c:v>
                </c:pt>
                <c:pt idx="175">
                  <c:v>0.0046</c:v>
                </c:pt>
                <c:pt idx="176">
                  <c:v>0.0047</c:v>
                </c:pt>
                <c:pt idx="177">
                  <c:v>0.0048</c:v>
                </c:pt>
                <c:pt idx="178">
                  <c:v>0.0048</c:v>
                </c:pt>
                <c:pt idx="179">
                  <c:v>0.0049</c:v>
                </c:pt>
                <c:pt idx="180">
                  <c:v>0.005</c:v>
                </c:pt>
                <c:pt idx="181">
                  <c:v>0.0052</c:v>
                </c:pt>
                <c:pt idx="182">
                  <c:v>0.0053</c:v>
                </c:pt>
                <c:pt idx="183">
                  <c:v>0.0054</c:v>
                </c:pt>
                <c:pt idx="184">
                  <c:v>0.0056</c:v>
                </c:pt>
                <c:pt idx="185">
                  <c:v>0.0059</c:v>
                </c:pt>
                <c:pt idx="186">
                  <c:v>0.0065</c:v>
                </c:pt>
                <c:pt idx="187">
                  <c:v>0.0072</c:v>
                </c:pt>
                <c:pt idx="188">
                  <c:v>0.0078</c:v>
                </c:pt>
                <c:pt idx="189">
                  <c:v>0.0086</c:v>
                </c:pt>
                <c:pt idx="190">
                  <c:v>0.0097</c:v>
                </c:pt>
                <c:pt idx="191">
                  <c:v>0.0091</c:v>
                </c:pt>
                <c:pt idx="192">
                  <c:v>0.0076</c:v>
                </c:pt>
                <c:pt idx="193">
                  <c:v>0.0073</c:v>
                </c:pt>
                <c:pt idx="194">
                  <c:v>0.0078</c:v>
                </c:pt>
                <c:pt idx="195">
                  <c:v>0.0075</c:v>
                </c:pt>
                <c:pt idx="196">
                  <c:v>0.0066</c:v>
                </c:pt>
                <c:pt idx="197">
                  <c:v>0.0061</c:v>
                </c:pt>
                <c:pt idx="198">
                  <c:v>0.0057</c:v>
                </c:pt>
                <c:pt idx="199">
                  <c:v>0.0053</c:v>
                </c:pt>
                <c:pt idx="200">
                  <c:v>0.0049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24/02</c:v>
                </c:pt>
              </c:strCache>
            </c:strRef>
          </c:tx>
          <c:spPr>
            <a:solidFill>
              <a:srgbClr val="C99A06"/>
            </a:solidFill>
            <a:ln w="25400" cap="flat">
              <a:solidFill>
                <a:srgbClr val="C99A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99A06"/>
              </a:solidFill>
              <a:ln w="9525" cap="flat">
                <a:solidFill>
                  <a:srgbClr val="C99A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Sheet1!$C$2:$C$202</c:f>
              <c:numCache>
                <c:formatCode>General</c:formatCode>
                <c:ptCount val="201"/>
                <c:pt idx="0">
                  <c:v>-0.0073</c:v>
                </c:pt>
                <c:pt idx="1">
                  <c:v>-0.003</c:v>
                </c:pt>
                <c:pt idx="2">
                  <c:v>0.0019</c:v>
                </c:pt>
                <c:pt idx="3">
                  <c:v>0.0049</c:v>
                </c:pt>
                <c:pt idx="4">
                  <c:v>0.0074</c:v>
                </c:pt>
                <c:pt idx="5">
                  <c:v>0.0089</c:v>
                </c:pt>
                <c:pt idx="6">
                  <c:v>0.0094</c:v>
                </c:pt>
                <c:pt idx="7">
                  <c:v>0.0099</c:v>
                </c:pt>
                <c:pt idx="8">
                  <c:v>0.0099</c:v>
                </c:pt>
                <c:pt idx="9">
                  <c:v>0.0102</c:v>
                </c:pt>
                <c:pt idx="10">
                  <c:v>0.0115</c:v>
                </c:pt>
                <c:pt idx="11">
                  <c:v>0.0129</c:v>
                </c:pt>
                <c:pt idx="12">
                  <c:v>0.0128</c:v>
                </c:pt>
                <c:pt idx="13">
                  <c:v>0.0112</c:v>
                </c:pt>
                <c:pt idx="14">
                  <c:v>0.0112</c:v>
                </c:pt>
                <c:pt idx="15">
                  <c:v>0.0117</c:v>
                </c:pt>
                <c:pt idx="16">
                  <c:v>0.0127</c:v>
                </c:pt>
                <c:pt idx="17">
                  <c:v>0.0153</c:v>
                </c:pt>
                <c:pt idx="18">
                  <c:v>0.0171</c:v>
                </c:pt>
                <c:pt idx="19">
                  <c:v>0.0175</c:v>
                </c:pt>
                <c:pt idx="20">
                  <c:v>0.0173</c:v>
                </c:pt>
                <c:pt idx="21">
                  <c:v>0.0175</c:v>
                </c:pt>
                <c:pt idx="22">
                  <c:v>0.0175</c:v>
                </c:pt>
                <c:pt idx="23">
                  <c:v>0.0175</c:v>
                </c:pt>
                <c:pt idx="24">
                  <c:v>0.0163</c:v>
                </c:pt>
                <c:pt idx="25">
                  <c:v>0.0143</c:v>
                </c:pt>
                <c:pt idx="26">
                  <c:v>0.013</c:v>
                </c:pt>
                <c:pt idx="27">
                  <c:v>0.0105</c:v>
                </c:pt>
                <c:pt idx="28">
                  <c:v>0.0102</c:v>
                </c:pt>
                <c:pt idx="29">
                  <c:v>0.017</c:v>
                </c:pt>
                <c:pt idx="30">
                  <c:v>0.0268</c:v>
                </c:pt>
                <c:pt idx="31">
                  <c:v>0.023</c:v>
                </c:pt>
                <c:pt idx="32">
                  <c:v>0.012</c:v>
                </c:pt>
                <c:pt idx="33">
                  <c:v>0.0009</c:v>
                </c:pt>
                <c:pt idx="34">
                  <c:v>-0.0059</c:v>
                </c:pt>
                <c:pt idx="35">
                  <c:v>-0.0088</c:v>
                </c:pt>
                <c:pt idx="36">
                  <c:v>-0.0097</c:v>
                </c:pt>
                <c:pt idx="37">
                  <c:v>-0.0094</c:v>
                </c:pt>
                <c:pt idx="38">
                  <c:v>-0.009</c:v>
                </c:pt>
                <c:pt idx="39">
                  <c:v>-0.0086</c:v>
                </c:pt>
                <c:pt idx="40">
                  <c:v>-0.0081</c:v>
                </c:pt>
                <c:pt idx="41">
                  <c:v>-0.0078</c:v>
                </c:pt>
                <c:pt idx="42">
                  <c:v>-0.0073</c:v>
                </c:pt>
                <c:pt idx="43">
                  <c:v>-0.0068</c:v>
                </c:pt>
                <c:pt idx="44">
                  <c:v>-0.0064</c:v>
                </c:pt>
                <c:pt idx="45">
                  <c:v>-0.0059</c:v>
                </c:pt>
                <c:pt idx="46">
                  <c:v>-0.0055</c:v>
                </c:pt>
                <c:pt idx="47">
                  <c:v>-0.0051</c:v>
                </c:pt>
                <c:pt idx="48">
                  <c:v>-0.0048</c:v>
                </c:pt>
                <c:pt idx="49">
                  <c:v>-0.0046</c:v>
                </c:pt>
                <c:pt idx="50">
                  <c:v>-0.0045</c:v>
                </c:pt>
                <c:pt idx="51">
                  <c:v>-0.0044</c:v>
                </c:pt>
                <c:pt idx="52">
                  <c:v>-0.0043</c:v>
                </c:pt>
                <c:pt idx="53">
                  <c:v>-0.0044</c:v>
                </c:pt>
                <c:pt idx="54">
                  <c:v>-0.0047</c:v>
                </c:pt>
                <c:pt idx="55">
                  <c:v>-0.0053</c:v>
                </c:pt>
                <c:pt idx="56">
                  <c:v>-0.0061</c:v>
                </c:pt>
                <c:pt idx="57">
                  <c:v>-0.0066</c:v>
                </c:pt>
                <c:pt idx="58">
                  <c:v>-0.0068</c:v>
                </c:pt>
                <c:pt idx="59">
                  <c:v>-0.0071</c:v>
                </c:pt>
                <c:pt idx="60">
                  <c:v>-0.007</c:v>
                </c:pt>
                <c:pt idx="61">
                  <c:v>-0.0067</c:v>
                </c:pt>
                <c:pt idx="62">
                  <c:v>-0.0063</c:v>
                </c:pt>
                <c:pt idx="63">
                  <c:v>-0.0059</c:v>
                </c:pt>
                <c:pt idx="64">
                  <c:v>-0.0057</c:v>
                </c:pt>
                <c:pt idx="65">
                  <c:v>-0.0058</c:v>
                </c:pt>
                <c:pt idx="66">
                  <c:v>-0.0059</c:v>
                </c:pt>
                <c:pt idx="67">
                  <c:v>-0.006</c:v>
                </c:pt>
                <c:pt idx="68">
                  <c:v>-0.006</c:v>
                </c:pt>
                <c:pt idx="69">
                  <c:v>-0.006</c:v>
                </c:pt>
                <c:pt idx="70">
                  <c:v>-0.0062</c:v>
                </c:pt>
                <c:pt idx="71">
                  <c:v>-0.0063</c:v>
                </c:pt>
                <c:pt idx="72">
                  <c:v>-0.0064</c:v>
                </c:pt>
                <c:pt idx="73">
                  <c:v>-0.0068</c:v>
                </c:pt>
                <c:pt idx="74">
                  <c:v>-0.0078</c:v>
                </c:pt>
                <c:pt idx="75">
                  <c:v>-0.0091</c:v>
                </c:pt>
                <c:pt idx="76">
                  <c:v>-0.0102</c:v>
                </c:pt>
                <c:pt idx="77">
                  <c:v>-0.0109</c:v>
                </c:pt>
                <c:pt idx="78">
                  <c:v>-0.0114</c:v>
                </c:pt>
                <c:pt idx="79">
                  <c:v>-0.0119</c:v>
                </c:pt>
                <c:pt idx="80">
                  <c:v>-0.0123</c:v>
                </c:pt>
                <c:pt idx="81">
                  <c:v>-0.0125</c:v>
                </c:pt>
                <c:pt idx="82">
                  <c:v>-0.0125</c:v>
                </c:pt>
                <c:pt idx="83">
                  <c:v>-0.0122</c:v>
                </c:pt>
                <c:pt idx="84">
                  <c:v>-0.012</c:v>
                </c:pt>
                <c:pt idx="85">
                  <c:v>-0.0117</c:v>
                </c:pt>
                <c:pt idx="86">
                  <c:v>-0.0115</c:v>
                </c:pt>
                <c:pt idx="87">
                  <c:v>-0.0114</c:v>
                </c:pt>
                <c:pt idx="88">
                  <c:v>-0.0116</c:v>
                </c:pt>
                <c:pt idx="89">
                  <c:v>-0.0119</c:v>
                </c:pt>
                <c:pt idx="90">
                  <c:v>-0.0122</c:v>
                </c:pt>
                <c:pt idx="91">
                  <c:v>-0.0125</c:v>
                </c:pt>
                <c:pt idx="92">
                  <c:v>-0.0129</c:v>
                </c:pt>
                <c:pt idx="93">
                  <c:v>-0.0133</c:v>
                </c:pt>
                <c:pt idx="94">
                  <c:v>-0.0133</c:v>
                </c:pt>
                <c:pt idx="95">
                  <c:v>-0.0124</c:v>
                </c:pt>
                <c:pt idx="96">
                  <c:v>-0.0112</c:v>
                </c:pt>
                <c:pt idx="97">
                  <c:v>-0.0109</c:v>
                </c:pt>
                <c:pt idx="98">
                  <c:v>-0.0087</c:v>
                </c:pt>
                <c:pt idx="99">
                  <c:v>-0.0051</c:v>
                </c:pt>
                <c:pt idx="100">
                  <c:v>-0.0011</c:v>
                </c:pt>
                <c:pt idx="101">
                  <c:v>0.0008</c:v>
                </c:pt>
                <c:pt idx="102">
                  <c:v>0.0011</c:v>
                </c:pt>
                <c:pt idx="103">
                  <c:v>0.001</c:v>
                </c:pt>
                <c:pt idx="104">
                  <c:v>0.0007</c:v>
                </c:pt>
                <c:pt idx="105">
                  <c:v>0.0004</c:v>
                </c:pt>
                <c:pt idx="106">
                  <c:v>-0.0001</c:v>
                </c:pt>
                <c:pt idx="107">
                  <c:v>-0.001</c:v>
                </c:pt>
                <c:pt idx="108">
                  <c:v>-0.0022</c:v>
                </c:pt>
                <c:pt idx="109">
                  <c:v>-0.0038</c:v>
                </c:pt>
                <c:pt idx="110">
                  <c:v>-0.0054</c:v>
                </c:pt>
                <c:pt idx="111">
                  <c:v>-0.0073</c:v>
                </c:pt>
                <c:pt idx="112">
                  <c:v>-0.0091</c:v>
                </c:pt>
                <c:pt idx="113">
                  <c:v>-0.0109</c:v>
                </c:pt>
                <c:pt idx="114">
                  <c:v>-0.0127</c:v>
                </c:pt>
                <c:pt idx="115">
                  <c:v>-0.0144</c:v>
                </c:pt>
                <c:pt idx="116">
                  <c:v>-0.0158</c:v>
                </c:pt>
                <c:pt idx="117">
                  <c:v>-0.017</c:v>
                </c:pt>
                <c:pt idx="118">
                  <c:v>-0.018</c:v>
                </c:pt>
                <c:pt idx="119">
                  <c:v>-0.0188</c:v>
                </c:pt>
                <c:pt idx="120">
                  <c:v>-0.0194</c:v>
                </c:pt>
                <c:pt idx="121">
                  <c:v>-0.02</c:v>
                </c:pt>
                <c:pt idx="122">
                  <c:v>-0.0203</c:v>
                </c:pt>
                <c:pt idx="123">
                  <c:v>-0.0206</c:v>
                </c:pt>
                <c:pt idx="124">
                  <c:v>-0.0209</c:v>
                </c:pt>
                <c:pt idx="125">
                  <c:v>-0.0211</c:v>
                </c:pt>
                <c:pt idx="126">
                  <c:v>-0.0213</c:v>
                </c:pt>
                <c:pt idx="127">
                  <c:v>-0.0213</c:v>
                </c:pt>
                <c:pt idx="128">
                  <c:v>-0.0212</c:v>
                </c:pt>
                <c:pt idx="129">
                  <c:v>-0.021</c:v>
                </c:pt>
                <c:pt idx="130">
                  <c:v>-0.0208</c:v>
                </c:pt>
                <c:pt idx="131">
                  <c:v>-0.0205</c:v>
                </c:pt>
                <c:pt idx="132">
                  <c:v>-0.0212</c:v>
                </c:pt>
                <c:pt idx="133">
                  <c:v>-0.0217</c:v>
                </c:pt>
                <c:pt idx="134">
                  <c:v>-0.0202</c:v>
                </c:pt>
                <c:pt idx="135">
                  <c:v>-0.019</c:v>
                </c:pt>
                <c:pt idx="136">
                  <c:v>-0.0186</c:v>
                </c:pt>
                <c:pt idx="137">
                  <c:v>-0.0177</c:v>
                </c:pt>
                <c:pt idx="138">
                  <c:v>-0.0168</c:v>
                </c:pt>
                <c:pt idx="139">
                  <c:v>-0.0163</c:v>
                </c:pt>
                <c:pt idx="140">
                  <c:v>-0.0159</c:v>
                </c:pt>
                <c:pt idx="141">
                  <c:v>-0.017</c:v>
                </c:pt>
                <c:pt idx="142">
                  <c:v>-0.016</c:v>
                </c:pt>
                <c:pt idx="143">
                  <c:v>-0.0148</c:v>
                </c:pt>
                <c:pt idx="144">
                  <c:v>-0.0136</c:v>
                </c:pt>
                <c:pt idx="145">
                  <c:v>-0.012</c:v>
                </c:pt>
                <c:pt idx="146">
                  <c:v>-0.0087</c:v>
                </c:pt>
                <c:pt idx="147">
                  <c:v>-0.0033</c:v>
                </c:pt>
                <c:pt idx="148">
                  <c:v>0.0009</c:v>
                </c:pt>
                <c:pt idx="149">
                  <c:v>0.0022</c:v>
                </c:pt>
                <c:pt idx="150">
                  <c:v>0.0009</c:v>
                </c:pt>
                <c:pt idx="151">
                  <c:v>-0.0008</c:v>
                </c:pt>
                <c:pt idx="152">
                  <c:v>-0.0017</c:v>
                </c:pt>
                <c:pt idx="153">
                  <c:v>-0.002</c:v>
                </c:pt>
                <c:pt idx="154">
                  <c:v>-0.0019</c:v>
                </c:pt>
                <c:pt idx="155">
                  <c:v>-0.0015</c:v>
                </c:pt>
                <c:pt idx="156">
                  <c:v>-0.001</c:v>
                </c:pt>
                <c:pt idx="157">
                  <c:v>-0.0006</c:v>
                </c:pt>
                <c:pt idx="158">
                  <c:v>-0.0001</c:v>
                </c:pt>
                <c:pt idx="159">
                  <c:v>0.0003</c:v>
                </c:pt>
                <c:pt idx="160">
                  <c:v>0.0006</c:v>
                </c:pt>
                <c:pt idx="161">
                  <c:v>0.0006</c:v>
                </c:pt>
                <c:pt idx="162">
                  <c:v>0.0005</c:v>
                </c:pt>
                <c:pt idx="163">
                  <c:v>0.0003</c:v>
                </c:pt>
                <c:pt idx="164">
                  <c:v>-0.0002</c:v>
                </c:pt>
                <c:pt idx="165">
                  <c:v>-0.0009</c:v>
                </c:pt>
                <c:pt idx="166">
                  <c:v>-0.0016</c:v>
                </c:pt>
                <c:pt idx="167">
                  <c:v>-0.0026</c:v>
                </c:pt>
                <c:pt idx="168">
                  <c:v>-0.0036</c:v>
                </c:pt>
                <c:pt idx="169">
                  <c:v>-0.0046</c:v>
                </c:pt>
                <c:pt idx="170">
                  <c:v>-0.0057</c:v>
                </c:pt>
                <c:pt idx="171">
                  <c:v>-0.0066</c:v>
                </c:pt>
                <c:pt idx="172">
                  <c:v>-0.0076</c:v>
                </c:pt>
                <c:pt idx="173">
                  <c:v>-0.0084</c:v>
                </c:pt>
                <c:pt idx="174">
                  <c:v>-0.009</c:v>
                </c:pt>
                <c:pt idx="175">
                  <c:v>-0.0095</c:v>
                </c:pt>
                <c:pt idx="176">
                  <c:v>-0.0098</c:v>
                </c:pt>
                <c:pt idx="177">
                  <c:v>-0.0101</c:v>
                </c:pt>
                <c:pt idx="178">
                  <c:v>-0.0103</c:v>
                </c:pt>
                <c:pt idx="179">
                  <c:v>-0.0104</c:v>
                </c:pt>
                <c:pt idx="180">
                  <c:v>-0.0105</c:v>
                </c:pt>
                <c:pt idx="181">
                  <c:v>-0.0104</c:v>
                </c:pt>
                <c:pt idx="182">
                  <c:v>-0.0102</c:v>
                </c:pt>
                <c:pt idx="183">
                  <c:v>-0.0098</c:v>
                </c:pt>
                <c:pt idx="184">
                  <c:v>-0.0095</c:v>
                </c:pt>
                <c:pt idx="185">
                  <c:v>-0.0091</c:v>
                </c:pt>
                <c:pt idx="186">
                  <c:v>-0.0087</c:v>
                </c:pt>
                <c:pt idx="187">
                  <c:v>-0.0083</c:v>
                </c:pt>
                <c:pt idx="188">
                  <c:v>-0.0077</c:v>
                </c:pt>
                <c:pt idx="189">
                  <c:v>-0.0068</c:v>
                </c:pt>
                <c:pt idx="190">
                  <c:v>-0.0064</c:v>
                </c:pt>
                <c:pt idx="191">
                  <c:v>-0.0066</c:v>
                </c:pt>
                <c:pt idx="192">
                  <c:v>-0.0048</c:v>
                </c:pt>
                <c:pt idx="193">
                  <c:v>-0.0031</c:v>
                </c:pt>
                <c:pt idx="194">
                  <c:v>-0.002</c:v>
                </c:pt>
                <c:pt idx="195">
                  <c:v>-0.0017</c:v>
                </c:pt>
                <c:pt idx="196">
                  <c:v>-0.0007</c:v>
                </c:pt>
                <c:pt idx="197">
                  <c:v>0.0002</c:v>
                </c:pt>
                <c:pt idx="198">
                  <c:v>0.0008</c:v>
                </c:pt>
                <c:pt idx="199">
                  <c:v>0.0011</c:v>
                </c:pt>
                <c:pt idx="200">
                  <c:v>0.0016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A5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A5A50"/>
                    </a:solidFill>
                    <a:latin typeface="Arial"/>
                  </a:rPr>
                  <a:t>Wavelength (nm)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0"/>
      </c:catAx>
      <c:valAx>
        <c:axId val="2094734552"/>
        <c:scaling>
          <c:orientation val="minMax"/>
          <c:max val="0.15"/>
          <c:min val="-0.1"/>
        </c:scaling>
        <c:delete val="0"/>
        <c:axPos val="l"/>
        <c:majorGridlines>
          <c:spPr>
            <a:ln w="6350" cap="flat">
              <a:solidFill>
                <a:srgbClr val="E3E8E4"/>
              </a:solidFill>
              <a:prstDash val="solid"/>
              <a:round/>
            </a:ln>
          </c:spPr>
        </c:majorGridlines>
        <c:numFmt formatCode="+0.00;-0.00;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5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24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24"/>
                </a:solidFill>
                <a:latin typeface="+mn-lt"/>
              </a:rPr>
              <a:t>Flowering: diseased − healthy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11/02</c:v>
                </c:pt>
              </c:strCache>
            </c:strRef>
          </c:tx>
          <c:spPr>
            <a:solidFill>
              <a:srgbClr val="2E6DA4"/>
            </a:solidFill>
            <a:ln w="25400" cap="flat">
              <a:solidFill>
                <a:srgbClr val="2E6DA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6DA4"/>
              </a:solidFill>
              <a:ln w="9525" cap="flat">
                <a:solidFill>
                  <a:srgbClr val="2E6DA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Sheet1!$B$2:$B$202</c:f>
              <c:numCache>
                <c:formatCode>General</c:formatCode>
                <c:ptCount val="201"/>
                <c:pt idx="0">
                  <c:v>-0.0095</c:v>
                </c:pt>
                <c:pt idx="1">
                  <c:v>-0.0124</c:v>
                </c:pt>
                <c:pt idx="2">
                  <c:v>-0.0128</c:v>
                </c:pt>
                <c:pt idx="3">
                  <c:v>-0.0138</c:v>
                </c:pt>
                <c:pt idx="4">
                  <c:v>-0.0131</c:v>
                </c:pt>
                <c:pt idx="5">
                  <c:v>-0.0132</c:v>
                </c:pt>
                <c:pt idx="6">
                  <c:v>-0.013</c:v>
                </c:pt>
                <c:pt idx="7">
                  <c:v>-0.0127</c:v>
                </c:pt>
                <c:pt idx="8">
                  <c:v>-0.0122</c:v>
                </c:pt>
                <c:pt idx="9">
                  <c:v>-0.0117</c:v>
                </c:pt>
                <c:pt idx="10">
                  <c:v>-0.0112</c:v>
                </c:pt>
                <c:pt idx="11">
                  <c:v>-0.011</c:v>
                </c:pt>
                <c:pt idx="12">
                  <c:v>-0.0109</c:v>
                </c:pt>
                <c:pt idx="13">
                  <c:v>-0.0121</c:v>
                </c:pt>
                <c:pt idx="14">
                  <c:v>-0.0132</c:v>
                </c:pt>
                <c:pt idx="15">
                  <c:v>-0.0134</c:v>
                </c:pt>
                <c:pt idx="16">
                  <c:v>-0.0132</c:v>
                </c:pt>
                <c:pt idx="17">
                  <c:v>-0.0124</c:v>
                </c:pt>
                <c:pt idx="18">
                  <c:v>-0.0111</c:v>
                </c:pt>
                <c:pt idx="19">
                  <c:v>-0.0104</c:v>
                </c:pt>
                <c:pt idx="20">
                  <c:v>-0.0099</c:v>
                </c:pt>
                <c:pt idx="21">
                  <c:v>-0.0091</c:v>
                </c:pt>
                <c:pt idx="22">
                  <c:v>-0.0082</c:v>
                </c:pt>
                <c:pt idx="23">
                  <c:v>-0.0078</c:v>
                </c:pt>
                <c:pt idx="24">
                  <c:v>-0.0078</c:v>
                </c:pt>
                <c:pt idx="25">
                  <c:v>-0.0075</c:v>
                </c:pt>
                <c:pt idx="26">
                  <c:v>-0.0065</c:v>
                </c:pt>
                <c:pt idx="27">
                  <c:v>-0.0056</c:v>
                </c:pt>
                <c:pt idx="28">
                  <c:v>-0.0049</c:v>
                </c:pt>
                <c:pt idx="29">
                  <c:v>-0.0045</c:v>
                </c:pt>
                <c:pt idx="30">
                  <c:v>-0.0039</c:v>
                </c:pt>
                <c:pt idx="31">
                  <c:v>-0.0037</c:v>
                </c:pt>
                <c:pt idx="32">
                  <c:v>-0.0026</c:v>
                </c:pt>
                <c:pt idx="33">
                  <c:v>-0.0006</c:v>
                </c:pt>
                <c:pt idx="34">
                  <c:v>0.0014</c:v>
                </c:pt>
                <c:pt idx="35">
                  <c:v>0.0022</c:v>
                </c:pt>
                <c:pt idx="36">
                  <c:v>0.0022</c:v>
                </c:pt>
                <c:pt idx="37">
                  <c:v>0.002</c:v>
                </c:pt>
                <c:pt idx="38">
                  <c:v>0.0019</c:v>
                </c:pt>
                <c:pt idx="39">
                  <c:v>0.0019</c:v>
                </c:pt>
                <c:pt idx="40">
                  <c:v>0.0019</c:v>
                </c:pt>
                <c:pt idx="41">
                  <c:v>0.002</c:v>
                </c:pt>
                <c:pt idx="42">
                  <c:v>0.0021</c:v>
                </c:pt>
                <c:pt idx="43">
                  <c:v>0.0023</c:v>
                </c:pt>
                <c:pt idx="44">
                  <c:v>0.0026</c:v>
                </c:pt>
                <c:pt idx="45">
                  <c:v>0.003</c:v>
                </c:pt>
                <c:pt idx="46">
                  <c:v>0.0033</c:v>
                </c:pt>
                <c:pt idx="47">
                  <c:v>0.0035</c:v>
                </c:pt>
                <c:pt idx="48">
                  <c:v>0.0039</c:v>
                </c:pt>
                <c:pt idx="49">
                  <c:v>0.0044</c:v>
                </c:pt>
                <c:pt idx="50">
                  <c:v>0.0047</c:v>
                </c:pt>
                <c:pt idx="51">
                  <c:v>0.0049</c:v>
                </c:pt>
                <c:pt idx="52">
                  <c:v>0.0052</c:v>
                </c:pt>
                <c:pt idx="53">
                  <c:v>0.0057</c:v>
                </c:pt>
                <c:pt idx="54">
                  <c:v>0.0063</c:v>
                </c:pt>
                <c:pt idx="55">
                  <c:v>0.0072</c:v>
                </c:pt>
                <c:pt idx="56">
                  <c:v>0.0082</c:v>
                </c:pt>
                <c:pt idx="57">
                  <c:v>0.0087</c:v>
                </c:pt>
                <c:pt idx="58">
                  <c:v>0.0088</c:v>
                </c:pt>
                <c:pt idx="59">
                  <c:v>0.009</c:v>
                </c:pt>
                <c:pt idx="60">
                  <c:v>0.0091</c:v>
                </c:pt>
                <c:pt idx="61">
                  <c:v>0.009</c:v>
                </c:pt>
                <c:pt idx="62">
                  <c:v>0.0088</c:v>
                </c:pt>
                <c:pt idx="63">
                  <c:v>0.0086</c:v>
                </c:pt>
                <c:pt idx="64">
                  <c:v>0.0082</c:v>
                </c:pt>
                <c:pt idx="65">
                  <c:v>0.0077</c:v>
                </c:pt>
                <c:pt idx="66">
                  <c:v>0.0075</c:v>
                </c:pt>
                <c:pt idx="67">
                  <c:v>0.0075</c:v>
                </c:pt>
                <c:pt idx="68">
                  <c:v>0.0077</c:v>
                </c:pt>
                <c:pt idx="69">
                  <c:v>0.008</c:v>
                </c:pt>
                <c:pt idx="70">
                  <c:v>0.0084</c:v>
                </c:pt>
                <c:pt idx="71">
                  <c:v>0.0089</c:v>
                </c:pt>
                <c:pt idx="72">
                  <c:v>0.0096</c:v>
                </c:pt>
                <c:pt idx="73">
                  <c:v>0.0104</c:v>
                </c:pt>
                <c:pt idx="74">
                  <c:v>0.0119</c:v>
                </c:pt>
                <c:pt idx="75">
                  <c:v>0.0133</c:v>
                </c:pt>
                <c:pt idx="76">
                  <c:v>0.0141</c:v>
                </c:pt>
                <c:pt idx="77">
                  <c:v>0.0144</c:v>
                </c:pt>
                <c:pt idx="78">
                  <c:v>0.0146</c:v>
                </c:pt>
                <c:pt idx="79">
                  <c:v>0.0151</c:v>
                </c:pt>
                <c:pt idx="80">
                  <c:v>0.0154</c:v>
                </c:pt>
                <c:pt idx="81">
                  <c:v>0.0154</c:v>
                </c:pt>
                <c:pt idx="82">
                  <c:v>0.0153</c:v>
                </c:pt>
                <c:pt idx="83">
                  <c:v>0.0149</c:v>
                </c:pt>
                <c:pt idx="84">
                  <c:v>0.0148</c:v>
                </c:pt>
                <c:pt idx="85">
                  <c:v>0.0148</c:v>
                </c:pt>
                <c:pt idx="86">
                  <c:v>0.0147</c:v>
                </c:pt>
                <c:pt idx="87">
                  <c:v>0.0145</c:v>
                </c:pt>
                <c:pt idx="88">
                  <c:v>0.0145</c:v>
                </c:pt>
                <c:pt idx="89">
                  <c:v>0.0149</c:v>
                </c:pt>
                <c:pt idx="90">
                  <c:v>0.0155</c:v>
                </c:pt>
                <c:pt idx="91">
                  <c:v>0.0167</c:v>
                </c:pt>
                <c:pt idx="92">
                  <c:v>0.0177</c:v>
                </c:pt>
                <c:pt idx="93">
                  <c:v>0.0187</c:v>
                </c:pt>
                <c:pt idx="94">
                  <c:v>0.0196</c:v>
                </c:pt>
                <c:pt idx="95">
                  <c:v>0.0212</c:v>
                </c:pt>
                <c:pt idx="96">
                  <c:v>0.0227</c:v>
                </c:pt>
                <c:pt idx="97">
                  <c:v>0.0221</c:v>
                </c:pt>
                <c:pt idx="98">
                  <c:v>0.0217</c:v>
                </c:pt>
                <c:pt idx="99">
                  <c:v>0.0189</c:v>
                </c:pt>
                <c:pt idx="100">
                  <c:v>0.0152</c:v>
                </c:pt>
                <c:pt idx="101">
                  <c:v>0.0122</c:v>
                </c:pt>
                <c:pt idx="102">
                  <c:v>0.0103</c:v>
                </c:pt>
                <c:pt idx="103">
                  <c:v>0.0094</c:v>
                </c:pt>
                <c:pt idx="104">
                  <c:v>0.0091</c:v>
                </c:pt>
                <c:pt idx="105">
                  <c:v>0.0092</c:v>
                </c:pt>
                <c:pt idx="106">
                  <c:v>0.0096</c:v>
                </c:pt>
                <c:pt idx="107">
                  <c:v>0.0105</c:v>
                </c:pt>
                <c:pt idx="108">
                  <c:v>0.0119</c:v>
                </c:pt>
                <c:pt idx="109">
                  <c:v>0.0134</c:v>
                </c:pt>
                <c:pt idx="110">
                  <c:v>0.015</c:v>
                </c:pt>
                <c:pt idx="111">
                  <c:v>0.0164</c:v>
                </c:pt>
                <c:pt idx="112">
                  <c:v>0.0177</c:v>
                </c:pt>
                <c:pt idx="113">
                  <c:v>0.019</c:v>
                </c:pt>
                <c:pt idx="114">
                  <c:v>0.02</c:v>
                </c:pt>
                <c:pt idx="115">
                  <c:v>0.0208</c:v>
                </c:pt>
                <c:pt idx="116">
                  <c:v>0.0214</c:v>
                </c:pt>
                <c:pt idx="117">
                  <c:v>0.0219</c:v>
                </c:pt>
                <c:pt idx="118">
                  <c:v>0.0223</c:v>
                </c:pt>
                <c:pt idx="119">
                  <c:v>0.0226</c:v>
                </c:pt>
                <c:pt idx="120">
                  <c:v>0.0229</c:v>
                </c:pt>
                <c:pt idx="121">
                  <c:v>0.0231</c:v>
                </c:pt>
                <c:pt idx="122">
                  <c:v>0.0234</c:v>
                </c:pt>
                <c:pt idx="123">
                  <c:v>0.0237</c:v>
                </c:pt>
                <c:pt idx="124">
                  <c:v>0.0239</c:v>
                </c:pt>
                <c:pt idx="125">
                  <c:v>0.024</c:v>
                </c:pt>
                <c:pt idx="126">
                  <c:v>0.0241</c:v>
                </c:pt>
                <c:pt idx="127">
                  <c:v>0.0244</c:v>
                </c:pt>
                <c:pt idx="128">
                  <c:v>0.0248</c:v>
                </c:pt>
                <c:pt idx="129">
                  <c:v>0.0255</c:v>
                </c:pt>
                <c:pt idx="130">
                  <c:v>0.0263</c:v>
                </c:pt>
                <c:pt idx="131">
                  <c:v>0.0271</c:v>
                </c:pt>
                <c:pt idx="132">
                  <c:v>0.028</c:v>
                </c:pt>
                <c:pt idx="133">
                  <c:v>0.0274</c:v>
                </c:pt>
                <c:pt idx="134">
                  <c:v>0.0261</c:v>
                </c:pt>
                <c:pt idx="135">
                  <c:v>0.0261</c:v>
                </c:pt>
                <c:pt idx="136">
                  <c:v>0.0259</c:v>
                </c:pt>
                <c:pt idx="137">
                  <c:v>0.0247</c:v>
                </c:pt>
                <c:pt idx="138">
                  <c:v>0.0239</c:v>
                </c:pt>
                <c:pt idx="139">
                  <c:v>0.0237</c:v>
                </c:pt>
                <c:pt idx="140">
                  <c:v>0.0238</c:v>
                </c:pt>
                <c:pt idx="141">
                  <c:v>0.0238</c:v>
                </c:pt>
                <c:pt idx="142">
                  <c:v>0.0255</c:v>
                </c:pt>
                <c:pt idx="143">
                  <c:v>0.0261</c:v>
                </c:pt>
                <c:pt idx="144">
                  <c:v>0.0261</c:v>
                </c:pt>
                <c:pt idx="145">
                  <c:v>0.0245</c:v>
                </c:pt>
                <c:pt idx="146">
                  <c:v>0.0218</c:v>
                </c:pt>
                <c:pt idx="147">
                  <c:v>0.0175</c:v>
                </c:pt>
                <c:pt idx="148">
                  <c:v>0.0101</c:v>
                </c:pt>
                <c:pt idx="149">
                  <c:v>0.0038</c:v>
                </c:pt>
                <c:pt idx="150">
                  <c:v>0.0003</c:v>
                </c:pt>
                <c:pt idx="151">
                  <c:v>-0.0014</c:v>
                </c:pt>
                <c:pt idx="152">
                  <c:v>-0.0022</c:v>
                </c:pt>
                <c:pt idx="153">
                  <c:v>-0.0025</c:v>
                </c:pt>
                <c:pt idx="154">
                  <c:v>-0.0022</c:v>
                </c:pt>
                <c:pt idx="155">
                  <c:v>-0.0017</c:v>
                </c:pt>
                <c:pt idx="156">
                  <c:v>-0.0011</c:v>
                </c:pt>
                <c:pt idx="157">
                  <c:v>-0.0004</c:v>
                </c:pt>
                <c:pt idx="158">
                  <c:v>0.0005</c:v>
                </c:pt>
                <c:pt idx="159">
                  <c:v>0.0015</c:v>
                </c:pt>
                <c:pt idx="160">
                  <c:v>0.0026</c:v>
                </c:pt>
                <c:pt idx="161">
                  <c:v>0.0037</c:v>
                </c:pt>
                <c:pt idx="162">
                  <c:v>0.0048</c:v>
                </c:pt>
                <c:pt idx="163">
                  <c:v>0.0059</c:v>
                </c:pt>
                <c:pt idx="164">
                  <c:v>0.007</c:v>
                </c:pt>
                <c:pt idx="165">
                  <c:v>0.0081</c:v>
                </c:pt>
                <c:pt idx="166">
                  <c:v>0.0092</c:v>
                </c:pt>
                <c:pt idx="167">
                  <c:v>0.0104</c:v>
                </c:pt>
                <c:pt idx="168">
                  <c:v>0.0116</c:v>
                </c:pt>
                <c:pt idx="169">
                  <c:v>0.0126</c:v>
                </c:pt>
                <c:pt idx="170">
                  <c:v>0.0137</c:v>
                </c:pt>
                <c:pt idx="171">
                  <c:v>0.0147</c:v>
                </c:pt>
                <c:pt idx="172">
                  <c:v>0.0157</c:v>
                </c:pt>
                <c:pt idx="173">
                  <c:v>0.0166</c:v>
                </c:pt>
                <c:pt idx="174">
                  <c:v>0.0173</c:v>
                </c:pt>
                <c:pt idx="175">
                  <c:v>0.0178</c:v>
                </c:pt>
                <c:pt idx="176">
                  <c:v>0.0182</c:v>
                </c:pt>
                <c:pt idx="177">
                  <c:v>0.0184</c:v>
                </c:pt>
                <c:pt idx="178">
                  <c:v>0.0186</c:v>
                </c:pt>
                <c:pt idx="179">
                  <c:v>0.0189</c:v>
                </c:pt>
                <c:pt idx="180">
                  <c:v>0.0192</c:v>
                </c:pt>
                <c:pt idx="181">
                  <c:v>0.0196</c:v>
                </c:pt>
                <c:pt idx="182">
                  <c:v>0.0198</c:v>
                </c:pt>
                <c:pt idx="183">
                  <c:v>0.0199</c:v>
                </c:pt>
                <c:pt idx="184">
                  <c:v>0.0201</c:v>
                </c:pt>
                <c:pt idx="185">
                  <c:v>0.0205</c:v>
                </c:pt>
                <c:pt idx="186">
                  <c:v>0.0214</c:v>
                </c:pt>
                <c:pt idx="187">
                  <c:v>0.0226</c:v>
                </c:pt>
                <c:pt idx="188">
                  <c:v>0.0235</c:v>
                </c:pt>
                <c:pt idx="189">
                  <c:v>0.0245</c:v>
                </c:pt>
                <c:pt idx="190">
                  <c:v>0.0264</c:v>
                </c:pt>
                <c:pt idx="191">
                  <c:v>0.0252</c:v>
                </c:pt>
                <c:pt idx="192">
                  <c:v>0.0213</c:v>
                </c:pt>
                <c:pt idx="193">
                  <c:v>0.0199</c:v>
                </c:pt>
                <c:pt idx="194">
                  <c:v>0.0202</c:v>
                </c:pt>
                <c:pt idx="195">
                  <c:v>0.0192</c:v>
                </c:pt>
                <c:pt idx="196">
                  <c:v>0.0166</c:v>
                </c:pt>
                <c:pt idx="197">
                  <c:v>0.0152</c:v>
                </c:pt>
                <c:pt idx="198">
                  <c:v>0.014</c:v>
                </c:pt>
                <c:pt idx="199">
                  <c:v>0.0127</c:v>
                </c:pt>
                <c:pt idx="200">
                  <c:v>0.0113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24/02</c:v>
                </c:pt>
              </c:strCache>
            </c:strRef>
          </c:tx>
          <c:spPr>
            <a:solidFill>
              <a:srgbClr val="C99A06"/>
            </a:solidFill>
            <a:ln w="25400" cap="flat">
              <a:solidFill>
                <a:srgbClr val="C99A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99A06"/>
              </a:solidFill>
              <a:ln w="9525" cap="flat">
                <a:solidFill>
                  <a:srgbClr val="C99A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Sheet1!$C$2:$C$202</c:f>
              <c:numCache>
                <c:formatCode>General</c:formatCode>
                <c:ptCount val="201"/>
                <c:pt idx="0">
                  <c:v>0.0044</c:v>
                </c:pt>
                <c:pt idx="1">
                  <c:v>0.0066</c:v>
                </c:pt>
                <c:pt idx="2">
                  <c:v>0.0088</c:v>
                </c:pt>
                <c:pt idx="3">
                  <c:v>0.0089</c:v>
                </c:pt>
                <c:pt idx="4">
                  <c:v>0.0098</c:v>
                </c:pt>
                <c:pt idx="5">
                  <c:v>0.0108</c:v>
                </c:pt>
                <c:pt idx="6">
                  <c:v>0.0111</c:v>
                </c:pt>
                <c:pt idx="7">
                  <c:v>0.0112</c:v>
                </c:pt>
                <c:pt idx="8">
                  <c:v>0.0113</c:v>
                </c:pt>
                <c:pt idx="9">
                  <c:v>0.0116</c:v>
                </c:pt>
                <c:pt idx="10">
                  <c:v>0.0128</c:v>
                </c:pt>
                <c:pt idx="11">
                  <c:v>0.0151</c:v>
                </c:pt>
                <c:pt idx="12">
                  <c:v>0.0172</c:v>
                </c:pt>
                <c:pt idx="13">
                  <c:v>0.0174</c:v>
                </c:pt>
                <c:pt idx="14">
                  <c:v>0.0175</c:v>
                </c:pt>
                <c:pt idx="15">
                  <c:v>0.0176</c:v>
                </c:pt>
                <c:pt idx="16">
                  <c:v>0.0181</c:v>
                </c:pt>
                <c:pt idx="17">
                  <c:v>0.0195</c:v>
                </c:pt>
                <c:pt idx="18">
                  <c:v>0.0202</c:v>
                </c:pt>
                <c:pt idx="19">
                  <c:v>0.0201</c:v>
                </c:pt>
                <c:pt idx="20">
                  <c:v>0.0197</c:v>
                </c:pt>
                <c:pt idx="21">
                  <c:v>0.0194</c:v>
                </c:pt>
                <c:pt idx="22">
                  <c:v>0.0189</c:v>
                </c:pt>
                <c:pt idx="23">
                  <c:v>0.0187</c:v>
                </c:pt>
                <c:pt idx="24">
                  <c:v>0.0173</c:v>
                </c:pt>
                <c:pt idx="25">
                  <c:v>0.0151</c:v>
                </c:pt>
                <c:pt idx="26">
                  <c:v>0.0137</c:v>
                </c:pt>
                <c:pt idx="27">
                  <c:v>0.0114</c:v>
                </c:pt>
                <c:pt idx="28">
                  <c:v>0.0112</c:v>
                </c:pt>
                <c:pt idx="29">
                  <c:v>0.0177</c:v>
                </c:pt>
                <c:pt idx="30">
                  <c:v>0.0282</c:v>
                </c:pt>
                <c:pt idx="31">
                  <c:v>0.0236</c:v>
                </c:pt>
                <c:pt idx="32">
                  <c:v>0.0102</c:v>
                </c:pt>
                <c:pt idx="33">
                  <c:v>-0.0039</c:v>
                </c:pt>
                <c:pt idx="34">
                  <c:v>-0.0129</c:v>
                </c:pt>
                <c:pt idx="35">
                  <c:v>-0.017</c:v>
                </c:pt>
                <c:pt idx="36">
                  <c:v>-0.0182</c:v>
                </c:pt>
                <c:pt idx="37">
                  <c:v>-0.018</c:v>
                </c:pt>
                <c:pt idx="38">
                  <c:v>-0.0174</c:v>
                </c:pt>
                <c:pt idx="39">
                  <c:v>-0.0168</c:v>
                </c:pt>
                <c:pt idx="40">
                  <c:v>-0.0161</c:v>
                </c:pt>
                <c:pt idx="41">
                  <c:v>-0.0156</c:v>
                </c:pt>
                <c:pt idx="42">
                  <c:v>-0.0148</c:v>
                </c:pt>
                <c:pt idx="43">
                  <c:v>-0.0142</c:v>
                </c:pt>
                <c:pt idx="44">
                  <c:v>-0.0135</c:v>
                </c:pt>
                <c:pt idx="45">
                  <c:v>-0.0129</c:v>
                </c:pt>
                <c:pt idx="46">
                  <c:v>-0.0123</c:v>
                </c:pt>
                <c:pt idx="47">
                  <c:v>-0.0118</c:v>
                </c:pt>
                <c:pt idx="48">
                  <c:v>-0.0113</c:v>
                </c:pt>
                <c:pt idx="49">
                  <c:v>-0.0109</c:v>
                </c:pt>
                <c:pt idx="50">
                  <c:v>-0.0105</c:v>
                </c:pt>
                <c:pt idx="51">
                  <c:v>-0.0101</c:v>
                </c:pt>
                <c:pt idx="52">
                  <c:v>-0.0096</c:v>
                </c:pt>
                <c:pt idx="53">
                  <c:v>-0.0091</c:v>
                </c:pt>
                <c:pt idx="54">
                  <c:v>-0.0084</c:v>
                </c:pt>
                <c:pt idx="55">
                  <c:v>-0.0076</c:v>
                </c:pt>
                <c:pt idx="56">
                  <c:v>-0.0067</c:v>
                </c:pt>
                <c:pt idx="57">
                  <c:v>-0.0066</c:v>
                </c:pt>
                <c:pt idx="58">
                  <c:v>-0.0066</c:v>
                </c:pt>
                <c:pt idx="59">
                  <c:v>-0.0069</c:v>
                </c:pt>
                <c:pt idx="60">
                  <c:v>-0.007</c:v>
                </c:pt>
                <c:pt idx="61">
                  <c:v>-0.0071</c:v>
                </c:pt>
                <c:pt idx="62">
                  <c:v>-0.0073</c:v>
                </c:pt>
                <c:pt idx="63">
                  <c:v>-0.0075</c:v>
                </c:pt>
                <c:pt idx="64">
                  <c:v>-0.0076</c:v>
                </c:pt>
                <c:pt idx="65">
                  <c:v>-0.0078</c:v>
                </c:pt>
                <c:pt idx="66">
                  <c:v>-0.008</c:v>
                </c:pt>
                <c:pt idx="67">
                  <c:v>-0.0079</c:v>
                </c:pt>
                <c:pt idx="68">
                  <c:v>-0.0078</c:v>
                </c:pt>
                <c:pt idx="69">
                  <c:v>-0.0077</c:v>
                </c:pt>
                <c:pt idx="70">
                  <c:v>-0.0075</c:v>
                </c:pt>
                <c:pt idx="71">
                  <c:v>-0.0073</c:v>
                </c:pt>
                <c:pt idx="72">
                  <c:v>-0.0068</c:v>
                </c:pt>
                <c:pt idx="73">
                  <c:v>-0.006</c:v>
                </c:pt>
                <c:pt idx="74">
                  <c:v>-0.0043</c:v>
                </c:pt>
                <c:pt idx="75">
                  <c:v>-0.0029</c:v>
                </c:pt>
                <c:pt idx="76">
                  <c:v>-0.0028</c:v>
                </c:pt>
                <c:pt idx="77">
                  <c:v>-0.0031</c:v>
                </c:pt>
                <c:pt idx="78">
                  <c:v>-0.0034</c:v>
                </c:pt>
                <c:pt idx="79">
                  <c:v>-0.0036</c:v>
                </c:pt>
                <c:pt idx="80">
                  <c:v>-0.004</c:v>
                </c:pt>
                <c:pt idx="81">
                  <c:v>-0.0044</c:v>
                </c:pt>
                <c:pt idx="82">
                  <c:v>-0.0047</c:v>
                </c:pt>
                <c:pt idx="83">
                  <c:v>-0.0049</c:v>
                </c:pt>
                <c:pt idx="84">
                  <c:v>-0.005</c:v>
                </c:pt>
                <c:pt idx="85">
                  <c:v>-0.0051</c:v>
                </c:pt>
                <c:pt idx="86">
                  <c:v>-0.005</c:v>
                </c:pt>
                <c:pt idx="87">
                  <c:v>-0.0049</c:v>
                </c:pt>
                <c:pt idx="88">
                  <c:v>-0.0046</c:v>
                </c:pt>
                <c:pt idx="89">
                  <c:v>-0.0043</c:v>
                </c:pt>
                <c:pt idx="90">
                  <c:v>-0.0036</c:v>
                </c:pt>
                <c:pt idx="91">
                  <c:v>-0.0027</c:v>
                </c:pt>
                <c:pt idx="92">
                  <c:v>-0.0015</c:v>
                </c:pt>
                <c:pt idx="93">
                  <c:v>0.0001</c:v>
                </c:pt>
                <c:pt idx="94">
                  <c:v>0.0017</c:v>
                </c:pt>
                <c:pt idx="95">
                  <c:v>0.0038</c:v>
                </c:pt>
                <c:pt idx="96">
                  <c:v>0.006</c:v>
                </c:pt>
                <c:pt idx="97">
                  <c:v>0.0078</c:v>
                </c:pt>
                <c:pt idx="98">
                  <c:v>0.0112</c:v>
                </c:pt>
                <c:pt idx="99">
                  <c:v>0.014</c:v>
                </c:pt>
                <c:pt idx="100">
                  <c:v>0.0149</c:v>
                </c:pt>
                <c:pt idx="101">
                  <c:v>0.0141</c:v>
                </c:pt>
                <c:pt idx="102">
                  <c:v>0.0128</c:v>
                </c:pt>
                <c:pt idx="103">
                  <c:v>0.0118</c:v>
                </c:pt>
                <c:pt idx="104">
                  <c:v>0.0111</c:v>
                </c:pt>
                <c:pt idx="105">
                  <c:v>0.0107</c:v>
                </c:pt>
                <c:pt idx="106">
                  <c:v>0.0104</c:v>
                </c:pt>
                <c:pt idx="107">
                  <c:v>0.0102</c:v>
                </c:pt>
                <c:pt idx="108">
                  <c:v>0.0099</c:v>
                </c:pt>
                <c:pt idx="109">
                  <c:v>0.0095</c:v>
                </c:pt>
                <c:pt idx="110">
                  <c:v>0.0091</c:v>
                </c:pt>
                <c:pt idx="111">
                  <c:v>0.0085</c:v>
                </c:pt>
                <c:pt idx="112">
                  <c:v>0.0078</c:v>
                </c:pt>
                <c:pt idx="113">
                  <c:v>0.007</c:v>
                </c:pt>
                <c:pt idx="114">
                  <c:v>0.0061</c:v>
                </c:pt>
                <c:pt idx="115">
                  <c:v>0.0051</c:v>
                </c:pt>
                <c:pt idx="116">
                  <c:v>0.0042</c:v>
                </c:pt>
                <c:pt idx="117">
                  <c:v>0.0033</c:v>
                </c:pt>
                <c:pt idx="118">
                  <c:v>0.0026</c:v>
                </c:pt>
                <c:pt idx="119">
                  <c:v>0.002</c:v>
                </c:pt>
                <c:pt idx="120">
                  <c:v>0.0014</c:v>
                </c:pt>
                <c:pt idx="121">
                  <c:v>0.0009</c:v>
                </c:pt>
                <c:pt idx="122">
                  <c:v>0.0006</c:v>
                </c:pt>
                <c:pt idx="123">
                  <c:v>0.0004</c:v>
                </c:pt>
                <c:pt idx="124">
                  <c:v>0.0002</c:v>
                </c:pt>
                <c:pt idx="125">
                  <c:v>0</c:v>
                </c:pt>
                <c:pt idx="126">
                  <c:v>-0.0001</c:v>
                </c:pt>
                <c:pt idx="127">
                  <c:v>0</c:v>
                </c:pt>
                <c:pt idx="128">
                  <c:v>0.0003</c:v>
                </c:pt>
                <c:pt idx="129">
                  <c:v>0.0009</c:v>
                </c:pt>
                <c:pt idx="130">
                  <c:v>0.0017</c:v>
                </c:pt>
                <c:pt idx="131">
                  <c:v>0.0026</c:v>
                </c:pt>
                <c:pt idx="132">
                  <c:v>0.0028</c:v>
                </c:pt>
                <c:pt idx="133">
                  <c:v>0.0025</c:v>
                </c:pt>
                <c:pt idx="134">
                  <c:v>0.0033</c:v>
                </c:pt>
                <c:pt idx="135">
                  <c:v>0.0045</c:v>
                </c:pt>
                <c:pt idx="136">
                  <c:v>0.0052</c:v>
                </c:pt>
                <c:pt idx="137">
                  <c:v>0.0056</c:v>
                </c:pt>
                <c:pt idx="138">
                  <c:v>0.0061</c:v>
                </c:pt>
                <c:pt idx="139">
                  <c:v>0.0066</c:v>
                </c:pt>
                <c:pt idx="140">
                  <c:v>0.007</c:v>
                </c:pt>
                <c:pt idx="141">
                  <c:v>0.0066</c:v>
                </c:pt>
                <c:pt idx="142">
                  <c:v>0.0079</c:v>
                </c:pt>
                <c:pt idx="143">
                  <c:v>0.0089</c:v>
                </c:pt>
                <c:pt idx="144">
                  <c:v>0.0099</c:v>
                </c:pt>
                <c:pt idx="145">
                  <c:v>0.0108</c:v>
                </c:pt>
                <c:pt idx="146">
                  <c:v>0.0122</c:v>
                </c:pt>
                <c:pt idx="147">
                  <c:v>0.0134</c:v>
                </c:pt>
                <c:pt idx="148">
                  <c:v>0.0121</c:v>
                </c:pt>
                <c:pt idx="149">
                  <c:v>0.009</c:v>
                </c:pt>
                <c:pt idx="150">
                  <c:v>0.0061</c:v>
                </c:pt>
                <c:pt idx="151">
                  <c:v>0.0041</c:v>
                </c:pt>
                <c:pt idx="152">
                  <c:v>0.003</c:v>
                </c:pt>
                <c:pt idx="153">
                  <c:v>0.0027</c:v>
                </c:pt>
                <c:pt idx="154">
                  <c:v>0.0028</c:v>
                </c:pt>
                <c:pt idx="155">
                  <c:v>0.0033</c:v>
                </c:pt>
                <c:pt idx="156">
                  <c:v>0.0038</c:v>
                </c:pt>
                <c:pt idx="157">
                  <c:v>0.0044</c:v>
                </c:pt>
                <c:pt idx="158">
                  <c:v>0.0051</c:v>
                </c:pt>
                <c:pt idx="159">
                  <c:v>0.0058</c:v>
                </c:pt>
                <c:pt idx="160">
                  <c:v>0.0064</c:v>
                </c:pt>
                <c:pt idx="161">
                  <c:v>0.0069</c:v>
                </c:pt>
                <c:pt idx="162">
                  <c:v>0.0073</c:v>
                </c:pt>
                <c:pt idx="163">
                  <c:v>0.0077</c:v>
                </c:pt>
                <c:pt idx="164">
                  <c:v>0.0078</c:v>
                </c:pt>
                <c:pt idx="165">
                  <c:v>0.0079</c:v>
                </c:pt>
                <c:pt idx="166">
                  <c:v>0.008</c:v>
                </c:pt>
                <c:pt idx="167">
                  <c:v>0.008</c:v>
                </c:pt>
                <c:pt idx="168">
                  <c:v>0.008</c:v>
                </c:pt>
                <c:pt idx="169">
                  <c:v>0.0079</c:v>
                </c:pt>
                <c:pt idx="170">
                  <c:v>0.0079</c:v>
                </c:pt>
                <c:pt idx="171">
                  <c:v>0.0079</c:v>
                </c:pt>
                <c:pt idx="172">
                  <c:v>0.0079</c:v>
                </c:pt>
                <c:pt idx="173">
                  <c:v>0.008</c:v>
                </c:pt>
                <c:pt idx="174">
                  <c:v>0.0081</c:v>
                </c:pt>
                <c:pt idx="175">
                  <c:v>0.0082</c:v>
                </c:pt>
                <c:pt idx="176">
                  <c:v>0.0083</c:v>
                </c:pt>
                <c:pt idx="177">
                  <c:v>0.0084</c:v>
                </c:pt>
                <c:pt idx="178">
                  <c:v>0.0086</c:v>
                </c:pt>
                <c:pt idx="179">
                  <c:v>0.0088</c:v>
                </c:pt>
                <c:pt idx="180">
                  <c:v>0.0091</c:v>
                </c:pt>
                <c:pt idx="181">
                  <c:v>0.0094</c:v>
                </c:pt>
                <c:pt idx="182">
                  <c:v>0.0097</c:v>
                </c:pt>
                <c:pt idx="183">
                  <c:v>0.0101</c:v>
                </c:pt>
                <c:pt idx="184">
                  <c:v>0.0104</c:v>
                </c:pt>
                <c:pt idx="185">
                  <c:v>0.0108</c:v>
                </c:pt>
                <c:pt idx="186">
                  <c:v>0.0115</c:v>
                </c:pt>
                <c:pt idx="187">
                  <c:v>0.0123</c:v>
                </c:pt>
                <c:pt idx="188">
                  <c:v>0.013</c:v>
                </c:pt>
                <c:pt idx="189">
                  <c:v>0.014</c:v>
                </c:pt>
                <c:pt idx="190">
                  <c:v>0.0154</c:v>
                </c:pt>
                <c:pt idx="191">
                  <c:v>0.0148</c:v>
                </c:pt>
                <c:pt idx="192">
                  <c:v>0.0136</c:v>
                </c:pt>
                <c:pt idx="193">
                  <c:v>0.0137</c:v>
                </c:pt>
                <c:pt idx="194">
                  <c:v>0.0146</c:v>
                </c:pt>
                <c:pt idx="195">
                  <c:v>0.0143</c:v>
                </c:pt>
                <c:pt idx="196">
                  <c:v>0.0133</c:v>
                </c:pt>
                <c:pt idx="197">
                  <c:v>0.0132</c:v>
                </c:pt>
                <c:pt idx="198">
                  <c:v>0.0129</c:v>
                </c:pt>
                <c:pt idx="199">
                  <c:v>0.0124</c:v>
                </c:pt>
                <c:pt idx="200">
                  <c:v>0.012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03/03</c:v>
                </c:pt>
              </c:strCache>
            </c:strRef>
          </c:tx>
          <c:spPr>
            <a:solidFill>
              <a:srgbClr val="7A4BA0"/>
            </a:solidFill>
            <a:ln w="25400" cap="flat">
              <a:solidFill>
                <a:srgbClr val="7A4B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A4BA0"/>
              </a:solidFill>
              <a:ln w="9525" cap="flat">
                <a:solidFill>
                  <a:srgbClr val="7A4B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Sheet1!$D$2:$D$202</c:f>
              <c:numCache>
                <c:formatCode>General</c:formatCode>
                <c:ptCount val="201"/>
                <c:pt idx="0">
                  <c:v>0.0243</c:v>
                </c:pt>
                <c:pt idx="1">
                  <c:v>0.0238</c:v>
                </c:pt>
                <c:pt idx="2">
                  <c:v>0.0229</c:v>
                </c:pt>
                <c:pt idx="3">
                  <c:v>0.0218</c:v>
                </c:pt>
                <c:pt idx="4">
                  <c:v>0.0224</c:v>
                </c:pt>
                <c:pt idx="5">
                  <c:v>0.0232</c:v>
                </c:pt>
                <c:pt idx="6">
                  <c:v>0.0231</c:v>
                </c:pt>
                <c:pt idx="7">
                  <c:v>0.0229</c:v>
                </c:pt>
                <c:pt idx="8">
                  <c:v>0.0228</c:v>
                </c:pt>
                <c:pt idx="9">
                  <c:v>0.0232</c:v>
                </c:pt>
                <c:pt idx="10">
                  <c:v>0.0252</c:v>
                </c:pt>
                <c:pt idx="11">
                  <c:v>0.0282</c:v>
                </c:pt>
                <c:pt idx="12">
                  <c:v>0.0281</c:v>
                </c:pt>
                <c:pt idx="13">
                  <c:v>0.0233</c:v>
                </c:pt>
                <c:pt idx="14">
                  <c:v>0.0216</c:v>
                </c:pt>
                <c:pt idx="15">
                  <c:v>0.0218</c:v>
                </c:pt>
                <c:pt idx="16">
                  <c:v>0.024</c:v>
                </c:pt>
                <c:pt idx="17">
                  <c:v>0.0287</c:v>
                </c:pt>
                <c:pt idx="18">
                  <c:v>0.032</c:v>
                </c:pt>
                <c:pt idx="19">
                  <c:v>0.033</c:v>
                </c:pt>
                <c:pt idx="20">
                  <c:v>0.0331</c:v>
                </c:pt>
                <c:pt idx="21">
                  <c:v>0.0335</c:v>
                </c:pt>
                <c:pt idx="22">
                  <c:v>0.0336</c:v>
                </c:pt>
                <c:pt idx="23">
                  <c:v>0.0338</c:v>
                </c:pt>
                <c:pt idx="24">
                  <c:v>0.0324</c:v>
                </c:pt>
                <c:pt idx="25">
                  <c:v>0.0291</c:v>
                </c:pt>
                <c:pt idx="26">
                  <c:v>0.0267</c:v>
                </c:pt>
                <c:pt idx="27">
                  <c:v>0.0227</c:v>
                </c:pt>
                <c:pt idx="28">
                  <c:v>0.0217</c:v>
                </c:pt>
                <c:pt idx="29">
                  <c:v>0.0315</c:v>
                </c:pt>
                <c:pt idx="30">
                  <c:v>0.0404</c:v>
                </c:pt>
                <c:pt idx="31">
                  <c:v>0.0266</c:v>
                </c:pt>
                <c:pt idx="32">
                  <c:v>0.0007</c:v>
                </c:pt>
                <c:pt idx="33">
                  <c:v>-0.0244</c:v>
                </c:pt>
                <c:pt idx="34">
                  <c:v>-0.0391</c:v>
                </c:pt>
                <c:pt idx="35">
                  <c:v>-0.0447</c:v>
                </c:pt>
                <c:pt idx="36">
                  <c:v>-0.0455</c:v>
                </c:pt>
                <c:pt idx="37">
                  <c:v>-0.0445</c:v>
                </c:pt>
                <c:pt idx="38">
                  <c:v>-0.0431</c:v>
                </c:pt>
                <c:pt idx="39">
                  <c:v>-0.0417</c:v>
                </c:pt>
                <c:pt idx="40">
                  <c:v>-0.0403</c:v>
                </c:pt>
                <c:pt idx="41">
                  <c:v>-0.039</c:v>
                </c:pt>
                <c:pt idx="42">
                  <c:v>-0.0378</c:v>
                </c:pt>
                <c:pt idx="43">
                  <c:v>-0.0366</c:v>
                </c:pt>
                <c:pt idx="44">
                  <c:v>-0.0356</c:v>
                </c:pt>
                <c:pt idx="45">
                  <c:v>-0.0347</c:v>
                </c:pt>
                <c:pt idx="46">
                  <c:v>-0.0338</c:v>
                </c:pt>
                <c:pt idx="47">
                  <c:v>-0.033</c:v>
                </c:pt>
                <c:pt idx="48">
                  <c:v>-0.0322</c:v>
                </c:pt>
                <c:pt idx="49">
                  <c:v>-0.0312</c:v>
                </c:pt>
                <c:pt idx="50">
                  <c:v>-0.0305</c:v>
                </c:pt>
                <c:pt idx="51">
                  <c:v>-0.0296</c:v>
                </c:pt>
                <c:pt idx="52">
                  <c:v>-0.0286</c:v>
                </c:pt>
                <c:pt idx="53">
                  <c:v>-0.0275</c:v>
                </c:pt>
                <c:pt idx="54">
                  <c:v>-0.0261</c:v>
                </c:pt>
                <c:pt idx="55">
                  <c:v>-0.0243</c:v>
                </c:pt>
                <c:pt idx="56">
                  <c:v>-0.0224</c:v>
                </c:pt>
                <c:pt idx="57">
                  <c:v>-0.021</c:v>
                </c:pt>
                <c:pt idx="58">
                  <c:v>-0.02</c:v>
                </c:pt>
                <c:pt idx="59">
                  <c:v>-0.0191</c:v>
                </c:pt>
                <c:pt idx="60">
                  <c:v>-0.0182</c:v>
                </c:pt>
                <c:pt idx="61">
                  <c:v>-0.0185</c:v>
                </c:pt>
                <c:pt idx="62">
                  <c:v>-0.0188</c:v>
                </c:pt>
                <c:pt idx="63">
                  <c:v>-0.019</c:v>
                </c:pt>
                <c:pt idx="64">
                  <c:v>-0.0193</c:v>
                </c:pt>
                <c:pt idx="65">
                  <c:v>-0.0196</c:v>
                </c:pt>
                <c:pt idx="66">
                  <c:v>-0.0198</c:v>
                </c:pt>
                <c:pt idx="67">
                  <c:v>-0.0199</c:v>
                </c:pt>
                <c:pt idx="68">
                  <c:v>-0.0199</c:v>
                </c:pt>
                <c:pt idx="69">
                  <c:v>-0.0196</c:v>
                </c:pt>
                <c:pt idx="70">
                  <c:v>-0.0193</c:v>
                </c:pt>
                <c:pt idx="71">
                  <c:v>-0.0189</c:v>
                </c:pt>
                <c:pt idx="72">
                  <c:v>-0.0184</c:v>
                </c:pt>
                <c:pt idx="73">
                  <c:v>-0.0173</c:v>
                </c:pt>
                <c:pt idx="74">
                  <c:v>-0.0152</c:v>
                </c:pt>
                <c:pt idx="75">
                  <c:v>-0.0131</c:v>
                </c:pt>
                <c:pt idx="76">
                  <c:v>-0.012</c:v>
                </c:pt>
                <c:pt idx="77">
                  <c:v>-0.0114</c:v>
                </c:pt>
                <c:pt idx="78">
                  <c:v>-0.0111</c:v>
                </c:pt>
                <c:pt idx="79">
                  <c:v>-0.0107</c:v>
                </c:pt>
                <c:pt idx="80">
                  <c:v>-0.0107</c:v>
                </c:pt>
                <c:pt idx="81">
                  <c:v>-0.0108</c:v>
                </c:pt>
                <c:pt idx="82">
                  <c:v>-0.0107</c:v>
                </c:pt>
                <c:pt idx="83">
                  <c:v>-0.0107</c:v>
                </c:pt>
                <c:pt idx="84">
                  <c:v>-0.0109</c:v>
                </c:pt>
                <c:pt idx="85">
                  <c:v>-0.011</c:v>
                </c:pt>
                <c:pt idx="86">
                  <c:v>-0.0111</c:v>
                </c:pt>
                <c:pt idx="87">
                  <c:v>-0.0111</c:v>
                </c:pt>
                <c:pt idx="88">
                  <c:v>-0.0109</c:v>
                </c:pt>
                <c:pt idx="89">
                  <c:v>-0.0105</c:v>
                </c:pt>
                <c:pt idx="90">
                  <c:v>-0.0096</c:v>
                </c:pt>
                <c:pt idx="91">
                  <c:v>-0.0084</c:v>
                </c:pt>
                <c:pt idx="92">
                  <c:v>-0.0067</c:v>
                </c:pt>
                <c:pt idx="93">
                  <c:v>-0.0047</c:v>
                </c:pt>
                <c:pt idx="94">
                  <c:v>-0.0026</c:v>
                </c:pt>
                <c:pt idx="95">
                  <c:v>-0.0011</c:v>
                </c:pt>
                <c:pt idx="96">
                  <c:v>0.0002</c:v>
                </c:pt>
                <c:pt idx="97">
                  <c:v>0.0033</c:v>
                </c:pt>
                <c:pt idx="98">
                  <c:v>0.0085</c:v>
                </c:pt>
                <c:pt idx="99">
                  <c:v>0.016</c:v>
                </c:pt>
                <c:pt idx="100">
                  <c:v>0.0218</c:v>
                </c:pt>
                <c:pt idx="101">
                  <c:v>0.0247</c:v>
                </c:pt>
                <c:pt idx="102">
                  <c:v>0.0259</c:v>
                </c:pt>
                <c:pt idx="103">
                  <c:v>0.0266</c:v>
                </c:pt>
                <c:pt idx="104">
                  <c:v>0.027</c:v>
                </c:pt>
                <c:pt idx="105">
                  <c:v>0.0274</c:v>
                </c:pt>
                <c:pt idx="106">
                  <c:v>0.0275</c:v>
                </c:pt>
                <c:pt idx="107">
                  <c:v>0.0275</c:v>
                </c:pt>
                <c:pt idx="108">
                  <c:v>0.0273</c:v>
                </c:pt>
                <c:pt idx="109">
                  <c:v>0.0269</c:v>
                </c:pt>
                <c:pt idx="110">
                  <c:v>0.0262</c:v>
                </c:pt>
                <c:pt idx="111">
                  <c:v>0.0253</c:v>
                </c:pt>
                <c:pt idx="112">
                  <c:v>0.024</c:v>
                </c:pt>
                <c:pt idx="113">
                  <c:v>0.0226</c:v>
                </c:pt>
                <c:pt idx="114">
                  <c:v>0.0211</c:v>
                </c:pt>
                <c:pt idx="115">
                  <c:v>0.0196</c:v>
                </c:pt>
                <c:pt idx="116">
                  <c:v>0.018</c:v>
                </c:pt>
                <c:pt idx="117">
                  <c:v>0.0166</c:v>
                </c:pt>
                <c:pt idx="118">
                  <c:v>0.0154</c:v>
                </c:pt>
                <c:pt idx="119">
                  <c:v>0.0143</c:v>
                </c:pt>
                <c:pt idx="120">
                  <c:v>0.0133</c:v>
                </c:pt>
                <c:pt idx="121">
                  <c:v>0.0124</c:v>
                </c:pt>
                <c:pt idx="122">
                  <c:v>0.0116</c:v>
                </c:pt>
                <c:pt idx="123">
                  <c:v>0.011</c:v>
                </c:pt>
                <c:pt idx="124">
                  <c:v>0.0104</c:v>
                </c:pt>
                <c:pt idx="125">
                  <c:v>0.0099</c:v>
                </c:pt>
                <c:pt idx="126">
                  <c:v>0.0095</c:v>
                </c:pt>
                <c:pt idx="127">
                  <c:v>0.0093</c:v>
                </c:pt>
                <c:pt idx="128">
                  <c:v>0.0093</c:v>
                </c:pt>
                <c:pt idx="129">
                  <c:v>0.0096</c:v>
                </c:pt>
                <c:pt idx="130">
                  <c:v>0.01</c:v>
                </c:pt>
                <c:pt idx="131">
                  <c:v>0.0103</c:v>
                </c:pt>
                <c:pt idx="132">
                  <c:v>0.0106</c:v>
                </c:pt>
                <c:pt idx="133">
                  <c:v>0.011</c:v>
                </c:pt>
                <c:pt idx="134">
                  <c:v>0.0119</c:v>
                </c:pt>
                <c:pt idx="135">
                  <c:v>0.0131</c:v>
                </c:pt>
                <c:pt idx="136">
                  <c:v>0.0142</c:v>
                </c:pt>
                <c:pt idx="137">
                  <c:v>0.0149</c:v>
                </c:pt>
                <c:pt idx="138">
                  <c:v>0.0154</c:v>
                </c:pt>
                <c:pt idx="139">
                  <c:v>0.0155</c:v>
                </c:pt>
                <c:pt idx="140">
                  <c:v>0.0153</c:v>
                </c:pt>
                <c:pt idx="141">
                  <c:v>0.0152</c:v>
                </c:pt>
                <c:pt idx="142">
                  <c:v>0.0181</c:v>
                </c:pt>
                <c:pt idx="143">
                  <c:v>0.0198</c:v>
                </c:pt>
                <c:pt idx="144">
                  <c:v>0.0209</c:v>
                </c:pt>
                <c:pt idx="145">
                  <c:v>0.023</c:v>
                </c:pt>
                <c:pt idx="146">
                  <c:v>0.0259</c:v>
                </c:pt>
                <c:pt idx="147">
                  <c:v>0.0289</c:v>
                </c:pt>
                <c:pt idx="148">
                  <c:v>0.0306</c:v>
                </c:pt>
                <c:pt idx="149">
                  <c:v>0.0291</c:v>
                </c:pt>
                <c:pt idx="150">
                  <c:v>0.0261</c:v>
                </c:pt>
                <c:pt idx="151">
                  <c:v>0.0242</c:v>
                </c:pt>
                <c:pt idx="152">
                  <c:v>0.0235</c:v>
                </c:pt>
                <c:pt idx="153">
                  <c:v>0.0235</c:v>
                </c:pt>
                <c:pt idx="154">
                  <c:v>0.024</c:v>
                </c:pt>
                <c:pt idx="155">
                  <c:v>0.0247</c:v>
                </c:pt>
                <c:pt idx="156">
                  <c:v>0.0255</c:v>
                </c:pt>
                <c:pt idx="157">
                  <c:v>0.0265</c:v>
                </c:pt>
                <c:pt idx="158">
                  <c:v>0.0277</c:v>
                </c:pt>
                <c:pt idx="159">
                  <c:v>0.0288</c:v>
                </c:pt>
                <c:pt idx="160">
                  <c:v>0.0298</c:v>
                </c:pt>
                <c:pt idx="161">
                  <c:v>0.0307</c:v>
                </c:pt>
                <c:pt idx="162">
                  <c:v>0.0315</c:v>
                </c:pt>
                <c:pt idx="163">
                  <c:v>0.0321</c:v>
                </c:pt>
                <c:pt idx="164">
                  <c:v>0.0326</c:v>
                </c:pt>
                <c:pt idx="165">
                  <c:v>0.0328</c:v>
                </c:pt>
                <c:pt idx="166">
                  <c:v>0.033</c:v>
                </c:pt>
                <c:pt idx="167">
                  <c:v>0.0331</c:v>
                </c:pt>
                <c:pt idx="168">
                  <c:v>0.0331</c:v>
                </c:pt>
                <c:pt idx="169">
                  <c:v>0.033</c:v>
                </c:pt>
                <c:pt idx="170">
                  <c:v>0.0329</c:v>
                </c:pt>
                <c:pt idx="171">
                  <c:v>0.0327</c:v>
                </c:pt>
                <c:pt idx="172">
                  <c:v>0.0326</c:v>
                </c:pt>
                <c:pt idx="173">
                  <c:v>0.0325</c:v>
                </c:pt>
                <c:pt idx="174">
                  <c:v>0.0323</c:v>
                </c:pt>
                <c:pt idx="175">
                  <c:v>0.032</c:v>
                </c:pt>
                <c:pt idx="176">
                  <c:v>0.0317</c:v>
                </c:pt>
                <c:pt idx="177">
                  <c:v>0.0313</c:v>
                </c:pt>
                <c:pt idx="178">
                  <c:v>0.031</c:v>
                </c:pt>
                <c:pt idx="179">
                  <c:v>0.0307</c:v>
                </c:pt>
                <c:pt idx="180">
                  <c:v>0.0306</c:v>
                </c:pt>
                <c:pt idx="181">
                  <c:v>0.0307</c:v>
                </c:pt>
                <c:pt idx="182">
                  <c:v>0.0308</c:v>
                </c:pt>
                <c:pt idx="183">
                  <c:v>0.0311</c:v>
                </c:pt>
                <c:pt idx="184">
                  <c:v>0.0315</c:v>
                </c:pt>
                <c:pt idx="185">
                  <c:v>0.0323</c:v>
                </c:pt>
                <c:pt idx="186">
                  <c:v>0.0339</c:v>
                </c:pt>
                <c:pt idx="187">
                  <c:v>0.0359</c:v>
                </c:pt>
                <c:pt idx="188">
                  <c:v>0.0379</c:v>
                </c:pt>
                <c:pt idx="189">
                  <c:v>0.0404</c:v>
                </c:pt>
                <c:pt idx="190">
                  <c:v>0.0443</c:v>
                </c:pt>
                <c:pt idx="191">
                  <c:v>0.0451</c:v>
                </c:pt>
                <c:pt idx="192">
                  <c:v>0.0413</c:v>
                </c:pt>
                <c:pt idx="193">
                  <c:v>0.0408</c:v>
                </c:pt>
                <c:pt idx="194">
                  <c:v>0.0434</c:v>
                </c:pt>
                <c:pt idx="195">
                  <c:v>0.0443</c:v>
                </c:pt>
                <c:pt idx="196">
                  <c:v>0.0421</c:v>
                </c:pt>
                <c:pt idx="197">
                  <c:v>0.042</c:v>
                </c:pt>
                <c:pt idx="198">
                  <c:v>0.042</c:v>
                </c:pt>
                <c:pt idx="199">
                  <c:v>0.0416</c:v>
                </c:pt>
                <c:pt idx="200">
                  <c:v>0.041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13/03</c:v>
                </c:pt>
              </c:strCache>
            </c:strRef>
          </c:tx>
          <c:spPr>
            <a:solidFill>
              <a:srgbClr val="1E9E8A"/>
            </a:solidFill>
            <a:ln w="25400" cap="flat">
              <a:solidFill>
                <a:srgbClr val="1E9E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9E8A"/>
              </a:solidFill>
              <a:ln w="9525" cap="flat">
                <a:solidFill>
                  <a:srgbClr val="1E9E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Sheet1!$E$2:$E$202</c:f>
              <c:numCache>
                <c:formatCode>General</c:formatCode>
                <c:ptCount val="201"/>
                <c:pt idx="0">
                  <c:v>0.0044</c:v>
                </c:pt>
                <c:pt idx="1">
                  <c:v>0.0053</c:v>
                </c:pt>
                <c:pt idx="2">
                  <c:v>0.0071</c:v>
                </c:pt>
                <c:pt idx="3">
                  <c:v>0.0081</c:v>
                </c:pt>
                <c:pt idx="4">
                  <c:v>0.0091</c:v>
                </c:pt>
                <c:pt idx="5">
                  <c:v>0.01</c:v>
                </c:pt>
                <c:pt idx="6">
                  <c:v>0.0108</c:v>
                </c:pt>
                <c:pt idx="7">
                  <c:v>0.0116</c:v>
                </c:pt>
                <c:pt idx="8">
                  <c:v>0.012</c:v>
                </c:pt>
                <c:pt idx="9">
                  <c:v>0.0126</c:v>
                </c:pt>
                <c:pt idx="10">
                  <c:v>0.0136</c:v>
                </c:pt>
                <c:pt idx="11">
                  <c:v>0.014</c:v>
                </c:pt>
                <c:pt idx="12">
                  <c:v>0.0119</c:v>
                </c:pt>
                <c:pt idx="13">
                  <c:v>0.0079</c:v>
                </c:pt>
                <c:pt idx="14">
                  <c:v>0.0065</c:v>
                </c:pt>
                <c:pt idx="15">
                  <c:v>0.0066</c:v>
                </c:pt>
                <c:pt idx="16">
                  <c:v>0.009</c:v>
                </c:pt>
                <c:pt idx="17">
                  <c:v>0.0142</c:v>
                </c:pt>
                <c:pt idx="18">
                  <c:v>0.0187</c:v>
                </c:pt>
                <c:pt idx="19">
                  <c:v>0.0213</c:v>
                </c:pt>
                <c:pt idx="20">
                  <c:v>0.023</c:v>
                </c:pt>
                <c:pt idx="21">
                  <c:v>0.0254</c:v>
                </c:pt>
                <c:pt idx="22">
                  <c:v>0.0276</c:v>
                </c:pt>
                <c:pt idx="23">
                  <c:v>0.0295</c:v>
                </c:pt>
                <c:pt idx="24">
                  <c:v>0.0303</c:v>
                </c:pt>
                <c:pt idx="25">
                  <c:v>0.0291</c:v>
                </c:pt>
                <c:pt idx="26">
                  <c:v>0.0276</c:v>
                </c:pt>
                <c:pt idx="27">
                  <c:v>0.0251</c:v>
                </c:pt>
                <c:pt idx="28">
                  <c:v>0.0249</c:v>
                </c:pt>
                <c:pt idx="29">
                  <c:v>0.0324</c:v>
                </c:pt>
                <c:pt idx="30">
                  <c:v>0.0383</c:v>
                </c:pt>
                <c:pt idx="31">
                  <c:v>0.0296</c:v>
                </c:pt>
                <c:pt idx="32">
                  <c:v>0.0143</c:v>
                </c:pt>
                <c:pt idx="33">
                  <c:v>0.0004</c:v>
                </c:pt>
                <c:pt idx="34">
                  <c:v>-0.0072</c:v>
                </c:pt>
                <c:pt idx="35">
                  <c:v>-0.0096</c:v>
                </c:pt>
                <c:pt idx="36">
                  <c:v>-0.0094</c:v>
                </c:pt>
                <c:pt idx="37">
                  <c:v>-0.0084</c:v>
                </c:pt>
                <c:pt idx="38">
                  <c:v>-0.0073</c:v>
                </c:pt>
                <c:pt idx="39">
                  <c:v>-0.0063</c:v>
                </c:pt>
                <c:pt idx="40">
                  <c:v>-0.0053</c:v>
                </c:pt>
                <c:pt idx="41">
                  <c:v>-0.0045</c:v>
                </c:pt>
                <c:pt idx="42">
                  <c:v>-0.0036</c:v>
                </c:pt>
                <c:pt idx="43">
                  <c:v>-0.0028</c:v>
                </c:pt>
                <c:pt idx="44">
                  <c:v>-0.002</c:v>
                </c:pt>
                <c:pt idx="45">
                  <c:v>-0.0014</c:v>
                </c:pt>
                <c:pt idx="46">
                  <c:v>-0.0009</c:v>
                </c:pt>
                <c:pt idx="47">
                  <c:v>-0.0004</c:v>
                </c:pt>
                <c:pt idx="48">
                  <c:v>0.0001</c:v>
                </c:pt>
                <c:pt idx="49">
                  <c:v>0.0006</c:v>
                </c:pt>
                <c:pt idx="50">
                  <c:v>0.0011</c:v>
                </c:pt>
                <c:pt idx="51">
                  <c:v>0.0015</c:v>
                </c:pt>
                <c:pt idx="52">
                  <c:v>0.0021</c:v>
                </c:pt>
                <c:pt idx="53">
                  <c:v>0.0028</c:v>
                </c:pt>
                <c:pt idx="54">
                  <c:v>0.0036</c:v>
                </c:pt>
                <c:pt idx="55">
                  <c:v>0.0048</c:v>
                </c:pt>
                <c:pt idx="56">
                  <c:v>0.0061</c:v>
                </c:pt>
                <c:pt idx="57">
                  <c:v>0.0067</c:v>
                </c:pt>
                <c:pt idx="58">
                  <c:v>0.0072</c:v>
                </c:pt>
                <c:pt idx="59">
                  <c:v>0.0074</c:v>
                </c:pt>
                <c:pt idx="60">
                  <c:v>0.0076</c:v>
                </c:pt>
                <c:pt idx="61">
                  <c:v>0.0074</c:v>
                </c:pt>
                <c:pt idx="62">
                  <c:v>0.0072</c:v>
                </c:pt>
                <c:pt idx="63">
                  <c:v>0.007</c:v>
                </c:pt>
                <c:pt idx="64">
                  <c:v>0.0068</c:v>
                </c:pt>
                <c:pt idx="65">
                  <c:v>0.0067</c:v>
                </c:pt>
                <c:pt idx="66">
                  <c:v>0.0067</c:v>
                </c:pt>
                <c:pt idx="67">
                  <c:v>0.0067</c:v>
                </c:pt>
                <c:pt idx="68">
                  <c:v>0.0069</c:v>
                </c:pt>
                <c:pt idx="69">
                  <c:v>0.0072</c:v>
                </c:pt>
                <c:pt idx="70">
                  <c:v>0.0075</c:v>
                </c:pt>
                <c:pt idx="71">
                  <c:v>0.0079</c:v>
                </c:pt>
                <c:pt idx="72">
                  <c:v>0.0082</c:v>
                </c:pt>
                <c:pt idx="73">
                  <c:v>0.0091</c:v>
                </c:pt>
                <c:pt idx="74">
                  <c:v>0.0107</c:v>
                </c:pt>
                <c:pt idx="75">
                  <c:v>0.0123</c:v>
                </c:pt>
                <c:pt idx="76">
                  <c:v>0.013</c:v>
                </c:pt>
                <c:pt idx="77">
                  <c:v>0.0132</c:v>
                </c:pt>
                <c:pt idx="78">
                  <c:v>0.0134</c:v>
                </c:pt>
                <c:pt idx="79">
                  <c:v>0.0135</c:v>
                </c:pt>
                <c:pt idx="80">
                  <c:v>0.0136</c:v>
                </c:pt>
                <c:pt idx="81">
                  <c:v>0.0136</c:v>
                </c:pt>
                <c:pt idx="82">
                  <c:v>0.0135</c:v>
                </c:pt>
                <c:pt idx="83">
                  <c:v>0.0135</c:v>
                </c:pt>
                <c:pt idx="84">
                  <c:v>0.0134</c:v>
                </c:pt>
                <c:pt idx="85">
                  <c:v>0.0134</c:v>
                </c:pt>
                <c:pt idx="86">
                  <c:v>0.0133</c:v>
                </c:pt>
                <c:pt idx="87">
                  <c:v>0.0133</c:v>
                </c:pt>
                <c:pt idx="88">
                  <c:v>0.0135</c:v>
                </c:pt>
                <c:pt idx="89">
                  <c:v>0.0139</c:v>
                </c:pt>
                <c:pt idx="90">
                  <c:v>0.0146</c:v>
                </c:pt>
                <c:pt idx="91">
                  <c:v>0.0156</c:v>
                </c:pt>
                <c:pt idx="92">
                  <c:v>0.0168</c:v>
                </c:pt>
                <c:pt idx="93">
                  <c:v>0.018</c:v>
                </c:pt>
                <c:pt idx="94">
                  <c:v>0.0191</c:v>
                </c:pt>
                <c:pt idx="95">
                  <c:v>0.0196</c:v>
                </c:pt>
                <c:pt idx="96">
                  <c:v>0.0199</c:v>
                </c:pt>
                <c:pt idx="97">
                  <c:v>0.0216</c:v>
                </c:pt>
                <c:pt idx="98">
                  <c:v>0.0237</c:v>
                </c:pt>
                <c:pt idx="99">
                  <c:v>0.0264</c:v>
                </c:pt>
                <c:pt idx="100">
                  <c:v>0.0275</c:v>
                </c:pt>
                <c:pt idx="101">
                  <c:v>0.0273</c:v>
                </c:pt>
                <c:pt idx="102">
                  <c:v>0.027</c:v>
                </c:pt>
                <c:pt idx="103">
                  <c:v>0.0269</c:v>
                </c:pt>
                <c:pt idx="104">
                  <c:v>0.0269</c:v>
                </c:pt>
                <c:pt idx="105">
                  <c:v>0.0271</c:v>
                </c:pt>
                <c:pt idx="106">
                  <c:v>0.0272</c:v>
                </c:pt>
                <c:pt idx="107">
                  <c:v>0.0276</c:v>
                </c:pt>
                <c:pt idx="108">
                  <c:v>0.028</c:v>
                </c:pt>
                <c:pt idx="109">
                  <c:v>0.0283</c:v>
                </c:pt>
                <c:pt idx="110">
                  <c:v>0.0285</c:v>
                </c:pt>
                <c:pt idx="111">
                  <c:v>0.0285</c:v>
                </c:pt>
                <c:pt idx="112">
                  <c:v>0.0284</c:v>
                </c:pt>
                <c:pt idx="113">
                  <c:v>0.0281</c:v>
                </c:pt>
                <c:pt idx="114">
                  <c:v>0.0278</c:v>
                </c:pt>
                <c:pt idx="115">
                  <c:v>0.0274</c:v>
                </c:pt>
                <c:pt idx="116">
                  <c:v>0.0269</c:v>
                </c:pt>
                <c:pt idx="117">
                  <c:v>0.0265</c:v>
                </c:pt>
                <c:pt idx="118">
                  <c:v>0.026</c:v>
                </c:pt>
                <c:pt idx="119">
                  <c:v>0.0256</c:v>
                </c:pt>
                <c:pt idx="120">
                  <c:v>0.0252</c:v>
                </c:pt>
                <c:pt idx="121">
                  <c:v>0.0249</c:v>
                </c:pt>
                <c:pt idx="122">
                  <c:v>0.0245</c:v>
                </c:pt>
                <c:pt idx="123">
                  <c:v>0.0242</c:v>
                </c:pt>
                <c:pt idx="124">
                  <c:v>0.0239</c:v>
                </c:pt>
                <c:pt idx="125">
                  <c:v>0.0236</c:v>
                </c:pt>
                <c:pt idx="126">
                  <c:v>0.0234</c:v>
                </c:pt>
                <c:pt idx="127">
                  <c:v>0.0231</c:v>
                </c:pt>
                <c:pt idx="128">
                  <c:v>0.023</c:v>
                </c:pt>
                <c:pt idx="129">
                  <c:v>0.0229</c:v>
                </c:pt>
                <c:pt idx="130">
                  <c:v>0.0229</c:v>
                </c:pt>
                <c:pt idx="131">
                  <c:v>0.0228</c:v>
                </c:pt>
                <c:pt idx="132">
                  <c:v>0.0229</c:v>
                </c:pt>
                <c:pt idx="133">
                  <c:v>0.0232</c:v>
                </c:pt>
                <c:pt idx="134">
                  <c:v>0.0237</c:v>
                </c:pt>
                <c:pt idx="135">
                  <c:v>0.0241</c:v>
                </c:pt>
                <c:pt idx="136">
                  <c:v>0.0246</c:v>
                </c:pt>
                <c:pt idx="137">
                  <c:v>0.025</c:v>
                </c:pt>
                <c:pt idx="138">
                  <c:v>0.0253</c:v>
                </c:pt>
                <c:pt idx="139">
                  <c:v>0.0253</c:v>
                </c:pt>
                <c:pt idx="140">
                  <c:v>0.0252</c:v>
                </c:pt>
                <c:pt idx="141">
                  <c:v>0.0254</c:v>
                </c:pt>
                <c:pt idx="142">
                  <c:v>0.026</c:v>
                </c:pt>
                <c:pt idx="143">
                  <c:v>0.0261</c:v>
                </c:pt>
                <c:pt idx="144">
                  <c:v>0.0264</c:v>
                </c:pt>
                <c:pt idx="145">
                  <c:v>0.0272</c:v>
                </c:pt>
                <c:pt idx="146">
                  <c:v>0.028</c:v>
                </c:pt>
                <c:pt idx="147">
                  <c:v>0.0279</c:v>
                </c:pt>
                <c:pt idx="148">
                  <c:v>0.0266</c:v>
                </c:pt>
                <c:pt idx="149">
                  <c:v>0.0232</c:v>
                </c:pt>
                <c:pt idx="150">
                  <c:v>0.0199</c:v>
                </c:pt>
                <c:pt idx="151">
                  <c:v>0.0182</c:v>
                </c:pt>
                <c:pt idx="152">
                  <c:v>0.0175</c:v>
                </c:pt>
                <c:pt idx="153">
                  <c:v>0.0175</c:v>
                </c:pt>
                <c:pt idx="154">
                  <c:v>0.0178</c:v>
                </c:pt>
                <c:pt idx="155">
                  <c:v>0.0183</c:v>
                </c:pt>
                <c:pt idx="156">
                  <c:v>0.019</c:v>
                </c:pt>
                <c:pt idx="157">
                  <c:v>0.0199</c:v>
                </c:pt>
                <c:pt idx="158">
                  <c:v>0.0208</c:v>
                </c:pt>
                <c:pt idx="159">
                  <c:v>0.0217</c:v>
                </c:pt>
                <c:pt idx="160">
                  <c:v>0.0227</c:v>
                </c:pt>
                <c:pt idx="161">
                  <c:v>0.0235</c:v>
                </c:pt>
                <c:pt idx="162">
                  <c:v>0.0244</c:v>
                </c:pt>
                <c:pt idx="163">
                  <c:v>0.0251</c:v>
                </c:pt>
                <c:pt idx="164">
                  <c:v>0.0257</c:v>
                </c:pt>
                <c:pt idx="165">
                  <c:v>0.0261</c:v>
                </c:pt>
                <c:pt idx="166">
                  <c:v>0.0266</c:v>
                </c:pt>
                <c:pt idx="167">
                  <c:v>0.0271</c:v>
                </c:pt>
                <c:pt idx="168">
                  <c:v>0.0275</c:v>
                </c:pt>
                <c:pt idx="169">
                  <c:v>0.0279</c:v>
                </c:pt>
                <c:pt idx="170">
                  <c:v>0.0282</c:v>
                </c:pt>
                <c:pt idx="171">
                  <c:v>0.0285</c:v>
                </c:pt>
                <c:pt idx="172">
                  <c:v>0.0287</c:v>
                </c:pt>
                <c:pt idx="173">
                  <c:v>0.0289</c:v>
                </c:pt>
                <c:pt idx="174">
                  <c:v>0.0289</c:v>
                </c:pt>
                <c:pt idx="175">
                  <c:v>0.0288</c:v>
                </c:pt>
                <c:pt idx="176">
                  <c:v>0.0286</c:v>
                </c:pt>
                <c:pt idx="177">
                  <c:v>0.0284</c:v>
                </c:pt>
                <c:pt idx="178">
                  <c:v>0.0282</c:v>
                </c:pt>
                <c:pt idx="179">
                  <c:v>0.028</c:v>
                </c:pt>
                <c:pt idx="180">
                  <c:v>0.028</c:v>
                </c:pt>
                <c:pt idx="181">
                  <c:v>0.028</c:v>
                </c:pt>
                <c:pt idx="182">
                  <c:v>0.028</c:v>
                </c:pt>
                <c:pt idx="183">
                  <c:v>0.0279</c:v>
                </c:pt>
                <c:pt idx="184">
                  <c:v>0.0277</c:v>
                </c:pt>
                <c:pt idx="185">
                  <c:v>0.0274</c:v>
                </c:pt>
                <c:pt idx="186">
                  <c:v>0.0271</c:v>
                </c:pt>
                <c:pt idx="187">
                  <c:v>0.0268</c:v>
                </c:pt>
                <c:pt idx="188">
                  <c:v>0.0267</c:v>
                </c:pt>
                <c:pt idx="189">
                  <c:v>0.0264</c:v>
                </c:pt>
                <c:pt idx="190">
                  <c:v>0.0261</c:v>
                </c:pt>
                <c:pt idx="191">
                  <c:v>0.0259</c:v>
                </c:pt>
                <c:pt idx="192">
                  <c:v>0.026</c:v>
                </c:pt>
                <c:pt idx="193">
                  <c:v>0.026</c:v>
                </c:pt>
                <c:pt idx="194">
                  <c:v>0.0258</c:v>
                </c:pt>
                <c:pt idx="195">
                  <c:v>0.0255</c:v>
                </c:pt>
                <c:pt idx="196">
                  <c:v>0.0253</c:v>
                </c:pt>
                <c:pt idx="197">
                  <c:v>0.025</c:v>
                </c:pt>
                <c:pt idx="198">
                  <c:v>0.0246</c:v>
                </c:pt>
                <c:pt idx="199">
                  <c:v>0.0242</c:v>
                </c:pt>
                <c:pt idx="200">
                  <c:v>0.0237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A5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A5A50"/>
                    </a:solidFill>
                    <a:latin typeface="Arial"/>
                  </a:rPr>
                  <a:t>Wavelength (nm)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0"/>
      </c:catAx>
      <c:valAx>
        <c:axId val="2094734552"/>
        <c:scaling>
          <c:orientation val="minMax"/>
          <c:max val="0.15"/>
          <c:min val="-0.1"/>
        </c:scaling>
        <c:delete val="0"/>
        <c:axPos val="l"/>
        <c:majorGridlines>
          <c:spPr>
            <a:ln w="6350" cap="flat">
              <a:solidFill>
                <a:srgbClr val="E3E8E4"/>
              </a:solidFill>
              <a:prstDash val="solid"/>
              <a:round/>
            </a:ln>
          </c:spPr>
        </c:majorGridlines>
        <c:numFmt formatCode="+0.00;-0.00;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5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24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24"/>
                </a:solidFill>
                <a:latin typeface="+mn-lt"/>
              </a:rPr>
              <a:t>Pod formation: diseased − healthy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03/03</c:v>
                </c:pt>
              </c:strCache>
            </c:strRef>
          </c:tx>
          <c:spPr>
            <a:solidFill>
              <a:srgbClr val="7A4BA0"/>
            </a:solidFill>
            <a:ln w="25400" cap="flat">
              <a:solidFill>
                <a:srgbClr val="7A4B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A4BA0"/>
              </a:solidFill>
              <a:ln w="9525" cap="flat">
                <a:solidFill>
                  <a:srgbClr val="7A4B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Sheet1!$B$2:$B$202</c:f>
              <c:numCache>
                <c:formatCode>General</c:formatCode>
                <c:ptCount val="201"/>
                <c:pt idx="0">
                  <c:v>0.0099</c:v>
                </c:pt>
                <c:pt idx="1">
                  <c:v>0.0119</c:v>
                </c:pt>
                <c:pt idx="2">
                  <c:v>0.0141</c:v>
                </c:pt>
                <c:pt idx="3">
                  <c:v>0.016</c:v>
                </c:pt>
                <c:pt idx="4">
                  <c:v>0.0186</c:v>
                </c:pt>
                <c:pt idx="5">
                  <c:v>0.0201</c:v>
                </c:pt>
                <c:pt idx="6">
                  <c:v>0.0206</c:v>
                </c:pt>
                <c:pt idx="7">
                  <c:v>0.0219</c:v>
                </c:pt>
                <c:pt idx="8">
                  <c:v>0.0229</c:v>
                </c:pt>
                <c:pt idx="9">
                  <c:v>0.0238</c:v>
                </c:pt>
                <c:pt idx="10">
                  <c:v>0.0245</c:v>
                </c:pt>
                <c:pt idx="11">
                  <c:v>0.025</c:v>
                </c:pt>
                <c:pt idx="12">
                  <c:v>0.0222</c:v>
                </c:pt>
                <c:pt idx="13">
                  <c:v>0.016</c:v>
                </c:pt>
                <c:pt idx="14">
                  <c:v>0.0152</c:v>
                </c:pt>
                <c:pt idx="15">
                  <c:v>0.017</c:v>
                </c:pt>
                <c:pt idx="16">
                  <c:v>0.0216</c:v>
                </c:pt>
                <c:pt idx="17">
                  <c:v>0.0291</c:v>
                </c:pt>
                <c:pt idx="18">
                  <c:v>0.0346</c:v>
                </c:pt>
                <c:pt idx="19">
                  <c:v>0.0372</c:v>
                </c:pt>
                <c:pt idx="20">
                  <c:v>0.0384</c:v>
                </c:pt>
                <c:pt idx="21">
                  <c:v>0.0397</c:v>
                </c:pt>
                <c:pt idx="22">
                  <c:v>0.0406</c:v>
                </c:pt>
                <c:pt idx="23">
                  <c:v>0.0412</c:v>
                </c:pt>
                <c:pt idx="24">
                  <c:v>0.0407</c:v>
                </c:pt>
                <c:pt idx="25">
                  <c:v>0.0388</c:v>
                </c:pt>
                <c:pt idx="26">
                  <c:v>0.0374</c:v>
                </c:pt>
                <c:pt idx="27">
                  <c:v>0.0345</c:v>
                </c:pt>
                <c:pt idx="28">
                  <c:v>0.0326</c:v>
                </c:pt>
                <c:pt idx="29">
                  <c:v>0.0389</c:v>
                </c:pt>
                <c:pt idx="30">
                  <c:v>0.0422</c:v>
                </c:pt>
                <c:pt idx="31">
                  <c:v>0.0194</c:v>
                </c:pt>
                <c:pt idx="32">
                  <c:v>-0.0199</c:v>
                </c:pt>
                <c:pt idx="33">
                  <c:v>-0.0583</c:v>
                </c:pt>
                <c:pt idx="34">
                  <c:v>-0.081</c:v>
                </c:pt>
                <c:pt idx="35">
                  <c:v>-0.0888</c:v>
                </c:pt>
                <c:pt idx="36">
                  <c:v>-0.0889</c:v>
                </c:pt>
                <c:pt idx="37">
                  <c:v>-0.0859</c:v>
                </c:pt>
                <c:pt idx="38">
                  <c:v>-0.0828</c:v>
                </c:pt>
                <c:pt idx="39">
                  <c:v>-0.08</c:v>
                </c:pt>
                <c:pt idx="40">
                  <c:v>-0.0775</c:v>
                </c:pt>
                <c:pt idx="41">
                  <c:v>-0.0751</c:v>
                </c:pt>
                <c:pt idx="42">
                  <c:v>-0.0727</c:v>
                </c:pt>
                <c:pt idx="43">
                  <c:v>-0.0703</c:v>
                </c:pt>
                <c:pt idx="44">
                  <c:v>-0.068</c:v>
                </c:pt>
                <c:pt idx="45">
                  <c:v>-0.0661</c:v>
                </c:pt>
                <c:pt idx="46">
                  <c:v>-0.0642</c:v>
                </c:pt>
                <c:pt idx="47">
                  <c:v>-0.0626</c:v>
                </c:pt>
                <c:pt idx="48">
                  <c:v>-0.061</c:v>
                </c:pt>
                <c:pt idx="49">
                  <c:v>-0.0591</c:v>
                </c:pt>
                <c:pt idx="50">
                  <c:v>-0.0578</c:v>
                </c:pt>
                <c:pt idx="51">
                  <c:v>-0.0561</c:v>
                </c:pt>
                <c:pt idx="52">
                  <c:v>-0.0541</c:v>
                </c:pt>
                <c:pt idx="53">
                  <c:v>-0.0519</c:v>
                </c:pt>
                <c:pt idx="54">
                  <c:v>-0.0486</c:v>
                </c:pt>
                <c:pt idx="55">
                  <c:v>-0.0441</c:v>
                </c:pt>
                <c:pt idx="56">
                  <c:v>-0.0391</c:v>
                </c:pt>
                <c:pt idx="57">
                  <c:v>-0.0364</c:v>
                </c:pt>
                <c:pt idx="58">
                  <c:v>-0.0351</c:v>
                </c:pt>
                <c:pt idx="59">
                  <c:v>-0.0343</c:v>
                </c:pt>
                <c:pt idx="60">
                  <c:v>-0.0341</c:v>
                </c:pt>
                <c:pt idx="61">
                  <c:v>-0.0348</c:v>
                </c:pt>
                <c:pt idx="62">
                  <c:v>-0.0357</c:v>
                </c:pt>
                <c:pt idx="63">
                  <c:v>-0.0366</c:v>
                </c:pt>
                <c:pt idx="64">
                  <c:v>-0.0376</c:v>
                </c:pt>
                <c:pt idx="65">
                  <c:v>-0.0385</c:v>
                </c:pt>
                <c:pt idx="66">
                  <c:v>-0.0391</c:v>
                </c:pt>
                <c:pt idx="67">
                  <c:v>-0.0391</c:v>
                </c:pt>
                <c:pt idx="68">
                  <c:v>-0.0385</c:v>
                </c:pt>
                <c:pt idx="69">
                  <c:v>-0.0375</c:v>
                </c:pt>
                <c:pt idx="70">
                  <c:v>-0.0363</c:v>
                </c:pt>
                <c:pt idx="71">
                  <c:v>-0.035</c:v>
                </c:pt>
                <c:pt idx="72">
                  <c:v>-0.0332</c:v>
                </c:pt>
                <c:pt idx="73">
                  <c:v>-0.0295</c:v>
                </c:pt>
                <c:pt idx="74">
                  <c:v>-0.022</c:v>
                </c:pt>
                <c:pt idx="75">
                  <c:v>-0.0147</c:v>
                </c:pt>
                <c:pt idx="76">
                  <c:v>-0.0113</c:v>
                </c:pt>
                <c:pt idx="77">
                  <c:v>-0.0102</c:v>
                </c:pt>
                <c:pt idx="78">
                  <c:v>-0.0098</c:v>
                </c:pt>
                <c:pt idx="79">
                  <c:v>-0.0091</c:v>
                </c:pt>
                <c:pt idx="80">
                  <c:v>-0.0092</c:v>
                </c:pt>
                <c:pt idx="81">
                  <c:v>-0.0097</c:v>
                </c:pt>
                <c:pt idx="82">
                  <c:v>-0.0098</c:v>
                </c:pt>
                <c:pt idx="83">
                  <c:v>-0.0101</c:v>
                </c:pt>
                <c:pt idx="84">
                  <c:v>-0.0106</c:v>
                </c:pt>
                <c:pt idx="85">
                  <c:v>-0.0109</c:v>
                </c:pt>
                <c:pt idx="86">
                  <c:v>-0.0111</c:v>
                </c:pt>
                <c:pt idx="87">
                  <c:v>-0.011</c:v>
                </c:pt>
                <c:pt idx="88">
                  <c:v>-0.0103</c:v>
                </c:pt>
                <c:pt idx="89">
                  <c:v>-0.0086</c:v>
                </c:pt>
                <c:pt idx="90">
                  <c:v>-0.0054</c:v>
                </c:pt>
                <c:pt idx="91">
                  <c:v>-0.001</c:v>
                </c:pt>
                <c:pt idx="92">
                  <c:v>0.0047</c:v>
                </c:pt>
                <c:pt idx="93">
                  <c:v>0.0112</c:v>
                </c:pt>
                <c:pt idx="94">
                  <c:v>0.0177</c:v>
                </c:pt>
                <c:pt idx="95">
                  <c:v>0.0227</c:v>
                </c:pt>
                <c:pt idx="96">
                  <c:v>0.0275</c:v>
                </c:pt>
                <c:pt idx="97">
                  <c:v>0.0352</c:v>
                </c:pt>
                <c:pt idx="98">
                  <c:v>0.0474</c:v>
                </c:pt>
                <c:pt idx="99">
                  <c:v>0.0611</c:v>
                </c:pt>
                <c:pt idx="100">
                  <c:v>0.0678</c:v>
                </c:pt>
                <c:pt idx="101">
                  <c:v>0.0688</c:v>
                </c:pt>
                <c:pt idx="102">
                  <c:v>0.0682</c:v>
                </c:pt>
                <c:pt idx="103">
                  <c:v>0.0679</c:v>
                </c:pt>
                <c:pt idx="104">
                  <c:v>0.0681</c:v>
                </c:pt>
                <c:pt idx="105">
                  <c:v>0.0684</c:v>
                </c:pt>
                <c:pt idx="106">
                  <c:v>0.069</c:v>
                </c:pt>
                <c:pt idx="107">
                  <c:v>0.0699</c:v>
                </c:pt>
                <c:pt idx="108">
                  <c:v>0.0709</c:v>
                </c:pt>
                <c:pt idx="109">
                  <c:v>0.0718</c:v>
                </c:pt>
                <c:pt idx="110">
                  <c:v>0.0721</c:v>
                </c:pt>
                <c:pt idx="111">
                  <c:v>0.0719</c:v>
                </c:pt>
                <c:pt idx="112">
                  <c:v>0.071</c:v>
                </c:pt>
                <c:pt idx="113">
                  <c:v>0.0697</c:v>
                </c:pt>
                <c:pt idx="114">
                  <c:v>0.0679</c:v>
                </c:pt>
                <c:pt idx="115">
                  <c:v>0.0658</c:v>
                </c:pt>
                <c:pt idx="116">
                  <c:v>0.0635</c:v>
                </c:pt>
                <c:pt idx="117">
                  <c:v>0.0612</c:v>
                </c:pt>
                <c:pt idx="118">
                  <c:v>0.0591</c:v>
                </c:pt>
                <c:pt idx="119">
                  <c:v>0.0571</c:v>
                </c:pt>
                <c:pt idx="120">
                  <c:v>0.0553</c:v>
                </c:pt>
                <c:pt idx="121">
                  <c:v>0.0537</c:v>
                </c:pt>
                <c:pt idx="122">
                  <c:v>0.0522</c:v>
                </c:pt>
                <c:pt idx="123">
                  <c:v>0.051</c:v>
                </c:pt>
                <c:pt idx="124">
                  <c:v>0.0499</c:v>
                </c:pt>
                <c:pt idx="125">
                  <c:v>0.049</c:v>
                </c:pt>
                <c:pt idx="126">
                  <c:v>0.0483</c:v>
                </c:pt>
                <c:pt idx="127">
                  <c:v>0.048</c:v>
                </c:pt>
                <c:pt idx="128">
                  <c:v>0.0482</c:v>
                </c:pt>
                <c:pt idx="129">
                  <c:v>0.0492</c:v>
                </c:pt>
                <c:pt idx="130">
                  <c:v>0.0508</c:v>
                </c:pt>
                <c:pt idx="131">
                  <c:v>0.0525</c:v>
                </c:pt>
                <c:pt idx="132">
                  <c:v>0.0543</c:v>
                </c:pt>
                <c:pt idx="133">
                  <c:v>0.0557</c:v>
                </c:pt>
                <c:pt idx="134">
                  <c:v>0.0566</c:v>
                </c:pt>
                <c:pt idx="135">
                  <c:v>0.0591</c:v>
                </c:pt>
                <c:pt idx="136">
                  <c:v>0.0616</c:v>
                </c:pt>
                <c:pt idx="137">
                  <c:v>0.0625</c:v>
                </c:pt>
                <c:pt idx="138">
                  <c:v>0.063</c:v>
                </c:pt>
                <c:pt idx="139">
                  <c:v>0.0632</c:v>
                </c:pt>
                <c:pt idx="140">
                  <c:v>0.063</c:v>
                </c:pt>
                <c:pt idx="141">
                  <c:v>0.0624</c:v>
                </c:pt>
                <c:pt idx="142">
                  <c:v>0.0664</c:v>
                </c:pt>
                <c:pt idx="143">
                  <c:v>0.0691</c:v>
                </c:pt>
                <c:pt idx="144">
                  <c:v>0.0713</c:v>
                </c:pt>
                <c:pt idx="145">
                  <c:v>0.0746</c:v>
                </c:pt>
                <c:pt idx="146">
                  <c:v>0.0786</c:v>
                </c:pt>
                <c:pt idx="147">
                  <c:v>0.0805</c:v>
                </c:pt>
                <c:pt idx="148">
                  <c:v>0.0767</c:v>
                </c:pt>
                <c:pt idx="149">
                  <c:v>0.0673</c:v>
                </c:pt>
                <c:pt idx="150">
                  <c:v>0.0586</c:v>
                </c:pt>
                <c:pt idx="151">
                  <c:v>0.0539</c:v>
                </c:pt>
                <c:pt idx="152">
                  <c:v>0.052</c:v>
                </c:pt>
                <c:pt idx="153">
                  <c:v>0.0518</c:v>
                </c:pt>
                <c:pt idx="154">
                  <c:v>0.0526</c:v>
                </c:pt>
                <c:pt idx="155">
                  <c:v>0.0541</c:v>
                </c:pt>
                <c:pt idx="156">
                  <c:v>0.0559</c:v>
                </c:pt>
                <c:pt idx="157">
                  <c:v>0.0579</c:v>
                </c:pt>
                <c:pt idx="158">
                  <c:v>0.0606</c:v>
                </c:pt>
                <c:pt idx="159">
                  <c:v>0.0632</c:v>
                </c:pt>
                <c:pt idx="160">
                  <c:v>0.0659</c:v>
                </c:pt>
                <c:pt idx="161">
                  <c:v>0.0684</c:v>
                </c:pt>
                <c:pt idx="162">
                  <c:v>0.0706</c:v>
                </c:pt>
                <c:pt idx="163">
                  <c:v>0.0726</c:v>
                </c:pt>
                <c:pt idx="164">
                  <c:v>0.0743</c:v>
                </c:pt>
                <c:pt idx="165">
                  <c:v>0.0757</c:v>
                </c:pt>
                <c:pt idx="166">
                  <c:v>0.077</c:v>
                </c:pt>
                <c:pt idx="167">
                  <c:v>0.0785</c:v>
                </c:pt>
                <c:pt idx="168">
                  <c:v>0.0798</c:v>
                </c:pt>
                <c:pt idx="169">
                  <c:v>0.081</c:v>
                </c:pt>
                <c:pt idx="170">
                  <c:v>0.082</c:v>
                </c:pt>
                <c:pt idx="171">
                  <c:v>0.0829</c:v>
                </c:pt>
                <c:pt idx="172">
                  <c:v>0.0838</c:v>
                </c:pt>
                <c:pt idx="173">
                  <c:v>0.0845</c:v>
                </c:pt>
                <c:pt idx="174">
                  <c:v>0.0846</c:v>
                </c:pt>
                <c:pt idx="175">
                  <c:v>0.0846</c:v>
                </c:pt>
                <c:pt idx="176">
                  <c:v>0.0843</c:v>
                </c:pt>
                <c:pt idx="177">
                  <c:v>0.0839</c:v>
                </c:pt>
                <c:pt idx="178">
                  <c:v>0.0838</c:v>
                </c:pt>
                <c:pt idx="179">
                  <c:v>0.0838</c:v>
                </c:pt>
                <c:pt idx="180">
                  <c:v>0.0842</c:v>
                </c:pt>
                <c:pt idx="181">
                  <c:v>0.0848</c:v>
                </c:pt>
                <c:pt idx="182">
                  <c:v>0.0854</c:v>
                </c:pt>
                <c:pt idx="183">
                  <c:v>0.086</c:v>
                </c:pt>
                <c:pt idx="184">
                  <c:v>0.0867</c:v>
                </c:pt>
                <c:pt idx="185">
                  <c:v>0.0882</c:v>
                </c:pt>
                <c:pt idx="186">
                  <c:v>0.0913</c:v>
                </c:pt>
                <c:pt idx="187">
                  <c:v>0.0959</c:v>
                </c:pt>
                <c:pt idx="188">
                  <c:v>0.1</c:v>
                </c:pt>
                <c:pt idx="189">
                  <c:v>0.1051</c:v>
                </c:pt>
                <c:pt idx="190">
                  <c:v>0.1141</c:v>
                </c:pt>
                <c:pt idx="191">
                  <c:v>0.1157</c:v>
                </c:pt>
                <c:pt idx="192">
                  <c:v>0.1049</c:v>
                </c:pt>
                <c:pt idx="193">
                  <c:v>0.1021</c:v>
                </c:pt>
                <c:pt idx="194">
                  <c:v>0.1072</c:v>
                </c:pt>
                <c:pt idx="195">
                  <c:v>0.1085</c:v>
                </c:pt>
                <c:pt idx="196">
                  <c:v>0.1017</c:v>
                </c:pt>
                <c:pt idx="197">
                  <c:v>0.1004</c:v>
                </c:pt>
                <c:pt idx="198">
                  <c:v>0.0993</c:v>
                </c:pt>
                <c:pt idx="199">
                  <c:v>0.0975</c:v>
                </c:pt>
                <c:pt idx="200">
                  <c:v>0.0954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13/03</c:v>
                </c:pt>
              </c:strCache>
            </c:strRef>
          </c:tx>
          <c:spPr>
            <a:solidFill>
              <a:srgbClr val="1E9E8A"/>
            </a:solidFill>
            <a:ln w="25400" cap="flat">
              <a:solidFill>
                <a:srgbClr val="1E9E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9E8A"/>
              </a:solidFill>
              <a:ln w="9525" cap="flat">
                <a:solidFill>
                  <a:srgbClr val="1E9E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Sheet1!$C$2:$C$202</c:f>
              <c:numCache>
                <c:formatCode>General</c:formatCode>
                <c:ptCount val="201"/>
                <c:pt idx="0">
                  <c:v>0.004</c:v>
                </c:pt>
                <c:pt idx="1">
                  <c:v>0.0031</c:v>
                </c:pt>
                <c:pt idx="2">
                  <c:v>0.0031</c:v>
                </c:pt>
                <c:pt idx="3">
                  <c:v>0.003</c:v>
                </c:pt>
                <c:pt idx="4">
                  <c:v>0.0032</c:v>
                </c:pt>
                <c:pt idx="5">
                  <c:v>0.0033</c:v>
                </c:pt>
                <c:pt idx="6">
                  <c:v>0.0036</c:v>
                </c:pt>
                <c:pt idx="7">
                  <c:v>0.0042</c:v>
                </c:pt>
                <c:pt idx="8">
                  <c:v>0.0046</c:v>
                </c:pt>
                <c:pt idx="9">
                  <c:v>0.0049</c:v>
                </c:pt>
                <c:pt idx="10">
                  <c:v>0.0051</c:v>
                </c:pt>
                <c:pt idx="11">
                  <c:v>0.0042</c:v>
                </c:pt>
                <c:pt idx="12">
                  <c:v>0.0011</c:v>
                </c:pt>
                <c:pt idx="13">
                  <c:v>-0.0029</c:v>
                </c:pt>
                <c:pt idx="14">
                  <c:v>-0.0047</c:v>
                </c:pt>
                <c:pt idx="15">
                  <c:v>-0.0051</c:v>
                </c:pt>
                <c:pt idx="16">
                  <c:v>-0.0035</c:v>
                </c:pt>
                <c:pt idx="17">
                  <c:v>0.0006</c:v>
                </c:pt>
                <c:pt idx="18">
                  <c:v>0.0043</c:v>
                </c:pt>
                <c:pt idx="19">
                  <c:v>0.0067</c:v>
                </c:pt>
                <c:pt idx="20">
                  <c:v>0.0083</c:v>
                </c:pt>
                <c:pt idx="21">
                  <c:v>0.0105</c:v>
                </c:pt>
                <c:pt idx="22">
                  <c:v>0.0126</c:v>
                </c:pt>
                <c:pt idx="23">
                  <c:v>0.0141</c:v>
                </c:pt>
                <c:pt idx="24">
                  <c:v>0.0151</c:v>
                </c:pt>
                <c:pt idx="25">
                  <c:v>0.0155</c:v>
                </c:pt>
                <c:pt idx="26">
                  <c:v>0.0156</c:v>
                </c:pt>
                <c:pt idx="27">
                  <c:v>0.0153</c:v>
                </c:pt>
                <c:pt idx="28">
                  <c:v>0.0161</c:v>
                </c:pt>
                <c:pt idx="29">
                  <c:v>0.0191</c:v>
                </c:pt>
                <c:pt idx="30">
                  <c:v>0.0183</c:v>
                </c:pt>
                <c:pt idx="31">
                  <c:v>0.0138</c:v>
                </c:pt>
                <c:pt idx="32">
                  <c:v>0.0097</c:v>
                </c:pt>
                <c:pt idx="33">
                  <c:v>0.0072</c:v>
                </c:pt>
                <c:pt idx="34">
                  <c:v>0.0066</c:v>
                </c:pt>
                <c:pt idx="35">
                  <c:v>0.007</c:v>
                </c:pt>
                <c:pt idx="36">
                  <c:v>0.0078</c:v>
                </c:pt>
                <c:pt idx="37">
                  <c:v>0.0087</c:v>
                </c:pt>
                <c:pt idx="38">
                  <c:v>0.0095</c:v>
                </c:pt>
                <c:pt idx="39">
                  <c:v>0.0102</c:v>
                </c:pt>
                <c:pt idx="40">
                  <c:v>0.011</c:v>
                </c:pt>
                <c:pt idx="41">
                  <c:v>0.0117</c:v>
                </c:pt>
                <c:pt idx="42">
                  <c:v>0.0123</c:v>
                </c:pt>
                <c:pt idx="43">
                  <c:v>0.0129</c:v>
                </c:pt>
                <c:pt idx="44">
                  <c:v>0.0134</c:v>
                </c:pt>
                <c:pt idx="45">
                  <c:v>0.0139</c:v>
                </c:pt>
                <c:pt idx="46">
                  <c:v>0.0142</c:v>
                </c:pt>
                <c:pt idx="47">
                  <c:v>0.0146</c:v>
                </c:pt>
                <c:pt idx="48">
                  <c:v>0.0149</c:v>
                </c:pt>
                <c:pt idx="49">
                  <c:v>0.0153</c:v>
                </c:pt>
                <c:pt idx="50">
                  <c:v>0.0156</c:v>
                </c:pt>
                <c:pt idx="51">
                  <c:v>0.016</c:v>
                </c:pt>
                <c:pt idx="52">
                  <c:v>0.0164</c:v>
                </c:pt>
                <c:pt idx="53">
                  <c:v>0.0168</c:v>
                </c:pt>
                <c:pt idx="54">
                  <c:v>0.0174</c:v>
                </c:pt>
                <c:pt idx="55">
                  <c:v>0.0181</c:v>
                </c:pt>
                <c:pt idx="56">
                  <c:v>0.0187</c:v>
                </c:pt>
                <c:pt idx="57">
                  <c:v>0.0191</c:v>
                </c:pt>
                <c:pt idx="58">
                  <c:v>0.0193</c:v>
                </c:pt>
                <c:pt idx="59">
                  <c:v>0.0195</c:v>
                </c:pt>
                <c:pt idx="60">
                  <c:v>0.0196</c:v>
                </c:pt>
                <c:pt idx="61">
                  <c:v>0.0195</c:v>
                </c:pt>
                <c:pt idx="62">
                  <c:v>0.0195</c:v>
                </c:pt>
                <c:pt idx="63">
                  <c:v>0.0194</c:v>
                </c:pt>
                <c:pt idx="64">
                  <c:v>0.0192</c:v>
                </c:pt>
                <c:pt idx="65">
                  <c:v>0.0191</c:v>
                </c:pt>
                <c:pt idx="66">
                  <c:v>0.019</c:v>
                </c:pt>
                <c:pt idx="67">
                  <c:v>0.0191</c:v>
                </c:pt>
                <c:pt idx="68">
                  <c:v>0.0192</c:v>
                </c:pt>
                <c:pt idx="69">
                  <c:v>0.0194</c:v>
                </c:pt>
                <c:pt idx="70">
                  <c:v>0.0197</c:v>
                </c:pt>
                <c:pt idx="71">
                  <c:v>0.0199</c:v>
                </c:pt>
                <c:pt idx="72">
                  <c:v>0.0201</c:v>
                </c:pt>
                <c:pt idx="73">
                  <c:v>0.0206</c:v>
                </c:pt>
                <c:pt idx="74">
                  <c:v>0.0215</c:v>
                </c:pt>
                <c:pt idx="75">
                  <c:v>0.0223</c:v>
                </c:pt>
                <c:pt idx="76">
                  <c:v>0.0224</c:v>
                </c:pt>
                <c:pt idx="77">
                  <c:v>0.0223</c:v>
                </c:pt>
                <c:pt idx="78">
                  <c:v>0.0222</c:v>
                </c:pt>
                <c:pt idx="79">
                  <c:v>0.0221</c:v>
                </c:pt>
                <c:pt idx="80">
                  <c:v>0.0221</c:v>
                </c:pt>
                <c:pt idx="81">
                  <c:v>0.022</c:v>
                </c:pt>
                <c:pt idx="82">
                  <c:v>0.0221</c:v>
                </c:pt>
                <c:pt idx="83">
                  <c:v>0.0221</c:v>
                </c:pt>
                <c:pt idx="84">
                  <c:v>0.0221</c:v>
                </c:pt>
                <c:pt idx="85">
                  <c:v>0.0222</c:v>
                </c:pt>
                <c:pt idx="86">
                  <c:v>0.0222</c:v>
                </c:pt>
                <c:pt idx="87">
                  <c:v>0.0221</c:v>
                </c:pt>
                <c:pt idx="88">
                  <c:v>0.0222</c:v>
                </c:pt>
                <c:pt idx="89">
                  <c:v>0.0225</c:v>
                </c:pt>
                <c:pt idx="90">
                  <c:v>0.0229</c:v>
                </c:pt>
                <c:pt idx="91">
                  <c:v>0.0236</c:v>
                </c:pt>
                <c:pt idx="92">
                  <c:v>0.0243</c:v>
                </c:pt>
                <c:pt idx="93">
                  <c:v>0.025</c:v>
                </c:pt>
                <c:pt idx="94">
                  <c:v>0.0255</c:v>
                </c:pt>
                <c:pt idx="95">
                  <c:v>0.0256</c:v>
                </c:pt>
                <c:pt idx="96">
                  <c:v>0.0256</c:v>
                </c:pt>
                <c:pt idx="97">
                  <c:v>0.0266</c:v>
                </c:pt>
                <c:pt idx="98">
                  <c:v>0.0276</c:v>
                </c:pt>
                <c:pt idx="99">
                  <c:v>0.0282</c:v>
                </c:pt>
                <c:pt idx="100">
                  <c:v>0.0272</c:v>
                </c:pt>
                <c:pt idx="101">
                  <c:v>0.0257</c:v>
                </c:pt>
                <c:pt idx="102">
                  <c:v>0.0245</c:v>
                </c:pt>
                <c:pt idx="103">
                  <c:v>0.0238</c:v>
                </c:pt>
                <c:pt idx="104">
                  <c:v>0.0236</c:v>
                </c:pt>
                <c:pt idx="105">
                  <c:v>0.0235</c:v>
                </c:pt>
                <c:pt idx="106">
                  <c:v>0.0236</c:v>
                </c:pt>
                <c:pt idx="107">
                  <c:v>0.0239</c:v>
                </c:pt>
                <c:pt idx="108">
                  <c:v>0.0244</c:v>
                </c:pt>
                <c:pt idx="109">
                  <c:v>0.0248</c:v>
                </c:pt>
                <c:pt idx="110">
                  <c:v>0.0252</c:v>
                </c:pt>
                <c:pt idx="111">
                  <c:v>0.0254</c:v>
                </c:pt>
                <c:pt idx="112">
                  <c:v>0.0256</c:v>
                </c:pt>
                <c:pt idx="113">
                  <c:v>0.0256</c:v>
                </c:pt>
                <c:pt idx="114">
                  <c:v>0.0255</c:v>
                </c:pt>
                <c:pt idx="115">
                  <c:v>0.0253</c:v>
                </c:pt>
                <c:pt idx="116">
                  <c:v>0.0251</c:v>
                </c:pt>
                <c:pt idx="117">
                  <c:v>0.0249</c:v>
                </c:pt>
                <c:pt idx="118">
                  <c:v>0.0247</c:v>
                </c:pt>
                <c:pt idx="119">
                  <c:v>0.0246</c:v>
                </c:pt>
                <c:pt idx="120">
                  <c:v>0.0245</c:v>
                </c:pt>
                <c:pt idx="121">
                  <c:v>0.0244</c:v>
                </c:pt>
                <c:pt idx="122">
                  <c:v>0.0243</c:v>
                </c:pt>
                <c:pt idx="123">
                  <c:v>0.0242</c:v>
                </c:pt>
                <c:pt idx="124">
                  <c:v>0.0242</c:v>
                </c:pt>
                <c:pt idx="125">
                  <c:v>0.0241</c:v>
                </c:pt>
                <c:pt idx="126">
                  <c:v>0.024</c:v>
                </c:pt>
                <c:pt idx="127">
                  <c:v>0.0238</c:v>
                </c:pt>
                <c:pt idx="128">
                  <c:v>0.0236</c:v>
                </c:pt>
                <c:pt idx="129">
                  <c:v>0.0234</c:v>
                </c:pt>
                <c:pt idx="130">
                  <c:v>0.0234</c:v>
                </c:pt>
                <c:pt idx="131">
                  <c:v>0.0234</c:v>
                </c:pt>
                <c:pt idx="132">
                  <c:v>0.0234</c:v>
                </c:pt>
                <c:pt idx="133">
                  <c:v>0.0235</c:v>
                </c:pt>
                <c:pt idx="134">
                  <c:v>0.0237</c:v>
                </c:pt>
                <c:pt idx="135">
                  <c:v>0.024</c:v>
                </c:pt>
                <c:pt idx="136">
                  <c:v>0.0243</c:v>
                </c:pt>
                <c:pt idx="137">
                  <c:v>0.0246</c:v>
                </c:pt>
                <c:pt idx="138">
                  <c:v>0.0248</c:v>
                </c:pt>
                <c:pt idx="139">
                  <c:v>0.0249</c:v>
                </c:pt>
                <c:pt idx="140">
                  <c:v>0.025</c:v>
                </c:pt>
                <c:pt idx="141">
                  <c:v>0.0252</c:v>
                </c:pt>
                <c:pt idx="142">
                  <c:v>0.0258</c:v>
                </c:pt>
                <c:pt idx="143">
                  <c:v>0.026</c:v>
                </c:pt>
                <c:pt idx="144">
                  <c:v>0.0263</c:v>
                </c:pt>
                <c:pt idx="145">
                  <c:v>0.0268</c:v>
                </c:pt>
                <c:pt idx="146">
                  <c:v>0.027</c:v>
                </c:pt>
                <c:pt idx="147">
                  <c:v>0.0261</c:v>
                </c:pt>
                <c:pt idx="148">
                  <c:v>0.0236</c:v>
                </c:pt>
                <c:pt idx="149">
                  <c:v>0.0196</c:v>
                </c:pt>
                <c:pt idx="150">
                  <c:v>0.016</c:v>
                </c:pt>
                <c:pt idx="151">
                  <c:v>0.0142</c:v>
                </c:pt>
                <c:pt idx="152">
                  <c:v>0.0135</c:v>
                </c:pt>
                <c:pt idx="153">
                  <c:v>0.0133</c:v>
                </c:pt>
                <c:pt idx="154">
                  <c:v>0.0136</c:v>
                </c:pt>
                <c:pt idx="155">
                  <c:v>0.0141</c:v>
                </c:pt>
                <c:pt idx="156">
                  <c:v>0.0147</c:v>
                </c:pt>
                <c:pt idx="157">
                  <c:v>0.0154</c:v>
                </c:pt>
                <c:pt idx="158">
                  <c:v>0.0163</c:v>
                </c:pt>
                <c:pt idx="159">
                  <c:v>0.0172</c:v>
                </c:pt>
                <c:pt idx="160">
                  <c:v>0.018</c:v>
                </c:pt>
                <c:pt idx="161">
                  <c:v>0.0189</c:v>
                </c:pt>
                <c:pt idx="162">
                  <c:v>0.0196</c:v>
                </c:pt>
                <c:pt idx="163">
                  <c:v>0.0202</c:v>
                </c:pt>
                <c:pt idx="164">
                  <c:v>0.0208</c:v>
                </c:pt>
                <c:pt idx="165">
                  <c:v>0.0212</c:v>
                </c:pt>
                <c:pt idx="166">
                  <c:v>0.0216</c:v>
                </c:pt>
                <c:pt idx="167">
                  <c:v>0.0221</c:v>
                </c:pt>
                <c:pt idx="168">
                  <c:v>0.0225</c:v>
                </c:pt>
                <c:pt idx="169">
                  <c:v>0.0228</c:v>
                </c:pt>
                <c:pt idx="170">
                  <c:v>0.023</c:v>
                </c:pt>
                <c:pt idx="171">
                  <c:v>0.0234</c:v>
                </c:pt>
                <c:pt idx="172">
                  <c:v>0.0236</c:v>
                </c:pt>
                <c:pt idx="173">
                  <c:v>0.0239</c:v>
                </c:pt>
                <c:pt idx="174">
                  <c:v>0.024</c:v>
                </c:pt>
                <c:pt idx="175">
                  <c:v>0.024</c:v>
                </c:pt>
                <c:pt idx="176">
                  <c:v>0.024</c:v>
                </c:pt>
                <c:pt idx="177">
                  <c:v>0.0239</c:v>
                </c:pt>
                <c:pt idx="178">
                  <c:v>0.0239</c:v>
                </c:pt>
                <c:pt idx="179">
                  <c:v>0.0239</c:v>
                </c:pt>
                <c:pt idx="180">
                  <c:v>0.024</c:v>
                </c:pt>
                <c:pt idx="181">
                  <c:v>0.0241</c:v>
                </c:pt>
                <c:pt idx="182">
                  <c:v>0.0242</c:v>
                </c:pt>
                <c:pt idx="183">
                  <c:v>0.0243</c:v>
                </c:pt>
                <c:pt idx="184">
                  <c:v>0.024</c:v>
                </c:pt>
                <c:pt idx="185">
                  <c:v>0.0236</c:v>
                </c:pt>
                <c:pt idx="186">
                  <c:v>0.0231</c:v>
                </c:pt>
                <c:pt idx="187">
                  <c:v>0.0227</c:v>
                </c:pt>
                <c:pt idx="188">
                  <c:v>0.0225</c:v>
                </c:pt>
                <c:pt idx="189">
                  <c:v>0.0223</c:v>
                </c:pt>
                <c:pt idx="190">
                  <c:v>0.022</c:v>
                </c:pt>
                <c:pt idx="191">
                  <c:v>0.0217</c:v>
                </c:pt>
                <c:pt idx="192">
                  <c:v>0.0217</c:v>
                </c:pt>
                <c:pt idx="193">
                  <c:v>0.0215</c:v>
                </c:pt>
                <c:pt idx="194">
                  <c:v>0.0213</c:v>
                </c:pt>
                <c:pt idx="195">
                  <c:v>0.021</c:v>
                </c:pt>
                <c:pt idx="196">
                  <c:v>0.0207</c:v>
                </c:pt>
                <c:pt idx="197">
                  <c:v>0.0204</c:v>
                </c:pt>
                <c:pt idx="198">
                  <c:v>0.0199</c:v>
                </c:pt>
                <c:pt idx="199">
                  <c:v>0.0194</c:v>
                </c:pt>
                <c:pt idx="200">
                  <c:v>0.0189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A5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A5A50"/>
                    </a:solidFill>
                    <a:latin typeface="Arial"/>
                  </a:rPr>
                  <a:t>Wavelength (nm)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0"/>
      </c:catAx>
      <c:valAx>
        <c:axId val="2094734552"/>
        <c:scaling>
          <c:orientation val="minMax"/>
          <c:max val="0.15"/>
          <c:min val="-0.1"/>
        </c:scaling>
        <c:delete val="0"/>
        <c:axPos val="l"/>
        <c:majorGridlines>
          <c:spPr>
            <a:ln w="6350" cap="flat">
              <a:solidFill>
                <a:srgbClr val="E3E8E4"/>
              </a:solidFill>
              <a:prstDash val="solid"/>
              <a:round/>
            </a:ln>
          </c:spPr>
        </c:majorGridlines>
        <c:numFmt formatCode="+0.00;-0.00;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5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2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A24"/>
                </a:solidFill>
                <a:latin typeface="+mn-lt"/>
              </a:rPr>
              <a:t>Mean healthy-leaf reflectance by date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11/02/2026</c:v>
                </c:pt>
              </c:strCache>
            </c:strRef>
          </c:tx>
          <c:spPr>
            <a:solidFill>
              <a:srgbClr val="2E6DA4"/>
            </a:solidFill>
            <a:ln w="25400" cap="flat">
              <a:solidFill>
                <a:srgbClr val="2E6DA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6DA4"/>
              </a:solidFill>
              <a:ln w="9525" cap="flat">
                <a:solidFill>
                  <a:srgbClr val="2E6DA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Sheet1!$B$2:$B$202</c:f>
              <c:numCache>
                <c:formatCode>General</c:formatCode>
                <c:ptCount val="201"/>
                <c:pt idx="0">
                  <c:v>0.3041</c:v>
                </c:pt>
                <c:pt idx="1">
                  <c:v>0.2904</c:v>
                </c:pt>
                <c:pt idx="2">
                  <c:v>0.278</c:v>
                </c:pt>
                <c:pt idx="3">
                  <c:v>0.2601</c:v>
                </c:pt>
                <c:pt idx="4">
                  <c:v>0.2422</c:v>
                </c:pt>
                <c:pt idx="5">
                  <c:v>0.2265</c:v>
                </c:pt>
                <c:pt idx="6">
                  <c:v>0.2107</c:v>
                </c:pt>
                <c:pt idx="7">
                  <c:v>0.1958</c:v>
                </c:pt>
                <c:pt idx="8">
                  <c:v>0.1835</c:v>
                </c:pt>
                <c:pt idx="9">
                  <c:v>0.1735</c:v>
                </c:pt>
                <c:pt idx="10">
                  <c:v>0.1695</c:v>
                </c:pt>
                <c:pt idx="11">
                  <c:v>0.1779</c:v>
                </c:pt>
                <c:pt idx="12">
                  <c:v>0.2096</c:v>
                </c:pt>
                <c:pt idx="13">
                  <c:v>0.2508</c:v>
                </c:pt>
                <c:pt idx="14">
                  <c:v>0.2659</c:v>
                </c:pt>
                <c:pt idx="15">
                  <c:v>0.2669</c:v>
                </c:pt>
                <c:pt idx="16">
                  <c:v>0.251</c:v>
                </c:pt>
                <c:pt idx="17">
                  <c:v>0.2185</c:v>
                </c:pt>
                <c:pt idx="18">
                  <c:v>0.1867</c:v>
                </c:pt>
                <c:pt idx="19">
                  <c:v>0.1695</c:v>
                </c:pt>
                <c:pt idx="20">
                  <c:v>0.161</c:v>
                </c:pt>
                <c:pt idx="21">
                  <c:v>0.1475</c:v>
                </c:pt>
                <c:pt idx="22">
                  <c:v>0.1337</c:v>
                </c:pt>
                <c:pt idx="23">
                  <c:v>0.1285</c:v>
                </c:pt>
                <c:pt idx="24">
                  <c:v>0.1231</c:v>
                </c:pt>
                <c:pt idx="25">
                  <c:v>0.1132</c:v>
                </c:pt>
                <c:pt idx="26">
                  <c:v>0.1041</c:v>
                </c:pt>
                <c:pt idx="27">
                  <c:v>0.098</c:v>
                </c:pt>
                <c:pt idx="28">
                  <c:v>0.0996</c:v>
                </c:pt>
                <c:pt idx="29">
                  <c:v>0.113</c:v>
                </c:pt>
                <c:pt idx="30">
                  <c:v>0.1899</c:v>
                </c:pt>
                <c:pt idx="31">
                  <c:v>0.3176</c:v>
                </c:pt>
                <c:pt idx="32">
                  <c:v>0.4491</c:v>
                </c:pt>
                <c:pt idx="33">
                  <c:v>0.554</c:v>
                </c:pt>
                <c:pt idx="34">
                  <c:v>0.6121</c:v>
                </c:pt>
                <c:pt idx="35">
                  <c:v>0.636</c:v>
                </c:pt>
                <c:pt idx="36">
                  <c:v>0.6426</c:v>
                </c:pt>
                <c:pt idx="37">
                  <c:v>0.6429</c:v>
                </c:pt>
                <c:pt idx="38">
                  <c:v>0.6416</c:v>
                </c:pt>
                <c:pt idx="39">
                  <c:v>0.6405</c:v>
                </c:pt>
                <c:pt idx="40">
                  <c:v>0.6396</c:v>
                </c:pt>
                <c:pt idx="41">
                  <c:v>0.6388</c:v>
                </c:pt>
                <c:pt idx="42">
                  <c:v>0.6378</c:v>
                </c:pt>
                <c:pt idx="43">
                  <c:v>0.6365</c:v>
                </c:pt>
                <c:pt idx="44">
                  <c:v>0.6355</c:v>
                </c:pt>
                <c:pt idx="45">
                  <c:v>0.635</c:v>
                </c:pt>
                <c:pt idx="46">
                  <c:v>0.6346</c:v>
                </c:pt>
                <c:pt idx="47">
                  <c:v>0.634</c:v>
                </c:pt>
                <c:pt idx="48">
                  <c:v>0.6334</c:v>
                </c:pt>
                <c:pt idx="49">
                  <c:v>0.6326</c:v>
                </c:pt>
                <c:pt idx="50">
                  <c:v>0.6321</c:v>
                </c:pt>
                <c:pt idx="51">
                  <c:v>0.6316</c:v>
                </c:pt>
                <c:pt idx="52">
                  <c:v>0.6305</c:v>
                </c:pt>
                <c:pt idx="53">
                  <c:v>0.6272</c:v>
                </c:pt>
                <c:pt idx="54">
                  <c:v>0.6206</c:v>
                </c:pt>
                <c:pt idx="55">
                  <c:v>0.6102</c:v>
                </c:pt>
                <c:pt idx="56">
                  <c:v>0.598</c:v>
                </c:pt>
                <c:pt idx="57">
                  <c:v>0.5944</c:v>
                </c:pt>
                <c:pt idx="58">
                  <c:v>0.5947</c:v>
                </c:pt>
                <c:pt idx="59">
                  <c:v>0.5977</c:v>
                </c:pt>
                <c:pt idx="60">
                  <c:v>0.6023</c:v>
                </c:pt>
                <c:pt idx="61">
                  <c:v>0.605</c:v>
                </c:pt>
                <c:pt idx="62">
                  <c:v>0.6103</c:v>
                </c:pt>
                <c:pt idx="63">
                  <c:v>0.615</c:v>
                </c:pt>
                <c:pt idx="64">
                  <c:v>0.618</c:v>
                </c:pt>
                <c:pt idx="65">
                  <c:v>0.6198</c:v>
                </c:pt>
                <c:pt idx="66">
                  <c:v>0.6208</c:v>
                </c:pt>
                <c:pt idx="67">
                  <c:v>0.6212</c:v>
                </c:pt>
                <c:pt idx="68">
                  <c:v>0.6208</c:v>
                </c:pt>
                <c:pt idx="69">
                  <c:v>0.6193</c:v>
                </c:pt>
                <c:pt idx="70">
                  <c:v>0.6172</c:v>
                </c:pt>
                <c:pt idx="71">
                  <c:v>0.6143</c:v>
                </c:pt>
                <c:pt idx="72">
                  <c:v>0.6099</c:v>
                </c:pt>
                <c:pt idx="73">
                  <c:v>0.5985</c:v>
                </c:pt>
                <c:pt idx="74">
                  <c:v>0.5739</c:v>
                </c:pt>
                <c:pt idx="75">
                  <c:v>0.5487</c:v>
                </c:pt>
                <c:pt idx="76">
                  <c:v>0.5375</c:v>
                </c:pt>
                <c:pt idx="77">
                  <c:v>0.5349</c:v>
                </c:pt>
                <c:pt idx="78">
                  <c:v>0.5349</c:v>
                </c:pt>
                <c:pt idx="79">
                  <c:v>0.5356</c:v>
                </c:pt>
                <c:pt idx="80">
                  <c:v>0.5382</c:v>
                </c:pt>
                <c:pt idx="81">
                  <c:v>0.542</c:v>
                </c:pt>
                <c:pt idx="82">
                  <c:v>0.5419</c:v>
                </c:pt>
                <c:pt idx="83">
                  <c:v>0.5409</c:v>
                </c:pt>
                <c:pt idx="84">
                  <c:v>0.5419</c:v>
                </c:pt>
                <c:pt idx="85">
                  <c:v>0.5438</c:v>
                </c:pt>
                <c:pt idx="86">
                  <c:v>0.5445</c:v>
                </c:pt>
                <c:pt idx="87">
                  <c:v>0.5431</c:v>
                </c:pt>
                <c:pt idx="88">
                  <c:v>0.5396</c:v>
                </c:pt>
                <c:pt idx="89">
                  <c:v>0.5334</c:v>
                </c:pt>
                <c:pt idx="90">
                  <c:v>0.5237</c:v>
                </c:pt>
                <c:pt idx="91">
                  <c:v>0.509</c:v>
                </c:pt>
                <c:pt idx="92">
                  <c:v>0.4889</c:v>
                </c:pt>
                <c:pt idx="93">
                  <c:v>0.4641</c:v>
                </c:pt>
                <c:pt idx="94">
                  <c:v>0.4386</c:v>
                </c:pt>
                <c:pt idx="95">
                  <c:v>0.4164</c:v>
                </c:pt>
                <c:pt idx="96">
                  <c:v>0.3952</c:v>
                </c:pt>
                <c:pt idx="97">
                  <c:v>0.3634</c:v>
                </c:pt>
                <c:pt idx="98">
                  <c:v>0.3046</c:v>
                </c:pt>
                <c:pt idx="99">
                  <c:v>0.2233</c:v>
                </c:pt>
                <c:pt idx="100">
                  <c:v>0.1566</c:v>
                </c:pt>
                <c:pt idx="101">
                  <c:v>0.1226</c:v>
                </c:pt>
                <c:pt idx="102">
                  <c:v>0.1078</c:v>
                </c:pt>
                <c:pt idx="103">
                  <c:v>0.101</c:v>
                </c:pt>
                <c:pt idx="104">
                  <c:v>0.098</c:v>
                </c:pt>
                <c:pt idx="105">
                  <c:v>0.0971</c:v>
                </c:pt>
                <c:pt idx="106">
                  <c:v>0.0983</c:v>
                </c:pt>
                <c:pt idx="107">
                  <c:v>0.103</c:v>
                </c:pt>
                <c:pt idx="108">
                  <c:v>0.1109</c:v>
                </c:pt>
                <c:pt idx="109">
                  <c:v>0.1213</c:v>
                </c:pt>
                <c:pt idx="110">
                  <c:v>0.1337</c:v>
                </c:pt>
                <c:pt idx="111">
                  <c:v>0.1477</c:v>
                </c:pt>
                <c:pt idx="112">
                  <c:v>0.1629</c:v>
                </c:pt>
                <c:pt idx="113">
                  <c:v>0.1788</c:v>
                </c:pt>
                <c:pt idx="114">
                  <c:v>0.1949</c:v>
                </c:pt>
                <c:pt idx="115">
                  <c:v>0.2109</c:v>
                </c:pt>
                <c:pt idx="116">
                  <c:v>0.2263</c:v>
                </c:pt>
                <c:pt idx="117">
                  <c:v>0.2407</c:v>
                </c:pt>
                <c:pt idx="118">
                  <c:v>0.2539</c:v>
                </c:pt>
                <c:pt idx="119">
                  <c:v>0.266</c:v>
                </c:pt>
                <c:pt idx="120">
                  <c:v>0.2769</c:v>
                </c:pt>
                <c:pt idx="121">
                  <c:v>0.2866</c:v>
                </c:pt>
                <c:pt idx="122">
                  <c:v>0.2952</c:v>
                </c:pt>
                <c:pt idx="123">
                  <c:v>0.3027</c:v>
                </c:pt>
                <c:pt idx="124">
                  <c:v>0.3092</c:v>
                </c:pt>
                <c:pt idx="125">
                  <c:v>0.3148</c:v>
                </c:pt>
                <c:pt idx="126">
                  <c:v>0.3191</c:v>
                </c:pt>
                <c:pt idx="127">
                  <c:v>0.3223</c:v>
                </c:pt>
                <c:pt idx="128">
                  <c:v>0.3251</c:v>
                </c:pt>
                <c:pt idx="129">
                  <c:v>0.3296</c:v>
                </c:pt>
                <c:pt idx="130">
                  <c:v>0.3342</c:v>
                </c:pt>
                <c:pt idx="131">
                  <c:v>0.3369</c:v>
                </c:pt>
                <c:pt idx="132">
                  <c:v>0.3386</c:v>
                </c:pt>
                <c:pt idx="133">
                  <c:v>0.3297</c:v>
                </c:pt>
                <c:pt idx="134">
                  <c:v>0.3084</c:v>
                </c:pt>
                <c:pt idx="135">
                  <c:v>0.2949</c:v>
                </c:pt>
                <c:pt idx="136">
                  <c:v>0.2836</c:v>
                </c:pt>
                <c:pt idx="137">
                  <c:v>0.268</c:v>
                </c:pt>
                <c:pt idx="138">
                  <c:v>0.257</c:v>
                </c:pt>
                <c:pt idx="139">
                  <c:v>0.2529</c:v>
                </c:pt>
                <c:pt idx="140">
                  <c:v>0.2524</c:v>
                </c:pt>
                <c:pt idx="141">
                  <c:v>0.2536</c:v>
                </c:pt>
                <c:pt idx="142">
                  <c:v>0.2532</c:v>
                </c:pt>
                <c:pt idx="143">
                  <c:v>0.2491</c:v>
                </c:pt>
                <c:pt idx="144">
                  <c:v>0.2392</c:v>
                </c:pt>
                <c:pt idx="145">
                  <c:v>0.2196</c:v>
                </c:pt>
                <c:pt idx="146">
                  <c:v>0.1857</c:v>
                </c:pt>
                <c:pt idx="147">
                  <c:v>0.1392</c:v>
                </c:pt>
                <c:pt idx="148">
                  <c:v>0.095</c:v>
                </c:pt>
                <c:pt idx="149">
                  <c:v>0.0703</c:v>
                </c:pt>
                <c:pt idx="150">
                  <c:v>0.0627</c:v>
                </c:pt>
                <c:pt idx="151">
                  <c:v>0.0617</c:v>
                </c:pt>
                <c:pt idx="152">
                  <c:v>0.0619</c:v>
                </c:pt>
                <c:pt idx="153">
                  <c:v>0.0622</c:v>
                </c:pt>
                <c:pt idx="154">
                  <c:v>0.0623</c:v>
                </c:pt>
                <c:pt idx="155">
                  <c:v>0.0624</c:v>
                </c:pt>
                <c:pt idx="156">
                  <c:v>0.0626</c:v>
                </c:pt>
                <c:pt idx="157">
                  <c:v>0.0631</c:v>
                </c:pt>
                <c:pt idx="158">
                  <c:v>0.0638</c:v>
                </c:pt>
                <c:pt idx="159">
                  <c:v>0.0648</c:v>
                </c:pt>
                <c:pt idx="160">
                  <c:v>0.0663</c:v>
                </c:pt>
                <c:pt idx="161">
                  <c:v>0.0681</c:v>
                </c:pt>
                <c:pt idx="162">
                  <c:v>0.0703</c:v>
                </c:pt>
                <c:pt idx="163">
                  <c:v>0.0731</c:v>
                </c:pt>
                <c:pt idx="164">
                  <c:v>0.0763</c:v>
                </c:pt>
                <c:pt idx="165">
                  <c:v>0.0798</c:v>
                </c:pt>
                <c:pt idx="166">
                  <c:v>0.0837</c:v>
                </c:pt>
                <c:pt idx="167">
                  <c:v>0.0881</c:v>
                </c:pt>
                <c:pt idx="168">
                  <c:v>0.0931</c:v>
                </c:pt>
                <c:pt idx="169">
                  <c:v>0.0986</c:v>
                </c:pt>
                <c:pt idx="170">
                  <c:v>0.1043</c:v>
                </c:pt>
                <c:pt idx="171">
                  <c:v>0.1103</c:v>
                </c:pt>
                <c:pt idx="172">
                  <c:v>0.1165</c:v>
                </c:pt>
                <c:pt idx="173">
                  <c:v>0.1222</c:v>
                </c:pt>
                <c:pt idx="174">
                  <c:v>0.1271</c:v>
                </c:pt>
                <c:pt idx="175">
                  <c:v>0.1309</c:v>
                </c:pt>
                <c:pt idx="176">
                  <c:v>0.1339</c:v>
                </c:pt>
                <c:pt idx="177">
                  <c:v>0.1365</c:v>
                </c:pt>
                <c:pt idx="178">
                  <c:v>0.139</c:v>
                </c:pt>
                <c:pt idx="179">
                  <c:v>0.1413</c:v>
                </c:pt>
                <c:pt idx="180">
                  <c:v>0.1431</c:v>
                </c:pt>
                <c:pt idx="181">
                  <c:v>0.1444</c:v>
                </c:pt>
                <c:pt idx="182">
                  <c:v>0.1451</c:v>
                </c:pt>
                <c:pt idx="183">
                  <c:v>0.1452</c:v>
                </c:pt>
                <c:pt idx="184">
                  <c:v>0.1453</c:v>
                </c:pt>
                <c:pt idx="185">
                  <c:v>0.1464</c:v>
                </c:pt>
                <c:pt idx="186">
                  <c:v>0.1492</c:v>
                </c:pt>
                <c:pt idx="187">
                  <c:v>0.1532</c:v>
                </c:pt>
                <c:pt idx="188">
                  <c:v>0.1554</c:v>
                </c:pt>
                <c:pt idx="189">
                  <c:v>0.1586</c:v>
                </c:pt>
                <c:pt idx="190">
                  <c:v>0.1674</c:v>
                </c:pt>
                <c:pt idx="191">
                  <c:v>0.1649</c:v>
                </c:pt>
                <c:pt idx="192">
                  <c:v>0.1427</c:v>
                </c:pt>
                <c:pt idx="193">
                  <c:v>0.1327</c:v>
                </c:pt>
                <c:pt idx="194">
                  <c:v>0.1343</c:v>
                </c:pt>
                <c:pt idx="195">
                  <c:v>0.1318</c:v>
                </c:pt>
                <c:pt idx="196">
                  <c:v>0.1191</c:v>
                </c:pt>
                <c:pt idx="197">
                  <c:v>0.1138</c:v>
                </c:pt>
                <c:pt idx="198">
                  <c:v>0.1097</c:v>
                </c:pt>
                <c:pt idx="199">
                  <c:v>0.1057</c:v>
                </c:pt>
                <c:pt idx="200">
                  <c:v>0.1018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24/02/2026</c:v>
                </c:pt>
              </c:strCache>
            </c:strRef>
          </c:tx>
          <c:spPr>
            <a:solidFill>
              <a:srgbClr val="C99A06"/>
            </a:solidFill>
            <a:ln w="25400" cap="flat">
              <a:solidFill>
                <a:srgbClr val="C99A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99A06"/>
              </a:solidFill>
              <a:ln w="9525" cap="flat">
                <a:solidFill>
                  <a:srgbClr val="C99A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Sheet1!$C$2:$C$202</c:f>
              <c:numCache>
                <c:formatCode>General</c:formatCode>
                <c:ptCount val="201"/>
                <c:pt idx="0">
                  <c:v>0.2798</c:v>
                </c:pt>
                <c:pt idx="1">
                  <c:v>0.2665</c:v>
                </c:pt>
                <c:pt idx="2">
                  <c:v>0.2537</c:v>
                </c:pt>
                <c:pt idx="3">
                  <c:v>0.2356</c:v>
                </c:pt>
                <c:pt idx="4">
                  <c:v>0.2178</c:v>
                </c:pt>
                <c:pt idx="5">
                  <c:v>0.204</c:v>
                </c:pt>
                <c:pt idx="6">
                  <c:v>0.1899</c:v>
                </c:pt>
                <c:pt idx="7">
                  <c:v>0.1762</c:v>
                </c:pt>
                <c:pt idx="8">
                  <c:v>0.1651</c:v>
                </c:pt>
                <c:pt idx="9">
                  <c:v>0.1566</c:v>
                </c:pt>
                <c:pt idx="10">
                  <c:v>0.1551</c:v>
                </c:pt>
                <c:pt idx="11">
                  <c:v>0.168</c:v>
                </c:pt>
                <c:pt idx="12">
                  <c:v>0.2056</c:v>
                </c:pt>
                <c:pt idx="13">
                  <c:v>0.2502</c:v>
                </c:pt>
                <c:pt idx="14">
                  <c:v>0.2659</c:v>
                </c:pt>
                <c:pt idx="15">
                  <c:v>0.2672</c:v>
                </c:pt>
                <c:pt idx="16">
                  <c:v>0.2516</c:v>
                </c:pt>
                <c:pt idx="17">
                  <c:v>0.2181</c:v>
                </c:pt>
                <c:pt idx="18">
                  <c:v>0.1852</c:v>
                </c:pt>
                <c:pt idx="19">
                  <c:v>0.167</c:v>
                </c:pt>
                <c:pt idx="20">
                  <c:v>0.1579</c:v>
                </c:pt>
                <c:pt idx="21">
                  <c:v>0.1438</c:v>
                </c:pt>
                <c:pt idx="22">
                  <c:v>0.1291</c:v>
                </c:pt>
                <c:pt idx="23">
                  <c:v>0.1238</c:v>
                </c:pt>
                <c:pt idx="24">
                  <c:v>0.1172</c:v>
                </c:pt>
                <c:pt idx="25">
                  <c:v>0.1054</c:v>
                </c:pt>
                <c:pt idx="26">
                  <c:v>0.0958</c:v>
                </c:pt>
                <c:pt idx="27">
                  <c:v>0.0892</c:v>
                </c:pt>
                <c:pt idx="28">
                  <c:v>0.0917</c:v>
                </c:pt>
                <c:pt idx="29">
                  <c:v>0.1085</c:v>
                </c:pt>
                <c:pt idx="30">
                  <c:v>0.1945</c:v>
                </c:pt>
                <c:pt idx="31">
                  <c:v>0.3265</c:v>
                </c:pt>
                <c:pt idx="32">
                  <c:v>0.4542</c:v>
                </c:pt>
                <c:pt idx="33">
                  <c:v>0.5517</c:v>
                </c:pt>
                <c:pt idx="34">
                  <c:v>0.6048</c:v>
                </c:pt>
                <c:pt idx="35">
                  <c:v>0.6264</c:v>
                </c:pt>
                <c:pt idx="36">
                  <c:v>0.632</c:v>
                </c:pt>
                <c:pt idx="37">
                  <c:v>0.6321</c:v>
                </c:pt>
                <c:pt idx="38">
                  <c:v>0.631</c:v>
                </c:pt>
                <c:pt idx="39">
                  <c:v>0.6302</c:v>
                </c:pt>
                <c:pt idx="40">
                  <c:v>0.6297</c:v>
                </c:pt>
                <c:pt idx="41">
                  <c:v>0.6292</c:v>
                </c:pt>
                <c:pt idx="42">
                  <c:v>0.6286</c:v>
                </c:pt>
                <c:pt idx="43">
                  <c:v>0.6276</c:v>
                </c:pt>
                <c:pt idx="44">
                  <c:v>0.6269</c:v>
                </c:pt>
                <c:pt idx="45">
                  <c:v>0.6266</c:v>
                </c:pt>
                <c:pt idx="46">
                  <c:v>0.6263</c:v>
                </c:pt>
                <c:pt idx="47">
                  <c:v>0.626</c:v>
                </c:pt>
                <c:pt idx="48">
                  <c:v>0.6255</c:v>
                </c:pt>
                <c:pt idx="49">
                  <c:v>0.6252</c:v>
                </c:pt>
                <c:pt idx="50">
                  <c:v>0.6249</c:v>
                </c:pt>
                <c:pt idx="51">
                  <c:v>0.6248</c:v>
                </c:pt>
                <c:pt idx="52">
                  <c:v>0.6241</c:v>
                </c:pt>
                <c:pt idx="53">
                  <c:v>0.6214</c:v>
                </c:pt>
                <c:pt idx="54">
                  <c:v>0.6157</c:v>
                </c:pt>
                <c:pt idx="55">
                  <c:v>0.6067</c:v>
                </c:pt>
                <c:pt idx="56">
                  <c:v>0.5964</c:v>
                </c:pt>
                <c:pt idx="57">
                  <c:v>0.5938</c:v>
                </c:pt>
                <c:pt idx="58">
                  <c:v>0.5947</c:v>
                </c:pt>
                <c:pt idx="59">
                  <c:v>0.5982</c:v>
                </c:pt>
                <c:pt idx="60">
                  <c:v>0.6029</c:v>
                </c:pt>
                <c:pt idx="61">
                  <c:v>0.6053</c:v>
                </c:pt>
                <c:pt idx="62">
                  <c:v>0.6103</c:v>
                </c:pt>
                <c:pt idx="63">
                  <c:v>0.6145</c:v>
                </c:pt>
                <c:pt idx="64">
                  <c:v>0.6173</c:v>
                </c:pt>
                <c:pt idx="65">
                  <c:v>0.6191</c:v>
                </c:pt>
                <c:pt idx="66">
                  <c:v>0.6201</c:v>
                </c:pt>
                <c:pt idx="67">
                  <c:v>0.6203</c:v>
                </c:pt>
                <c:pt idx="68">
                  <c:v>0.6199</c:v>
                </c:pt>
                <c:pt idx="69">
                  <c:v>0.6186</c:v>
                </c:pt>
                <c:pt idx="70">
                  <c:v>0.6167</c:v>
                </c:pt>
                <c:pt idx="71">
                  <c:v>0.6141</c:v>
                </c:pt>
                <c:pt idx="72">
                  <c:v>0.6101</c:v>
                </c:pt>
                <c:pt idx="73">
                  <c:v>0.5999</c:v>
                </c:pt>
                <c:pt idx="74">
                  <c:v>0.5777</c:v>
                </c:pt>
                <c:pt idx="75">
                  <c:v>0.5549</c:v>
                </c:pt>
                <c:pt idx="76">
                  <c:v>0.5454</c:v>
                </c:pt>
                <c:pt idx="77">
                  <c:v>0.544</c:v>
                </c:pt>
                <c:pt idx="78">
                  <c:v>0.5449</c:v>
                </c:pt>
                <c:pt idx="79">
                  <c:v>0.5467</c:v>
                </c:pt>
                <c:pt idx="80">
                  <c:v>0.5498</c:v>
                </c:pt>
                <c:pt idx="81">
                  <c:v>0.5539</c:v>
                </c:pt>
                <c:pt idx="82">
                  <c:v>0.5537</c:v>
                </c:pt>
                <c:pt idx="83">
                  <c:v>0.5522</c:v>
                </c:pt>
                <c:pt idx="84">
                  <c:v>0.5528</c:v>
                </c:pt>
                <c:pt idx="85">
                  <c:v>0.5543</c:v>
                </c:pt>
                <c:pt idx="86">
                  <c:v>0.5548</c:v>
                </c:pt>
                <c:pt idx="87">
                  <c:v>0.5535</c:v>
                </c:pt>
                <c:pt idx="88">
                  <c:v>0.5503</c:v>
                </c:pt>
                <c:pt idx="89">
                  <c:v>0.5445</c:v>
                </c:pt>
                <c:pt idx="90">
                  <c:v>0.5354</c:v>
                </c:pt>
                <c:pt idx="91">
                  <c:v>0.5218</c:v>
                </c:pt>
                <c:pt idx="92">
                  <c:v>0.503</c:v>
                </c:pt>
                <c:pt idx="93">
                  <c:v>0.4797</c:v>
                </c:pt>
                <c:pt idx="94">
                  <c:v>0.4555</c:v>
                </c:pt>
                <c:pt idx="95">
                  <c:v>0.4336</c:v>
                </c:pt>
                <c:pt idx="96">
                  <c:v>0.4124</c:v>
                </c:pt>
                <c:pt idx="97">
                  <c:v>0.3817</c:v>
                </c:pt>
                <c:pt idx="98">
                  <c:v>0.3232</c:v>
                </c:pt>
                <c:pt idx="99">
                  <c:v>0.2406</c:v>
                </c:pt>
                <c:pt idx="100">
                  <c:v>0.1702</c:v>
                </c:pt>
                <c:pt idx="101">
                  <c:v>0.1331</c:v>
                </c:pt>
                <c:pt idx="102">
                  <c:v>0.1169</c:v>
                </c:pt>
                <c:pt idx="103">
                  <c:v>0.1098</c:v>
                </c:pt>
                <c:pt idx="104">
                  <c:v>0.1069</c:v>
                </c:pt>
                <c:pt idx="105">
                  <c:v>0.1065</c:v>
                </c:pt>
                <c:pt idx="106">
                  <c:v>0.1085</c:v>
                </c:pt>
                <c:pt idx="107">
                  <c:v>0.1147</c:v>
                </c:pt>
                <c:pt idx="108">
                  <c:v>0.1247</c:v>
                </c:pt>
                <c:pt idx="109">
                  <c:v>0.1375</c:v>
                </c:pt>
                <c:pt idx="110">
                  <c:v>0.1523</c:v>
                </c:pt>
                <c:pt idx="111">
                  <c:v>0.1686</c:v>
                </c:pt>
                <c:pt idx="112">
                  <c:v>0.1858</c:v>
                </c:pt>
                <c:pt idx="113">
                  <c:v>0.2035</c:v>
                </c:pt>
                <c:pt idx="114">
                  <c:v>0.2212</c:v>
                </c:pt>
                <c:pt idx="115">
                  <c:v>0.2384</c:v>
                </c:pt>
                <c:pt idx="116">
                  <c:v>0.2548</c:v>
                </c:pt>
                <c:pt idx="117">
                  <c:v>0.2699</c:v>
                </c:pt>
                <c:pt idx="118">
                  <c:v>0.2836</c:v>
                </c:pt>
                <c:pt idx="119">
                  <c:v>0.2961</c:v>
                </c:pt>
                <c:pt idx="120">
                  <c:v>0.3072</c:v>
                </c:pt>
                <c:pt idx="121">
                  <c:v>0.3171</c:v>
                </c:pt>
                <c:pt idx="122">
                  <c:v>0.3258</c:v>
                </c:pt>
                <c:pt idx="123">
                  <c:v>0.3335</c:v>
                </c:pt>
                <c:pt idx="124">
                  <c:v>0.3401</c:v>
                </c:pt>
                <c:pt idx="125">
                  <c:v>0.3456</c:v>
                </c:pt>
                <c:pt idx="126">
                  <c:v>0.3501</c:v>
                </c:pt>
                <c:pt idx="127">
                  <c:v>0.3533</c:v>
                </c:pt>
                <c:pt idx="128">
                  <c:v>0.3564</c:v>
                </c:pt>
                <c:pt idx="129">
                  <c:v>0.3615</c:v>
                </c:pt>
                <c:pt idx="130">
                  <c:v>0.3666</c:v>
                </c:pt>
                <c:pt idx="131">
                  <c:v>0.3697</c:v>
                </c:pt>
                <c:pt idx="132">
                  <c:v>0.3727</c:v>
                </c:pt>
                <c:pt idx="133">
                  <c:v>0.3641</c:v>
                </c:pt>
                <c:pt idx="134">
                  <c:v>0.3409</c:v>
                </c:pt>
                <c:pt idx="135">
                  <c:v>0.3266</c:v>
                </c:pt>
                <c:pt idx="136">
                  <c:v>0.3152</c:v>
                </c:pt>
                <c:pt idx="137">
                  <c:v>0.2982</c:v>
                </c:pt>
                <c:pt idx="138">
                  <c:v>0.286</c:v>
                </c:pt>
                <c:pt idx="139">
                  <c:v>0.2813</c:v>
                </c:pt>
                <c:pt idx="140">
                  <c:v>0.2806</c:v>
                </c:pt>
                <c:pt idx="141">
                  <c:v>0.2824</c:v>
                </c:pt>
                <c:pt idx="142">
                  <c:v>0.2825</c:v>
                </c:pt>
                <c:pt idx="143">
                  <c:v>0.2779</c:v>
                </c:pt>
                <c:pt idx="144">
                  <c:v>0.2671</c:v>
                </c:pt>
                <c:pt idx="145">
                  <c:v>0.2461</c:v>
                </c:pt>
                <c:pt idx="146">
                  <c:v>0.2092</c:v>
                </c:pt>
                <c:pt idx="147">
                  <c:v>0.1563</c:v>
                </c:pt>
                <c:pt idx="148">
                  <c:v>0.1038</c:v>
                </c:pt>
                <c:pt idx="149">
                  <c:v>0.072</c:v>
                </c:pt>
                <c:pt idx="150">
                  <c:v>0.0611</c:v>
                </c:pt>
                <c:pt idx="151">
                  <c:v>0.0594</c:v>
                </c:pt>
                <c:pt idx="152">
                  <c:v>0.0596</c:v>
                </c:pt>
                <c:pt idx="153">
                  <c:v>0.06</c:v>
                </c:pt>
                <c:pt idx="154">
                  <c:v>0.0603</c:v>
                </c:pt>
                <c:pt idx="155">
                  <c:v>0.0606</c:v>
                </c:pt>
                <c:pt idx="156">
                  <c:v>0.0611</c:v>
                </c:pt>
                <c:pt idx="157">
                  <c:v>0.0621</c:v>
                </c:pt>
                <c:pt idx="158">
                  <c:v>0.0634</c:v>
                </c:pt>
                <c:pt idx="159">
                  <c:v>0.0651</c:v>
                </c:pt>
                <c:pt idx="160">
                  <c:v>0.0675</c:v>
                </c:pt>
                <c:pt idx="161">
                  <c:v>0.0704</c:v>
                </c:pt>
                <c:pt idx="162">
                  <c:v>0.0739</c:v>
                </c:pt>
                <c:pt idx="163">
                  <c:v>0.078</c:v>
                </c:pt>
                <c:pt idx="164">
                  <c:v>0.0826</c:v>
                </c:pt>
                <c:pt idx="165">
                  <c:v>0.0877</c:v>
                </c:pt>
                <c:pt idx="166">
                  <c:v>0.0931</c:v>
                </c:pt>
                <c:pt idx="167">
                  <c:v>0.0993</c:v>
                </c:pt>
                <c:pt idx="168">
                  <c:v>0.1059</c:v>
                </c:pt>
                <c:pt idx="169">
                  <c:v>0.113</c:v>
                </c:pt>
                <c:pt idx="170">
                  <c:v>0.1203</c:v>
                </c:pt>
                <c:pt idx="171">
                  <c:v>0.1278</c:v>
                </c:pt>
                <c:pt idx="172">
                  <c:v>0.1353</c:v>
                </c:pt>
                <c:pt idx="173">
                  <c:v>0.1423</c:v>
                </c:pt>
                <c:pt idx="174">
                  <c:v>0.1482</c:v>
                </c:pt>
                <c:pt idx="175">
                  <c:v>0.1527</c:v>
                </c:pt>
                <c:pt idx="176">
                  <c:v>0.1562</c:v>
                </c:pt>
                <c:pt idx="177">
                  <c:v>0.1592</c:v>
                </c:pt>
                <c:pt idx="178">
                  <c:v>0.162</c:v>
                </c:pt>
                <c:pt idx="179">
                  <c:v>0.1646</c:v>
                </c:pt>
                <c:pt idx="180">
                  <c:v>0.1667</c:v>
                </c:pt>
                <c:pt idx="181">
                  <c:v>0.168</c:v>
                </c:pt>
                <c:pt idx="182">
                  <c:v>0.1686</c:v>
                </c:pt>
                <c:pt idx="183">
                  <c:v>0.1685</c:v>
                </c:pt>
                <c:pt idx="184">
                  <c:v>0.1683</c:v>
                </c:pt>
                <c:pt idx="185">
                  <c:v>0.1693</c:v>
                </c:pt>
                <c:pt idx="186">
                  <c:v>0.1721</c:v>
                </c:pt>
                <c:pt idx="187">
                  <c:v>0.1764</c:v>
                </c:pt>
                <c:pt idx="188">
                  <c:v>0.1788</c:v>
                </c:pt>
                <c:pt idx="189">
                  <c:v>0.182</c:v>
                </c:pt>
                <c:pt idx="190">
                  <c:v>0.1914</c:v>
                </c:pt>
                <c:pt idx="191">
                  <c:v>0.1884</c:v>
                </c:pt>
                <c:pt idx="192">
                  <c:v>0.1623</c:v>
                </c:pt>
                <c:pt idx="193">
                  <c:v>0.15</c:v>
                </c:pt>
                <c:pt idx="194">
                  <c:v>0.1509</c:v>
                </c:pt>
                <c:pt idx="195">
                  <c:v>0.1474</c:v>
                </c:pt>
                <c:pt idx="196">
                  <c:v>0.1323</c:v>
                </c:pt>
                <c:pt idx="197">
                  <c:v>0.1253</c:v>
                </c:pt>
                <c:pt idx="198">
                  <c:v>0.1198</c:v>
                </c:pt>
                <c:pt idx="199">
                  <c:v>0.1145</c:v>
                </c:pt>
                <c:pt idx="200">
                  <c:v>0.1092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03/03/2026</c:v>
                </c:pt>
              </c:strCache>
            </c:strRef>
          </c:tx>
          <c:spPr>
            <a:solidFill>
              <a:srgbClr val="7A4BA0"/>
            </a:solidFill>
            <a:ln w="25400" cap="flat">
              <a:solidFill>
                <a:srgbClr val="7A4B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A4BA0"/>
              </a:solidFill>
              <a:ln w="9525" cap="flat">
                <a:solidFill>
                  <a:srgbClr val="7A4B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Sheet1!$D$2:$D$202</c:f>
              <c:numCache>
                <c:formatCode>General</c:formatCode>
                <c:ptCount val="201"/>
                <c:pt idx="0">
                  <c:v>0.278</c:v>
                </c:pt>
                <c:pt idx="1">
                  <c:v>0.2671</c:v>
                </c:pt>
                <c:pt idx="2">
                  <c:v>0.2557</c:v>
                </c:pt>
                <c:pt idx="3">
                  <c:v>0.2377</c:v>
                </c:pt>
                <c:pt idx="4">
                  <c:v>0.2208</c:v>
                </c:pt>
                <c:pt idx="5">
                  <c:v>0.2076</c:v>
                </c:pt>
                <c:pt idx="6">
                  <c:v>0.1943</c:v>
                </c:pt>
                <c:pt idx="7">
                  <c:v>0.1806</c:v>
                </c:pt>
                <c:pt idx="8">
                  <c:v>0.1697</c:v>
                </c:pt>
                <c:pt idx="9">
                  <c:v>0.1617</c:v>
                </c:pt>
                <c:pt idx="10">
                  <c:v>0.161</c:v>
                </c:pt>
                <c:pt idx="11">
                  <c:v>0.1745</c:v>
                </c:pt>
                <c:pt idx="12">
                  <c:v>0.2113</c:v>
                </c:pt>
                <c:pt idx="13">
                  <c:v>0.2529</c:v>
                </c:pt>
                <c:pt idx="14">
                  <c:v>0.2657</c:v>
                </c:pt>
                <c:pt idx="15">
                  <c:v>0.2654</c:v>
                </c:pt>
                <c:pt idx="16">
                  <c:v>0.2499</c:v>
                </c:pt>
                <c:pt idx="17">
                  <c:v>0.2174</c:v>
                </c:pt>
                <c:pt idx="18">
                  <c:v>0.1861</c:v>
                </c:pt>
                <c:pt idx="19">
                  <c:v>0.1686</c:v>
                </c:pt>
                <c:pt idx="20">
                  <c:v>0.1596</c:v>
                </c:pt>
                <c:pt idx="21">
                  <c:v>0.1466</c:v>
                </c:pt>
                <c:pt idx="22">
                  <c:v>0.1329</c:v>
                </c:pt>
                <c:pt idx="23">
                  <c:v>0.1277</c:v>
                </c:pt>
                <c:pt idx="24">
                  <c:v>0.1207</c:v>
                </c:pt>
                <c:pt idx="25">
                  <c:v>0.1092</c:v>
                </c:pt>
                <c:pt idx="26">
                  <c:v>0.1007</c:v>
                </c:pt>
                <c:pt idx="27">
                  <c:v>0.095</c:v>
                </c:pt>
                <c:pt idx="28">
                  <c:v>0.0985</c:v>
                </c:pt>
                <c:pt idx="29">
                  <c:v>0.1157</c:v>
                </c:pt>
                <c:pt idx="30">
                  <c:v>0.1992</c:v>
                </c:pt>
                <c:pt idx="31">
                  <c:v>0.3276</c:v>
                </c:pt>
                <c:pt idx="32">
                  <c:v>0.4535</c:v>
                </c:pt>
                <c:pt idx="33">
                  <c:v>0.5505</c:v>
                </c:pt>
                <c:pt idx="34">
                  <c:v>0.604</c:v>
                </c:pt>
                <c:pt idx="35">
                  <c:v>0.6254</c:v>
                </c:pt>
                <c:pt idx="36">
                  <c:v>0.6304</c:v>
                </c:pt>
                <c:pt idx="37">
                  <c:v>0.63</c:v>
                </c:pt>
                <c:pt idx="38">
                  <c:v>0.6284</c:v>
                </c:pt>
                <c:pt idx="39">
                  <c:v>0.6273</c:v>
                </c:pt>
                <c:pt idx="40">
                  <c:v>0.6265</c:v>
                </c:pt>
                <c:pt idx="41">
                  <c:v>0.6257</c:v>
                </c:pt>
                <c:pt idx="42">
                  <c:v>0.625</c:v>
                </c:pt>
                <c:pt idx="43">
                  <c:v>0.624</c:v>
                </c:pt>
                <c:pt idx="44">
                  <c:v>0.6232</c:v>
                </c:pt>
                <c:pt idx="45">
                  <c:v>0.6228</c:v>
                </c:pt>
                <c:pt idx="46">
                  <c:v>0.6225</c:v>
                </c:pt>
                <c:pt idx="47">
                  <c:v>0.6222</c:v>
                </c:pt>
                <c:pt idx="48">
                  <c:v>0.6218</c:v>
                </c:pt>
                <c:pt idx="49">
                  <c:v>0.6214</c:v>
                </c:pt>
                <c:pt idx="50">
                  <c:v>0.6211</c:v>
                </c:pt>
                <c:pt idx="51">
                  <c:v>0.6209</c:v>
                </c:pt>
                <c:pt idx="52">
                  <c:v>0.6203</c:v>
                </c:pt>
                <c:pt idx="53">
                  <c:v>0.6178</c:v>
                </c:pt>
                <c:pt idx="54">
                  <c:v>0.6127</c:v>
                </c:pt>
                <c:pt idx="55">
                  <c:v>0.6048</c:v>
                </c:pt>
                <c:pt idx="56">
                  <c:v>0.5954</c:v>
                </c:pt>
                <c:pt idx="57">
                  <c:v>0.5928</c:v>
                </c:pt>
                <c:pt idx="58">
                  <c:v>0.5934</c:v>
                </c:pt>
                <c:pt idx="59">
                  <c:v>0.5963</c:v>
                </c:pt>
                <c:pt idx="60">
                  <c:v>0.6001</c:v>
                </c:pt>
                <c:pt idx="61">
                  <c:v>0.6022</c:v>
                </c:pt>
                <c:pt idx="62">
                  <c:v>0.6065</c:v>
                </c:pt>
                <c:pt idx="63">
                  <c:v>0.6101</c:v>
                </c:pt>
                <c:pt idx="64">
                  <c:v>0.6126</c:v>
                </c:pt>
                <c:pt idx="65">
                  <c:v>0.614</c:v>
                </c:pt>
                <c:pt idx="66">
                  <c:v>0.6149</c:v>
                </c:pt>
                <c:pt idx="67">
                  <c:v>0.6152</c:v>
                </c:pt>
                <c:pt idx="68">
                  <c:v>0.6149</c:v>
                </c:pt>
                <c:pt idx="69">
                  <c:v>0.6136</c:v>
                </c:pt>
                <c:pt idx="70">
                  <c:v>0.612</c:v>
                </c:pt>
                <c:pt idx="71">
                  <c:v>0.6098</c:v>
                </c:pt>
                <c:pt idx="72">
                  <c:v>0.6063</c:v>
                </c:pt>
                <c:pt idx="73">
                  <c:v>0.5974</c:v>
                </c:pt>
                <c:pt idx="74">
                  <c:v>0.578</c:v>
                </c:pt>
                <c:pt idx="75">
                  <c:v>0.5581</c:v>
                </c:pt>
                <c:pt idx="76">
                  <c:v>0.5497</c:v>
                </c:pt>
                <c:pt idx="77">
                  <c:v>0.5486</c:v>
                </c:pt>
                <c:pt idx="78">
                  <c:v>0.55</c:v>
                </c:pt>
                <c:pt idx="79">
                  <c:v>0.552</c:v>
                </c:pt>
                <c:pt idx="80">
                  <c:v>0.5552</c:v>
                </c:pt>
                <c:pt idx="81">
                  <c:v>0.559</c:v>
                </c:pt>
                <c:pt idx="82">
                  <c:v>0.5581</c:v>
                </c:pt>
                <c:pt idx="83">
                  <c:v>0.5561</c:v>
                </c:pt>
                <c:pt idx="84">
                  <c:v>0.5564</c:v>
                </c:pt>
                <c:pt idx="85">
                  <c:v>0.5575</c:v>
                </c:pt>
                <c:pt idx="86">
                  <c:v>0.5578</c:v>
                </c:pt>
                <c:pt idx="87">
                  <c:v>0.5566</c:v>
                </c:pt>
                <c:pt idx="88">
                  <c:v>0.5536</c:v>
                </c:pt>
                <c:pt idx="89">
                  <c:v>0.5485</c:v>
                </c:pt>
                <c:pt idx="90">
                  <c:v>0.5403</c:v>
                </c:pt>
                <c:pt idx="91">
                  <c:v>0.5282</c:v>
                </c:pt>
                <c:pt idx="92">
                  <c:v>0.5113</c:v>
                </c:pt>
                <c:pt idx="93">
                  <c:v>0.4901</c:v>
                </c:pt>
                <c:pt idx="94">
                  <c:v>0.468</c:v>
                </c:pt>
                <c:pt idx="95">
                  <c:v>0.4483</c:v>
                </c:pt>
                <c:pt idx="96">
                  <c:v>0.4293</c:v>
                </c:pt>
                <c:pt idx="97">
                  <c:v>0.3999</c:v>
                </c:pt>
                <c:pt idx="98">
                  <c:v>0.3439</c:v>
                </c:pt>
                <c:pt idx="99">
                  <c:v>0.2622</c:v>
                </c:pt>
                <c:pt idx="100">
                  <c:v>0.1902</c:v>
                </c:pt>
                <c:pt idx="101">
                  <c:v>0.1509</c:v>
                </c:pt>
                <c:pt idx="102">
                  <c:v>0.133</c:v>
                </c:pt>
                <c:pt idx="103">
                  <c:v>0.1251</c:v>
                </c:pt>
                <c:pt idx="104">
                  <c:v>0.122</c:v>
                </c:pt>
                <c:pt idx="105">
                  <c:v>0.1216</c:v>
                </c:pt>
                <c:pt idx="106">
                  <c:v>0.1239</c:v>
                </c:pt>
                <c:pt idx="107">
                  <c:v>0.1308</c:v>
                </c:pt>
                <c:pt idx="108">
                  <c:v>0.142</c:v>
                </c:pt>
                <c:pt idx="109">
                  <c:v>0.1559</c:v>
                </c:pt>
                <c:pt idx="110">
                  <c:v>0.1717</c:v>
                </c:pt>
                <c:pt idx="111">
                  <c:v>0.1889</c:v>
                </c:pt>
                <c:pt idx="112">
                  <c:v>0.2069</c:v>
                </c:pt>
                <c:pt idx="113">
                  <c:v>0.225</c:v>
                </c:pt>
                <c:pt idx="114">
                  <c:v>0.243</c:v>
                </c:pt>
                <c:pt idx="115">
                  <c:v>0.2602</c:v>
                </c:pt>
                <c:pt idx="116">
                  <c:v>0.2764</c:v>
                </c:pt>
                <c:pt idx="117">
                  <c:v>0.2912</c:v>
                </c:pt>
                <c:pt idx="118">
                  <c:v>0.3046</c:v>
                </c:pt>
                <c:pt idx="119">
                  <c:v>0.3167</c:v>
                </c:pt>
                <c:pt idx="120">
                  <c:v>0.3275</c:v>
                </c:pt>
                <c:pt idx="121">
                  <c:v>0.337</c:v>
                </c:pt>
                <c:pt idx="122">
                  <c:v>0.3455</c:v>
                </c:pt>
                <c:pt idx="123">
                  <c:v>0.353</c:v>
                </c:pt>
                <c:pt idx="124">
                  <c:v>0.3594</c:v>
                </c:pt>
                <c:pt idx="125">
                  <c:v>0.3648</c:v>
                </c:pt>
                <c:pt idx="126">
                  <c:v>0.3691</c:v>
                </c:pt>
                <c:pt idx="127">
                  <c:v>0.3725</c:v>
                </c:pt>
                <c:pt idx="128">
                  <c:v>0.3758</c:v>
                </c:pt>
                <c:pt idx="129">
                  <c:v>0.3816</c:v>
                </c:pt>
                <c:pt idx="130">
                  <c:v>0.3878</c:v>
                </c:pt>
                <c:pt idx="131">
                  <c:v>0.392</c:v>
                </c:pt>
                <c:pt idx="132">
                  <c:v>0.3962</c:v>
                </c:pt>
                <c:pt idx="133">
                  <c:v>0.3875</c:v>
                </c:pt>
                <c:pt idx="134">
                  <c:v>0.3634</c:v>
                </c:pt>
                <c:pt idx="135">
                  <c:v>0.35</c:v>
                </c:pt>
                <c:pt idx="136">
                  <c:v>0.339</c:v>
                </c:pt>
                <c:pt idx="137">
                  <c:v>0.3213</c:v>
                </c:pt>
                <c:pt idx="138">
                  <c:v>0.3086</c:v>
                </c:pt>
                <c:pt idx="139">
                  <c:v>0.3038</c:v>
                </c:pt>
                <c:pt idx="140">
                  <c:v>0.303</c:v>
                </c:pt>
                <c:pt idx="141">
                  <c:v>0.3036</c:v>
                </c:pt>
                <c:pt idx="142">
                  <c:v>0.3029</c:v>
                </c:pt>
                <c:pt idx="143">
                  <c:v>0.2982</c:v>
                </c:pt>
                <c:pt idx="144">
                  <c:v>0.2874</c:v>
                </c:pt>
                <c:pt idx="145">
                  <c:v>0.2658</c:v>
                </c:pt>
                <c:pt idx="146">
                  <c:v>0.228</c:v>
                </c:pt>
                <c:pt idx="147">
                  <c:v>0.1732</c:v>
                </c:pt>
                <c:pt idx="148">
                  <c:v>0.1159</c:v>
                </c:pt>
                <c:pt idx="149">
                  <c:v>0.079</c:v>
                </c:pt>
                <c:pt idx="150">
                  <c:v>0.065</c:v>
                </c:pt>
                <c:pt idx="151">
                  <c:v>0.0618</c:v>
                </c:pt>
                <c:pt idx="152">
                  <c:v>0.0612</c:v>
                </c:pt>
                <c:pt idx="153">
                  <c:v>0.0614</c:v>
                </c:pt>
                <c:pt idx="154">
                  <c:v>0.0618</c:v>
                </c:pt>
                <c:pt idx="155">
                  <c:v>0.0625</c:v>
                </c:pt>
                <c:pt idx="156">
                  <c:v>0.0635</c:v>
                </c:pt>
                <c:pt idx="157">
                  <c:v>0.0651</c:v>
                </c:pt>
                <c:pt idx="158">
                  <c:v>0.0671</c:v>
                </c:pt>
                <c:pt idx="159">
                  <c:v>0.0697</c:v>
                </c:pt>
                <c:pt idx="160">
                  <c:v>0.073</c:v>
                </c:pt>
                <c:pt idx="161">
                  <c:v>0.0769</c:v>
                </c:pt>
                <c:pt idx="162">
                  <c:v>0.0814</c:v>
                </c:pt>
                <c:pt idx="163">
                  <c:v>0.0865</c:v>
                </c:pt>
                <c:pt idx="164">
                  <c:v>0.0921</c:v>
                </c:pt>
                <c:pt idx="165">
                  <c:v>0.098</c:v>
                </c:pt>
                <c:pt idx="166">
                  <c:v>0.1044</c:v>
                </c:pt>
                <c:pt idx="167">
                  <c:v>0.1114</c:v>
                </c:pt>
                <c:pt idx="168">
                  <c:v>0.119</c:v>
                </c:pt>
                <c:pt idx="169">
                  <c:v>0.1268</c:v>
                </c:pt>
                <c:pt idx="170">
                  <c:v>0.1349</c:v>
                </c:pt>
                <c:pt idx="171">
                  <c:v>0.1431</c:v>
                </c:pt>
                <c:pt idx="172">
                  <c:v>0.1513</c:v>
                </c:pt>
                <c:pt idx="173">
                  <c:v>0.1589</c:v>
                </c:pt>
                <c:pt idx="174">
                  <c:v>0.1651</c:v>
                </c:pt>
                <c:pt idx="175">
                  <c:v>0.1699</c:v>
                </c:pt>
                <c:pt idx="176">
                  <c:v>0.1736</c:v>
                </c:pt>
                <c:pt idx="177">
                  <c:v>0.1767</c:v>
                </c:pt>
                <c:pt idx="178">
                  <c:v>0.1796</c:v>
                </c:pt>
                <c:pt idx="179">
                  <c:v>0.1824</c:v>
                </c:pt>
                <c:pt idx="180">
                  <c:v>0.1847</c:v>
                </c:pt>
                <c:pt idx="181">
                  <c:v>0.1862</c:v>
                </c:pt>
                <c:pt idx="182">
                  <c:v>0.187</c:v>
                </c:pt>
                <c:pt idx="183">
                  <c:v>0.1871</c:v>
                </c:pt>
                <c:pt idx="184">
                  <c:v>0.1873</c:v>
                </c:pt>
                <c:pt idx="185">
                  <c:v>0.189</c:v>
                </c:pt>
                <c:pt idx="186">
                  <c:v>0.193</c:v>
                </c:pt>
                <c:pt idx="187">
                  <c:v>0.1989</c:v>
                </c:pt>
                <c:pt idx="188">
                  <c:v>0.2026</c:v>
                </c:pt>
                <c:pt idx="189">
                  <c:v>0.2073</c:v>
                </c:pt>
                <c:pt idx="190">
                  <c:v>0.2194</c:v>
                </c:pt>
                <c:pt idx="191">
                  <c:v>0.2153</c:v>
                </c:pt>
                <c:pt idx="192">
                  <c:v>0.1855</c:v>
                </c:pt>
                <c:pt idx="193">
                  <c:v>0.1723</c:v>
                </c:pt>
                <c:pt idx="194">
                  <c:v>0.1744</c:v>
                </c:pt>
                <c:pt idx="195">
                  <c:v>0.17</c:v>
                </c:pt>
                <c:pt idx="196">
                  <c:v>0.1519</c:v>
                </c:pt>
                <c:pt idx="197">
                  <c:v>0.1439</c:v>
                </c:pt>
                <c:pt idx="198">
                  <c:v>0.1373</c:v>
                </c:pt>
                <c:pt idx="199">
                  <c:v>0.1307</c:v>
                </c:pt>
                <c:pt idx="200">
                  <c:v>0.1243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13/03/2026</c:v>
                </c:pt>
              </c:strCache>
            </c:strRef>
          </c:tx>
          <c:spPr>
            <a:solidFill>
              <a:srgbClr val="1E9E8A"/>
            </a:solidFill>
            <a:ln w="25400" cap="flat">
              <a:solidFill>
                <a:srgbClr val="1E9E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9E8A"/>
              </a:solidFill>
              <a:ln w="9525" cap="flat">
                <a:solidFill>
                  <a:srgbClr val="1E9E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Sheet1!$A$2:$A$202</c:f>
              <c:multiLvlStrCache>
                <c:ptCount val="201"/>
                <c:lvl>
                  <c:pt idx="0">
                    <c:v>400</c:v>
                  </c:pt>
                  <c:pt idx="1">
                    <c:v>410</c:v>
                  </c:pt>
                  <c:pt idx="2">
                    <c:v>420</c:v>
                  </c:pt>
                  <c:pt idx="3">
                    <c:v>430</c:v>
                  </c:pt>
                  <c:pt idx="4">
                    <c:v>440</c:v>
                  </c:pt>
                  <c:pt idx="5">
                    <c:v>450</c:v>
                  </c:pt>
                  <c:pt idx="6">
                    <c:v>460</c:v>
                  </c:pt>
                  <c:pt idx="7">
                    <c:v>470</c:v>
                  </c:pt>
                  <c:pt idx="8">
                    <c:v>480</c:v>
                  </c:pt>
                  <c:pt idx="9">
                    <c:v>490</c:v>
                  </c:pt>
                  <c:pt idx="10">
                    <c:v>500</c:v>
                  </c:pt>
                  <c:pt idx="11">
                    <c:v>510</c:v>
                  </c:pt>
                  <c:pt idx="12">
                    <c:v>520</c:v>
                  </c:pt>
                  <c:pt idx="13">
                    <c:v>530</c:v>
                  </c:pt>
                  <c:pt idx="14">
                    <c:v>540</c:v>
                  </c:pt>
                  <c:pt idx="15">
                    <c:v>550</c:v>
                  </c:pt>
                  <c:pt idx="16">
                    <c:v>560</c:v>
                  </c:pt>
                  <c:pt idx="17">
                    <c:v>570</c:v>
                  </c:pt>
                  <c:pt idx="18">
                    <c:v>580</c:v>
                  </c:pt>
                  <c:pt idx="19">
                    <c:v>590</c:v>
                  </c:pt>
                  <c:pt idx="20">
                    <c:v>600</c:v>
                  </c:pt>
                  <c:pt idx="21">
                    <c:v>610</c:v>
                  </c:pt>
                  <c:pt idx="22">
                    <c:v>620</c:v>
                  </c:pt>
                  <c:pt idx="23">
                    <c:v>630</c:v>
                  </c:pt>
                  <c:pt idx="24">
                    <c:v>640</c:v>
                  </c:pt>
                  <c:pt idx="25">
                    <c:v>650</c:v>
                  </c:pt>
                  <c:pt idx="26">
                    <c:v>660</c:v>
                  </c:pt>
                  <c:pt idx="27">
                    <c:v>670</c:v>
                  </c:pt>
                  <c:pt idx="28">
                    <c:v>680</c:v>
                  </c:pt>
                  <c:pt idx="29">
                    <c:v>690</c:v>
                  </c:pt>
                  <c:pt idx="30">
                    <c:v>700</c:v>
                  </c:pt>
                  <c:pt idx="31">
                    <c:v>710</c:v>
                  </c:pt>
                  <c:pt idx="32">
                    <c:v>720</c:v>
                  </c:pt>
                  <c:pt idx="33">
                    <c:v>730</c:v>
                  </c:pt>
                  <c:pt idx="34">
                    <c:v>740</c:v>
                  </c:pt>
                  <c:pt idx="35">
                    <c:v>750</c:v>
                  </c:pt>
                  <c:pt idx="36">
                    <c:v>760</c:v>
                  </c:pt>
                  <c:pt idx="37">
                    <c:v>770</c:v>
                  </c:pt>
                  <c:pt idx="38">
                    <c:v>780</c:v>
                  </c:pt>
                  <c:pt idx="39">
                    <c:v>790</c:v>
                  </c:pt>
                  <c:pt idx="40">
                    <c:v>800</c:v>
                  </c:pt>
                  <c:pt idx="41">
                    <c:v>810</c:v>
                  </c:pt>
                  <c:pt idx="42">
                    <c:v>820</c:v>
                  </c:pt>
                  <c:pt idx="43">
                    <c:v>830</c:v>
                  </c:pt>
                  <c:pt idx="44">
                    <c:v>840</c:v>
                  </c:pt>
                  <c:pt idx="45">
                    <c:v>850</c:v>
                  </c:pt>
                  <c:pt idx="46">
                    <c:v>860</c:v>
                  </c:pt>
                  <c:pt idx="47">
                    <c:v>870</c:v>
                  </c:pt>
                  <c:pt idx="48">
                    <c:v>880</c:v>
                  </c:pt>
                  <c:pt idx="49">
                    <c:v>890</c:v>
                  </c:pt>
                  <c:pt idx="50">
                    <c:v>900</c:v>
                  </c:pt>
                  <c:pt idx="51">
                    <c:v>910</c:v>
                  </c:pt>
                  <c:pt idx="52">
                    <c:v>920</c:v>
                  </c:pt>
                  <c:pt idx="53">
                    <c:v>930</c:v>
                  </c:pt>
                  <c:pt idx="54">
                    <c:v>940</c:v>
                  </c:pt>
                  <c:pt idx="55">
                    <c:v>950</c:v>
                  </c:pt>
                  <c:pt idx="56">
                    <c:v>960</c:v>
                  </c:pt>
                  <c:pt idx="57">
                    <c:v>970</c:v>
                  </c:pt>
                  <c:pt idx="58">
                    <c:v>980</c:v>
                  </c:pt>
                  <c:pt idx="59">
                    <c:v>990</c:v>
                  </c:pt>
                  <c:pt idx="60">
                    <c:v>1000</c:v>
                  </c:pt>
                  <c:pt idx="61">
                    <c:v>1010</c:v>
                  </c:pt>
                  <c:pt idx="62">
                    <c:v>1020</c:v>
                  </c:pt>
                  <c:pt idx="63">
                    <c:v>1030</c:v>
                  </c:pt>
                  <c:pt idx="64">
                    <c:v>1040</c:v>
                  </c:pt>
                  <c:pt idx="65">
                    <c:v>1050</c:v>
                  </c:pt>
                  <c:pt idx="66">
                    <c:v>1060</c:v>
                  </c:pt>
                  <c:pt idx="67">
                    <c:v>1070</c:v>
                  </c:pt>
                  <c:pt idx="68">
                    <c:v>1080</c:v>
                  </c:pt>
                  <c:pt idx="69">
                    <c:v>1090</c:v>
                  </c:pt>
                  <c:pt idx="70">
                    <c:v>1100</c:v>
                  </c:pt>
                  <c:pt idx="71">
                    <c:v>1110</c:v>
                  </c:pt>
                  <c:pt idx="72">
                    <c:v>1120</c:v>
                  </c:pt>
                  <c:pt idx="73">
                    <c:v>1130</c:v>
                  </c:pt>
                  <c:pt idx="74">
                    <c:v>1140</c:v>
                  </c:pt>
                  <c:pt idx="75">
                    <c:v>1150</c:v>
                  </c:pt>
                  <c:pt idx="76">
                    <c:v>1160</c:v>
                  </c:pt>
                  <c:pt idx="77">
                    <c:v>1170</c:v>
                  </c:pt>
                  <c:pt idx="78">
                    <c:v>1180</c:v>
                  </c:pt>
                  <c:pt idx="79">
                    <c:v>1190</c:v>
                  </c:pt>
                  <c:pt idx="80">
                    <c:v>1200</c:v>
                  </c:pt>
                  <c:pt idx="81">
                    <c:v>1210</c:v>
                  </c:pt>
                  <c:pt idx="82">
                    <c:v>1220</c:v>
                  </c:pt>
                  <c:pt idx="83">
                    <c:v>1230</c:v>
                  </c:pt>
                  <c:pt idx="84">
                    <c:v>1240</c:v>
                  </c:pt>
                  <c:pt idx="85">
                    <c:v>1250</c:v>
                  </c:pt>
                  <c:pt idx="86">
                    <c:v>1260</c:v>
                  </c:pt>
                  <c:pt idx="87">
                    <c:v>1270</c:v>
                  </c:pt>
                  <c:pt idx="88">
                    <c:v>1280</c:v>
                  </c:pt>
                  <c:pt idx="89">
                    <c:v>1290</c:v>
                  </c:pt>
                  <c:pt idx="90">
                    <c:v>1300</c:v>
                  </c:pt>
                  <c:pt idx="91">
                    <c:v>1310</c:v>
                  </c:pt>
                  <c:pt idx="92">
                    <c:v>1320</c:v>
                  </c:pt>
                  <c:pt idx="93">
                    <c:v>1330</c:v>
                  </c:pt>
                  <c:pt idx="94">
                    <c:v>1340</c:v>
                  </c:pt>
                  <c:pt idx="95">
                    <c:v>1350</c:v>
                  </c:pt>
                  <c:pt idx="96">
                    <c:v>1360</c:v>
                  </c:pt>
                  <c:pt idx="97">
                    <c:v>1370</c:v>
                  </c:pt>
                  <c:pt idx="98">
                    <c:v>1380</c:v>
                  </c:pt>
                  <c:pt idx="99">
                    <c:v>1390</c:v>
                  </c:pt>
                  <c:pt idx="100">
                    <c:v>1400</c:v>
                  </c:pt>
                  <c:pt idx="101">
                    <c:v>1410</c:v>
                  </c:pt>
                  <c:pt idx="102">
                    <c:v>1420</c:v>
                  </c:pt>
                  <c:pt idx="103">
                    <c:v>1430</c:v>
                  </c:pt>
                  <c:pt idx="104">
                    <c:v>1440</c:v>
                  </c:pt>
                  <c:pt idx="105">
                    <c:v>1450</c:v>
                  </c:pt>
                  <c:pt idx="106">
                    <c:v>1460</c:v>
                  </c:pt>
                  <c:pt idx="107">
                    <c:v>1470</c:v>
                  </c:pt>
                  <c:pt idx="108">
                    <c:v>1480</c:v>
                  </c:pt>
                  <c:pt idx="109">
                    <c:v>1490</c:v>
                  </c:pt>
                  <c:pt idx="110">
                    <c:v>1500</c:v>
                  </c:pt>
                  <c:pt idx="111">
                    <c:v>1510</c:v>
                  </c:pt>
                  <c:pt idx="112">
                    <c:v>1520</c:v>
                  </c:pt>
                  <c:pt idx="113">
                    <c:v>1530</c:v>
                  </c:pt>
                  <c:pt idx="114">
                    <c:v>1540</c:v>
                  </c:pt>
                  <c:pt idx="115">
                    <c:v>1550</c:v>
                  </c:pt>
                  <c:pt idx="116">
                    <c:v>1560</c:v>
                  </c:pt>
                  <c:pt idx="117">
                    <c:v>1570</c:v>
                  </c:pt>
                  <c:pt idx="118">
                    <c:v>1580</c:v>
                  </c:pt>
                  <c:pt idx="119">
                    <c:v>1590</c:v>
                  </c:pt>
                  <c:pt idx="120">
                    <c:v>1600</c:v>
                  </c:pt>
                  <c:pt idx="121">
                    <c:v>1610</c:v>
                  </c:pt>
                  <c:pt idx="122">
                    <c:v>1620</c:v>
                  </c:pt>
                  <c:pt idx="123">
                    <c:v>1630</c:v>
                  </c:pt>
                  <c:pt idx="124">
                    <c:v>1640</c:v>
                  </c:pt>
                  <c:pt idx="125">
                    <c:v>1650</c:v>
                  </c:pt>
                  <c:pt idx="126">
                    <c:v>1660</c:v>
                  </c:pt>
                  <c:pt idx="127">
                    <c:v>1670</c:v>
                  </c:pt>
                  <c:pt idx="128">
                    <c:v>1680</c:v>
                  </c:pt>
                  <c:pt idx="129">
                    <c:v>1690</c:v>
                  </c:pt>
                  <c:pt idx="130">
                    <c:v>1700</c:v>
                  </c:pt>
                  <c:pt idx="131">
                    <c:v>1710</c:v>
                  </c:pt>
                  <c:pt idx="132">
                    <c:v>1720</c:v>
                  </c:pt>
                  <c:pt idx="133">
                    <c:v>1730</c:v>
                  </c:pt>
                  <c:pt idx="134">
                    <c:v>1740</c:v>
                  </c:pt>
                  <c:pt idx="135">
                    <c:v>1750</c:v>
                  </c:pt>
                  <c:pt idx="136">
                    <c:v>1760</c:v>
                  </c:pt>
                  <c:pt idx="137">
                    <c:v>1770</c:v>
                  </c:pt>
                  <c:pt idx="138">
                    <c:v>1780</c:v>
                  </c:pt>
                  <c:pt idx="139">
                    <c:v>1790</c:v>
                  </c:pt>
                  <c:pt idx="140">
                    <c:v>1800</c:v>
                  </c:pt>
                  <c:pt idx="141">
                    <c:v>1810</c:v>
                  </c:pt>
                  <c:pt idx="142">
                    <c:v>1820</c:v>
                  </c:pt>
                  <c:pt idx="143">
                    <c:v>1830</c:v>
                  </c:pt>
                  <c:pt idx="144">
                    <c:v>1840</c:v>
                  </c:pt>
                  <c:pt idx="145">
                    <c:v>1850</c:v>
                  </c:pt>
                  <c:pt idx="146">
                    <c:v>1860</c:v>
                  </c:pt>
                  <c:pt idx="147">
                    <c:v>1870</c:v>
                  </c:pt>
                  <c:pt idx="148">
                    <c:v>1880</c:v>
                  </c:pt>
                  <c:pt idx="149">
                    <c:v>1890</c:v>
                  </c:pt>
                  <c:pt idx="150">
                    <c:v>1900</c:v>
                  </c:pt>
                  <c:pt idx="151">
                    <c:v>1910</c:v>
                  </c:pt>
                  <c:pt idx="152">
                    <c:v>1920</c:v>
                  </c:pt>
                  <c:pt idx="153">
                    <c:v>1930</c:v>
                  </c:pt>
                  <c:pt idx="154">
                    <c:v>1940</c:v>
                  </c:pt>
                  <c:pt idx="155">
                    <c:v>1950</c:v>
                  </c:pt>
                  <c:pt idx="156">
                    <c:v>1960</c:v>
                  </c:pt>
                  <c:pt idx="157">
                    <c:v>1970</c:v>
                  </c:pt>
                  <c:pt idx="158">
                    <c:v>1980</c:v>
                  </c:pt>
                  <c:pt idx="159">
                    <c:v>1990</c:v>
                  </c:pt>
                  <c:pt idx="160">
                    <c:v>2000</c:v>
                  </c:pt>
                  <c:pt idx="161">
                    <c:v>2010</c:v>
                  </c:pt>
                  <c:pt idx="162">
                    <c:v>2020</c:v>
                  </c:pt>
                  <c:pt idx="163">
                    <c:v>2030</c:v>
                  </c:pt>
                  <c:pt idx="164">
                    <c:v>2040</c:v>
                  </c:pt>
                  <c:pt idx="165">
                    <c:v>2050</c:v>
                  </c:pt>
                  <c:pt idx="166">
                    <c:v>2060</c:v>
                  </c:pt>
                  <c:pt idx="167">
                    <c:v>2070</c:v>
                  </c:pt>
                  <c:pt idx="168">
                    <c:v>2080</c:v>
                  </c:pt>
                  <c:pt idx="169">
                    <c:v>2090</c:v>
                  </c:pt>
                  <c:pt idx="170">
                    <c:v>2100</c:v>
                  </c:pt>
                  <c:pt idx="171">
                    <c:v>2110</c:v>
                  </c:pt>
                  <c:pt idx="172">
                    <c:v>2120</c:v>
                  </c:pt>
                  <c:pt idx="173">
                    <c:v>2130</c:v>
                  </c:pt>
                  <c:pt idx="174">
                    <c:v>2140</c:v>
                  </c:pt>
                  <c:pt idx="175">
                    <c:v>2150</c:v>
                  </c:pt>
                  <c:pt idx="176">
                    <c:v>2160</c:v>
                  </c:pt>
                  <c:pt idx="177">
                    <c:v>2170</c:v>
                  </c:pt>
                  <c:pt idx="178">
                    <c:v>2180</c:v>
                  </c:pt>
                  <c:pt idx="179">
                    <c:v>2190</c:v>
                  </c:pt>
                  <c:pt idx="180">
                    <c:v>2200</c:v>
                  </c:pt>
                  <c:pt idx="181">
                    <c:v>2210</c:v>
                  </c:pt>
                  <c:pt idx="182">
                    <c:v>2220</c:v>
                  </c:pt>
                  <c:pt idx="183">
                    <c:v>2230</c:v>
                  </c:pt>
                  <c:pt idx="184">
                    <c:v>2240</c:v>
                  </c:pt>
                  <c:pt idx="185">
                    <c:v>2250</c:v>
                  </c:pt>
                  <c:pt idx="186">
                    <c:v>2260</c:v>
                  </c:pt>
                  <c:pt idx="187">
                    <c:v>2270</c:v>
                  </c:pt>
                  <c:pt idx="188">
                    <c:v>2280</c:v>
                  </c:pt>
                  <c:pt idx="189">
                    <c:v>2290</c:v>
                  </c:pt>
                  <c:pt idx="190">
                    <c:v>2300</c:v>
                  </c:pt>
                  <c:pt idx="191">
                    <c:v>2310</c:v>
                  </c:pt>
                  <c:pt idx="192">
                    <c:v>2320</c:v>
                  </c:pt>
                  <c:pt idx="193">
                    <c:v>2330</c:v>
                  </c:pt>
                  <c:pt idx="194">
                    <c:v>2340</c:v>
                  </c:pt>
                  <c:pt idx="195">
                    <c:v>2350</c:v>
                  </c:pt>
                  <c:pt idx="196">
                    <c:v>2360</c:v>
                  </c:pt>
                  <c:pt idx="197">
                    <c:v>2370</c:v>
                  </c:pt>
                  <c:pt idx="198">
                    <c:v>2380</c:v>
                  </c:pt>
                  <c:pt idx="199">
                    <c:v>2390</c:v>
                  </c:pt>
                  <c:pt idx="200">
                    <c:v>2400</c:v>
                  </c:pt>
                </c:lvl>
              </c:multiLvlStrCache>
            </c:multiLvlStrRef>
          </c:cat>
          <c:val>
            <c:numRef>
              <c:f>Sheet1!$E$2:$E$202</c:f>
              <c:numCache>
                <c:formatCode>General</c:formatCode>
                <c:ptCount val="201"/>
                <c:pt idx="0">
                  <c:v>0.088</c:v>
                </c:pt>
                <c:pt idx="1">
                  <c:v>0.0926</c:v>
                </c:pt>
                <c:pt idx="2">
                  <c:v>0.0942</c:v>
                </c:pt>
                <c:pt idx="3">
                  <c:v>0.0944</c:v>
                </c:pt>
                <c:pt idx="4">
                  <c:v>0.0952</c:v>
                </c:pt>
                <c:pt idx="5">
                  <c:v>0.0968</c:v>
                </c:pt>
                <c:pt idx="6">
                  <c:v>0.0981</c:v>
                </c:pt>
                <c:pt idx="7">
                  <c:v>0.0981</c:v>
                </c:pt>
                <c:pt idx="8">
                  <c:v>0.0983</c:v>
                </c:pt>
                <c:pt idx="9">
                  <c:v>0.0998</c:v>
                </c:pt>
                <c:pt idx="10">
                  <c:v>0.1054</c:v>
                </c:pt>
                <c:pt idx="11">
                  <c:v>0.1195</c:v>
                </c:pt>
                <c:pt idx="12">
                  <c:v>0.1465</c:v>
                </c:pt>
                <c:pt idx="13">
                  <c:v>0.1758</c:v>
                </c:pt>
                <c:pt idx="14">
                  <c:v>0.1894</c:v>
                </c:pt>
                <c:pt idx="15">
                  <c:v>0.195</c:v>
                </c:pt>
                <c:pt idx="16">
                  <c:v>0.1913</c:v>
                </c:pt>
                <c:pt idx="17">
                  <c:v>0.1751</c:v>
                </c:pt>
                <c:pt idx="18">
                  <c:v>0.1582</c:v>
                </c:pt>
                <c:pt idx="19">
                  <c:v>0.1487</c:v>
                </c:pt>
                <c:pt idx="20">
                  <c:v>0.1444</c:v>
                </c:pt>
                <c:pt idx="21">
                  <c:v>0.1372</c:v>
                </c:pt>
                <c:pt idx="22">
                  <c:v>0.1287</c:v>
                </c:pt>
                <c:pt idx="23">
                  <c:v>0.1262</c:v>
                </c:pt>
                <c:pt idx="24">
                  <c:v>0.1206</c:v>
                </c:pt>
                <c:pt idx="25">
                  <c:v>0.1101</c:v>
                </c:pt>
                <c:pt idx="26">
                  <c:v>0.1032</c:v>
                </c:pt>
                <c:pt idx="27">
                  <c:v>0.0972</c:v>
                </c:pt>
                <c:pt idx="28">
                  <c:v>0.0997</c:v>
                </c:pt>
                <c:pt idx="29">
                  <c:v>0.1199</c:v>
                </c:pt>
                <c:pt idx="30">
                  <c:v>0.1973</c:v>
                </c:pt>
                <c:pt idx="31">
                  <c:v>0.2965</c:v>
                </c:pt>
                <c:pt idx="32">
                  <c:v>0.3832</c:v>
                </c:pt>
                <c:pt idx="33">
                  <c:v>0.4451</c:v>
                </c:pt>
                <c:pt idx="34">
                  <c:v>0.4785</c:v>
                </c:pt>
                <c:pt idx="35">
                  <c:v>0.4925</c:v>
                </c:pt>
                <c:pt idx="36">
                  <c:v>0.4968</c:v>
                </c:pt>
                <c:pt idx="37">
                  <c:v>0.4976</c:v>
                </c:pt>
                <c:pt idx="38">
                  <c:v>0.4978</c:v>
                </c:pt>
                <c:pt idx="39">
                  <c:v>0.4983</c:v>
                </c:pt>
                <c:pt idx="40">
                  <c:v>0.4988</c:v>
                </c:pt>
                <c:pt idx="41">
                  <c:v>0.4991</c:v>
                </c:pt>
                <c:pt idx="42">
                  <c:v>0.4992</c:v>
                </c:pt>
                <c:pt idx="43">
                  <c:v>0.4989</c:v>
                </c:pt>
                <c:pt idx="44">
                  <c:v>0.4986</c:v>
                </c:pt>
                <c:pt idx="45">
                  <c:v>0.4986</c:v>
                </c:pt>
                <c:pt idx="46">
                  <c:v>0.4985</c:v>
                </c:pt>
                <c:pt idx="47">
                  <c:v>0.4983</c:v>
                </c:pt>
                <c:pt idx="48">
                  <c:v>0.4979</c:v>
                </c:pt>
                <c:pt idx="49">
                  <c:v>0.4975</c:v>
                </c:pt>
                <c:pt idx="50">
                  <c:v>0.4971</c:v>
                </c:pt>
                <c:pt idx="51">
                  <c:v>0.4965</c:v>
                </c:pt>
                <c:pt idx="52">
                  <c:v>0.4955</c:v>
                </c:pt>
                <c:pt idx="53">
                  <c:v>0.4934</c:v>
                </c:pt>
                <c:pt idx="54">
                  <c:v>0.4897</c:v>
                </c:pt>
                <c:pt idx="55">
                  <c:v>0.4838</c:v>
                </c:pt>
                <c:pt idx="56">
                  <c:v>0.4765</c:v>
                </c:pt>
                <c:pt idx="57">
                  <c:v>0.4743</c:v>
                </c:pt>
                <c:pt idx="58">
                  <c:v>0.4744</c:v>
                </c:pt>
                <c:pt idx="59">
                  <c:v>0.476</c:v>
                </c:pt>
                <c:pt idx="60">
                  <c:v>0.4785</c:v>
                </c:pt>
                <c:pt idx="61">
                  <c:v>0.48</c:v>
                </c:pt>
                <c:pt idx="62">
                  <c:v>0.4828</c:v>
                </c:pt>
                <c:pt idx="63">
                  <c:v>0.4853</c:v>
                </c:pt>
                <c:pt idx="64">
                  <c:v>0.4871</c:v>
                </c:pt>
                <c:pt idx="65">
                  <c:v>0.488</c:v>
                </c:pt>
                <c:pt idx="66">
                  <c:v>0.4885</c:v>
                </c:pt>
                <c:pt idx="67">
                  <c:v>0.4883</c:v>
                </c:pt>
                <c:pt idx="68">
                  <c:v>0.4877</c:v>
                </c:pt>
                <c:pt idx="69">
                  <c:v>0.4864</c:v>
                </c:pt>
                <c:pt idx="70">
                  <c:v>0.4848</c:v>
                </c:pt>
                <c:pt idx="71">
                  <c:v>0.4828</c:v>
                </c:pt>
                <c:pt idx="72">
                  <c:v>0.4798</c:v>
                </c:pt>
                <c:pt idx="73">
                  <c:v>0.4726</c:v>
                </c:pt>
                <c:pt idx="74">
                  <c:v>0.4575</c:v>
                </c:pt>
                <c:pt idx="75">
                  <c:v>0.4417</c:v>
                </c:pt>
                <c:pt idx="76">
                  <c:v>0.4346</c:v>
                </c:pt>
                <c:pt idx="77">
                  <c:v>0.4328</c:v>
                </c:pt>
                <c:pt idx="78">
                  <c:v>0.4318</c:v>
                </c:pt>
                <c:pt idx="79">
                  <c:v>0.4309</c:v>
                </c:pt>
                <c:pt idx="80">
                  <c:v>0.4312</c:v>
                </c:pt>
                <c:pt idx="81">
                  <c:v>0.4327</c:v>
                </c:pt>
                <c:pt idx="82">
                  <c:v>0.4345</c:v>
                </c:pt>
                <c:pt idx="83">
                  <c:v>0.4363</c:v>
                </c:pt>
                <c:pt idx="84">
                  <c:v>0.438</c:v>
                </c:pt>
                <c:pt idx="85">
                  <c:v>0.4392</c:v>
                </c:pt>
                <c:pt idx="86">
                  <c:v>0.4397</c:v>
                </c:pt>
                <c:pt idx="87">
                  <c:v>0.4389</c:v>
                </c:pt>
                <c:pt idx="88">
                  <c:v>0.4367</c:v>
                </c:pt>
                <c:pt idx="89">
                  <c:v>0.4326</c:v>
                </c:pt>
                <c:pt idx="90">
                  <c:v>0.4262</c:v>
                </c:pt>
                <c:pt idx="91">
                  <c:v>0.417</c:v>
                </c:pt>
                <c:pt idx="92">
                  <c:v>0.4043</c:v>
                </c:pt>
                <c:pt idx="93">
                  <c:v>0.3886</c:v>
                </c:pt>
                <c:pt idx="94">
                  <c:v>0.3721</c:v>
                </c:pt>
                <c:pt idx="95">
                  <c:v>0.3569</c:v>
                </c:pt>
                <c:pt idx="96">
                  <c:v>0.3417</c:v>
                </c:pt>
                <c:pt idx="97">
                  <c:v>0.3191</c:v>
                </c:pt>
                <c:pt idx="98">
                  <c:v>0.2768</c:v>
                </c:pt>
                <c:pt idx="99">
                  <c:v>0.2162</c:v>
                </c:pt>
                <c:pt idx="100">
                  <c:v>0.1628</c:v>
                </c:pt>
                <c:pt idx="101">
                  <c:v>0.1327</c:v>
                </c:pt>
                <c:pt idx="102">
                  <c:v>0.1192</c:v>
                </c:pt>
                <c:pt idx="103">
                  <c:v>0.1134</c:v>
                </c:pt>
                <c:pt idx="104">
                  <c:v>0.1115</c:v>
                </c:pt>
                <c:pt idx="105">
                  <c:v>0.1117</c:v>
                </c:pt>
                <c:pt idx="106">
                  <c:v>0.1138</c:v>
                </c:pt>
                <c:pt idx="107">
                  <c:v>0.1195</c:v>
                </c:pt>
                <c:pt idx="108">
                  <c:v>0.1285</c:v>
                </c:pt>
                <c:pt idx="109">
                  <c:v>0.1394</c:v>
                </c:pt>
                <c:pt idx="110">
                  <c:v>0.1517</c:v>
                </c:pt>
                <c:pt idx="111">
                  <c:v>0.1648</c:v>
                </c:pt>
                <c:pt idx="112">
                  <c:v>0.1783</c:v>
                </c:pt>
                <c:pt idx="113">
                  <c:v>0.1917</c:v>
                </c:pt>
                <c:pt idx="114">
                  <c:v>0.2048</c:v>
                </c:pt>
                <c:pt idx="115">
                  <c:v>0.2172</c:v>
                </c:pt>
                <c:pt idx="116">
                  <c:v>0.2287</c:v>
                </c:pt>
                <c:pt idx="117">
                  <c:v>0.2392</c:v>
                </c:pt>
                <c:pt idx="118">
                  <c:v>0.2486</c:v>
                </c:pt>
                <c:pt idx="119">
                  <c:v>0.257</c:v>
                </c:pt>
                <c:pt idx="120">
                  <c:v>0.2644</c:v>
                </c:pt>
                <c:pt idx="121">
                  <c:v>0.2708</c:v>
                </c:pt>
                <c:pt idx="122">
                  <c:v>0.2762</c:v>
                </c:pt>
                <c:pt idx="123">
                  <c:v>0.2809</c:v>
                </c:pt>
                <c:pt idx="124">
                  <c:v>0.2848</c:v>
                </c:pt>
                <c:pt idx="125">
                  <c:v>0.2878</c:v>
                </c:pt>
                <c:pt idx="126">
                  <c:v>0.2896</c:v>
                </c:pt>
                <c:pt idx="127">
                  <c:v>0.2903</c:v>
                </c:pt>
                <c:pt idx="128">
                  <c:v>0.2895</c:v>
                </c:pt>
                <c:pt idx="129">
                  <c:v>0.2873</c:v>
                </c:pt>
                <c:pt idx="130">
                  <c:v>0.2844</c:v>
                </c:pt>
                <c:pt idx="131">
                  <c:v>0.2805</c:v>
                </c:pt>
                <c:pt idx="132">
                  <c:v>0.2755</c:v>
                </c:pt>
                <c:pt idx="133">
                  <c:v>0.2693</c:v>
                </c:pt>
                <c:pt idx="134">
                  <c:v>0.2618</c:v>
                </c:pt>
                <c:pt idx="135">
                  <c:v>0.253</c:v>
                </c:pt>
                <c:pt idx="136">
                  <c:v>0.2441</c:v>
                </c:pt>
                <c:pt idx="137">
                  <c:v>0.2365</c:v>
                </c:pt>
                <c:pt idx="138">
                  <c:v>0.2313</c:v>
                </c:pt>
                <c:pt idx="139">
                  <c:v>0.2288</c:v>
                </c:pt>
                <c:pt idx="140">
                  <c:v>0.2281</c:v>
                </c:pt>
                <c:pt idx="141">
                  <c:v>0.2282</c:v>
                </c:pt>
                <c:pt idx="142">
                  <c:v>0.2275</c:v>
                </c:pt>
                <c:pt idx="143">
                  <c:v>0.2248</c:v>
                </c:pt>
                <c:pt idx="144">
                  <c:v>0.2179</c:v>
                </c:pt>
                <c:pt idx="145">
                  <c:v>0.2041</c:v>
                </c:pt>
                <c:pt idx="146">
                  <c:v>0.1789</c:v>
                </c:pt>
                <c:pt idx="147">
                  <c:v>0.1409</c:v>
                </c:pt>
                <c:pt idx="148">
                  <c:v>0.0998</c:v>
                </c:pt>
                <c:pt idx="149">
                  <c:v>0.0716</c:v>
                </c:pt>
                <c:pt idx="150">
                  <c:v>0.0594</c:v>
                </c:pt>
                <c:pt idx="151">
                  <c:v>0.0556</c:v>
                </c:pt>
                <c:pt idx="152">
                  <c:v>0.0543</c:v>
                </c:pt>
                <c:pt idx="153">
                  <c:v>0.0541</c:v>
                </c:pt>
                <c:pt idx="154">
                  <c:v>0.0545</c:v>
                </c:pt>
                <c:pt idx="155">
                  <c:v>0.0553</c:v>
                </c:pt>
                <c:pt idx="156">
                  <c:v>0.0566</c:v>
                </c:pt>
                <c:pt idx="157">
                  <c:v>0.0583</c:v>
                </c:pt>
                <c:pt idx="158">
                  <c:v>0.0604</c:v>
                </c:pt>
                <c:pt idx="159">
                  <c:v>0.0629</c:v>
                </c:pt>
                <c:pt idx="160">
                  <c:v>0.0658</c:v>
                </c:pt>
                <c:pt idx="161">
                  <c:v>0.0691</c:v>
                </c:pt>
                <c:pt idx="162">
                  <c:v>0.0728</c:v>
                </c:pt>
                <c:pt idx="163">
                  <c:v>0.0767</c:v>
                </c:pt>
                <c:pt idx="164">
                  <c:v>0.0808</c:v>
                </c:pt>
                <c:pt idx="165">
                  <c:v>0.085</c:v>
                </c:pt>
                <c:pt idx="166">
                  <c:v>0.0895</c:v>
                </c:pt>
                <c:pt idx="167">
                  <c:v>0.0944</c:v>
                </c:pt>
                <c:pt idx="168">
                  <c:v>0.0995</c:v>
                </c:pt>
                <c:pt idx="169">
                  <c:v>0.1048</c:v>
                </c:pt>
                <c:pt idx="170">
                  <c:v>0.1102</c:v>
                </c:pt>
                <c:pt idx="171">
                  <c:v>0.1156</c:v>
                </c:pt>
                <c:pt idx="172">
                  <c:v>0.1208</c:v>
                </c:pt>
                <c:pt idx="173">
                  <c:v>0.1256</c:v>
                </c:pt>
                <c:pt idx="174">
                  <c:v>0.1294</c:v>
                </c:pt>
                <c:pt idx="175">
                  <c:v>0.1324</c:v>
                </c:pt>
                <c:pt idx="176">
                  <c:v>0.1344</c:v>
                </c:pt>
                <c:pt idx="177">
                  <c:v>0.1357</c:v>
                </c:pt>
                <c:pt idx="178">
                  <c:v>0.1369</c:v>
                </c:pt>
                <c:pt idx="179">
                  <c:v>0.1377</c:v>
                </c:pt>
                <c:pt idx="180">
                  <c:v>0.1382</c:v>
                </c:pt>
                <c:pt idx="181">
                  <c:v>0.1383</c:v>
                </c:pt>
                <c:pt idx="182">
                  <c:v>0.1379</c:v>
                </c:pt>
                <c:pt idx="183">
                  <c:v>0.1366</c:v>
                </c:pt>
                <c:pt idx="184">
                  <c:v>0.1344</c:v>
                </c:pt>
                <c:pt idx="185">
                  <c:v>0.1312</c:v>
                </c:pt>
                <c:pt idx="186">
                  <c:v>0.1273</c:v>
                </c:pt>
                <c:pt idx="187">
                  <c:v>0.1232</c:v>
                </c:pt>
                <c:pt idx="188">
                  <c:v>0.1192</c:v>
                </c:pt>
                <c:pt idx="189">
                  <c:v>0.1151</c:v>
                </c:pt>
                <c:pt idx="190">
                  <c:v>0.1108</c:v>
                </c:pt>
                <c:pt idx="191">
                  <c:v>0.1064</c:v>
                </c:pt>
                <c:pt idx="192">
                  <c:v>0.1026</c:v>
                </c:pt>
                <c:pt idx="193">
                  <c:v>0.0987</c:v>
                </c:pt>
                <c:pt idx="194">
                  <c:v>0.0946</c:v>
                </c:pt>
                <c:pt idx="195">
                  <c:v>0.0905</c:v>
                </c:pt>
                <c:pt idx="196">
                  <c:v>0.0867</c:v>
                </c:pt>
                <c:pt idx="197">
                  <c:v>0.083</c:v>
                </c:pt>
                <c:pt idx="198">
                  <c:v>0.0795</c:v>
                </c:pt>
                <c:pt idx="199">
                  <c:v>0.0761</c:v>
                </c:pt>
                <c:pt idx="200">
                  <c:v>0.073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A5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A5A50"/>
                    </a:solidFill>
                    <a:latin typeface="Arial"/>
                  </a:rPr>
                  <a:t>Wavelength (nm)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0"/>
      </c:catAx>
      <c:valAx>
        <c:axId val="2094734552"/>
        <c:scaling>
          <c:orientation val="minMax"/>
          <c:max val="0.7"/>
          <c:min val="0"/>
        </c:scaling>
        <c:delete val="0"/>
        <c:axPos val="l"/>
        <c:majorGridlines>
          <c:spPr>
            <a:ln w="6350" cap="flat">
              <a:solidFill>
                <a:srgbClr val="E3E8E4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5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arrange every plot-date by the growth stage it was in, so that a separate disease-severity model can be built for vegetative, flowering and pod-formation stages.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Unique spectra = after removing 75 exact duplicates on 13/03. Healthy plots carry 9 spectra, diseased plots 15 (5 plants x 3 leaves); 11/02 has 3-15 spectra per plot.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Cell = plot number and treatment (sowing date + variety). Orientation follows the field map (facing field, channel between rows 1-2 and 3-4).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and DAS from your stage table; the same stage labels are written in every ASD file, and they agree plot by plot.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of plot growth stage on 11/02/2026 (6 days after inoculation). Cell = plot number and treatment; fill = stage; dashed outline = healthy control plot.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of plot growth stage on 24/02/2026 (19 days after inoculation). Cell = plot number and treatment; fill = stage; dashed outline = healthy control plot.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of plot growth stage on 03/03/2026 (26 days after inoculation). Cell = plot number and treatment; fill = stage; dashed outline = healthy control plot.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of plot growth stage on 13/03/2026 (36 days after inoculation). Cell = plot number and treatment; fill = stage; dashed outline = healthy control plot.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stage dataset = all plot-dates observed at that stage; healthy control plots of the same treatment and date are its reference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after duplicate removal. Healthy = uninoculated control plots.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Positive = diseased reflects more. Rise at 670-700 nm = chlorophyll loss; drop at 750-1100 nm = mesophyll damage; rise at 1650 and 2200 nm = lower leaf water.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offset is the main risk for a model trained across dates within a stage (e.g. flowering spans all four dates).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Group-wise validation matters: the 9-15 spectra of one plot are not independent, so random splits overstate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Companion workbook Stage_wise_plot_index.xlsx lists every plot-date by stage with spectrum file ranges and blank DI columns to fill.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rust ASD leaf spectra | ICAR-IARI New Delhi, rabi 2025-26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Growth-stage-wise arrangement of plots for white rust severity prediction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 leaf spectra of Indian mustard on 11/02, 24/02, 03/03 and 13/03/2026 | 48 plots, 4 sowing dates × 3 varieties | 2,264 unique spectra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2,264 unique leaf spectra from 192 plot-dates feed three stage models</a:t>
            </a:r>
            <a:endParaRPr lang="en-US" sz="2600" dirty="0"/>
          </a:p>
        </p:txBody>
      </p:sp>
      <p:sp>
        <p:nvSpPr>
          <p:cNvPr id="3" name="stat 1"/>
          <p:cNvSpPr/>
          <p:nvPr/>
        </p:nvSpPr>
        <p:spPr>
          <a:xfrm>
            <a:off x="457200" y="132588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2,264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ASD leaf spectra (350-2500 nm)</a:t>
            </a:r>
            <a:endParaRPr lang="en-US" sz="1400" dirty="0"/>
          </a:p>
        </p:txBody>
      </p:sp>
      <p:sp>
        <p:nvSpPr>
          <p:cNvPr id="6" name="stat 2"/>
          <p:cNvSpPr/>
          <p:nvPr/>
        </p:nvSpPr>
        <p:spPr>
          <a:xfrm>
            <a:off x="3291840" y="132588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417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2402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plot-dates (48 plots × 4 dates)</a:t>
            </a:r>
            <a:endParaRPr lang="en-US" sz="1400" dirty="0"/>
          </a:p>
        </p:txBody>
      </p:sp>
      <p:sp>
        <p:nvSpPr>
          <p:cNvPr id="9" name="stat 3"/>
          <p:cNvSpPr/>
          <p:nvPr/>
        </p:nvSpPr>
        <p:spPr>
          <a:xfrm>
            <a:off x="6126480" y="132588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417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2402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stages: vegetative, flowering, pod formation</a:t>
            </a:r>
            <a:endParaRPr lang="en-US" sz="1400" dirty="0"/>
          </a:p>
        </p:txBody>
      </p:sp>
      <p:sp>
        <p:nvSpPr>
          <p:cNvPr id="12" name="stat 4"/>
          <p:cNvSpPr/>
          <p:nvPr/>
        </p:nvSpPr>
        <p:spPr>
          <a:xfrm>
            <a:off x="8961120" y="132588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0" y="1417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0" y="22402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spectra removed (13/03, plots 13, 34, 38, 41, 42)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1127455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31520"/>
                <a:gridCol w="822960"/>
                <a:gridCol w="1463040"/>
                <a:gridCol w="1463040"/>
                <a:gridCol w="1819656"/>
                <a:gridCol w="1819656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 in 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spectra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Vegetative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 formation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11/02/2026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 plots / 374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plots / 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24/02/2026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plots / 190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plots / 350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03/03/2026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 plots / 594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plots / 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13/03/2026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plots / 162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plots / 486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457200" y="54406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Plot-date labels (plot no., variety, stage, healthy/diseased) in all four files were checked against your plot layout and stage table: all 192 agree.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layout: three inoculated replications and a healthy control block</a:t>
            </a:r>
            <a:endParaRPr lang="en-US" sz="2600" dirty="0"/>
          </a:p>
        </p:txBody>
      </p:sp>
      <p:sp>
        <p:nvSpPr>
          <p:cNvPr id="3" name="plot 48"/>
          <p:cNvSpPr/>
          <p:nvPr/>
        </p:nvSpPr>
        <p:spPr>
          <a:xfrm>
            <a:off x="475488" y="129844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5488" y="129844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D3V3</a:t>
            </a:r>
            <a:endParaRPr lang="en-US" sz="1200" dirty="0"/>
          </a:p>
        </p:txBody>
      </p:sp>
      <p:sp>
        <p:nvSpPr>
          <p:cNvPr id="5" name="plot 41"/>
          <p:cNvSpPr/>
          <p:nvPr/>
        </p:nvSpPr>
        <p:spPr>
          <a:xfrm>
            <a:off x="1133856" y="129844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33856" y="129844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D1V1</a:t>
            </a:r>
            <a:endParaRPr lang="en-US" sz="1200" dirty="0"/>
          </a:p>
        </p:txBody>
      </p:sp>
      <p:sp>
        <p:nvSpPr>
          <p:cNvPr id="7" name="plot 40"/>
          <p:cNvSpPr/>
          <p:nvPr/>
        </p:nvSpPr>
        <p:spPr>
          <a:xfrm>
            <a:off x="1792224" y="129844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92224" y="129844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D2V3</a:t>
            </a:r>
            <a:endParaRPr lang="en-US" sz="1200" dirty="0"/>
          </a:p>
        </p:txBody>
      </p:sp>
      <p:sp>
        <p:nvSpPr>
          <p:cNvPr id="9" name="plot 33"/>
          <p:cNvSpPr/>
          <p:nvPr/>
        </p:nvSpPr>
        <p:spPr>
          <a:xfrm>
            <a:off x="2578608" y="129844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78608" y="129844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D4V3</a:t>
            </a:r>
            <a:endParaRPr lang="en-US" sz="1200" dirty="0"/>
          </a:p>
        </p:txBody>
      </p:sp>
      <p:sp>
        <p:nvSpPr>
          <p:cNvPr id="11" name="plot 32"/>
          <p:cNvSpPr/>
          <p:nvPr/>
        </p:nvSpPr>
        <p:spPr>
          <a:xfrm>
            <a:off x="3236976" y="129844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36976" y="129844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D3V2</a:t>
            </a:r>
            <a:endParaRPr lang="en-US" sz="1200" dirty="0"/>
          </a:p>
        </p:txBody>
      </p:sp>
      <p:sp>
        <p:nvSpPr>
          <p:cNvPr id="13" name="plot 25"/>
          <p:cNvSpPr/>
          <p:nvPr/>
        </p:nvSpPr>
        <p:spPr>
          <a:xfrm>
            <a:off x="3895344" y="129844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95344" y="129844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D1V3</a:t>
            </a:r>
            <a:endParaRPr lang="en-US" sz="1200" dirty="0"/>
          </a:p>
        </p:txBody>
      </p:sp>
      <p:sp>
        <p:nvSpPr>
          <p:cNvPr id="15" name="plot 24"/>
          <p:cNvSpPr/>
          <p:nvPr/>
        </p:nvSpPr>
        <p:spPr>
          <a:xfrm>
            <a:off x="4681728" y="129844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81728" y="129844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D1V1</a:t>
            </a:r>
            <a:endParaRPr lang="en-US" sz="1200" dirty="0"/>
          </a:p>
        </p:txBody>
      </p:sp>
      <p:sp>
        <p:nvSpPr>
          <p:cNvPr id="17" name="plot 17"/>
          <p:cNvSpPr/>
          <p:nvPr/>
        </p:nvSpPr>
        <p:spPr>
          <a:xfrm>
            <a:off x="5340096" y="129844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40096" y="129844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D3V2</a:t>
            </a:r>
            <a:endParaRPr lang="en-US" sz="1200" dirty="0"/>
          </a:p>
        </p:txBody>
      </p:sp>
      <p:sp>
        <p:nvSpPr>
          <p:cNvPr id="19" name="plot 16"/>
          <p:cNvSpPr/>
          <p:nvPr/>
        </p:nvSpPr>
        <p:spPr>
          <a:xfrm>
            <a:off x="5998464" y="129844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98464" y="129844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D2V3</a:t>
            </a:r>
            <a:endParaRPr lang="en-US" sz="1200" dirty="0"/>
          </a:p>
        </p:txBody>
      </p:sp>
      <p:sp>
        <p:nvSpPr>
          <p:cNvPr id="21" name="plot 9"/>
          <p:cNvSpPr/>
          <p:nvPr/>
        </p:nvSpPr>
        <p:spPr>
          <a:xfrm>
            <a:off x="6784848" y="1298448"/>
            <a:ext cx="621792" cy="877824"/>
          </a:xfrm>
          <a:prstGeom prst="rect">
            <a:avLst/>
          </a:prstGeom>
          <a:solidFill>
            <a:schemeClr val="bg2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84848" y="129844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D2V1</a:t>
            </a:r>
            <a:endParaRPr lang="en-US" sz="1200" dirty="0"/>
          </a:p>
        </p:txBody>
      </p:sp>
      <p:sp>
        <p:nvSpPr>
          <p:cNvPr id="23" name="plot 8"/>
          <p:cNvSpPr/>
          <p:nvPr/>
        </p:nvSpPr>
        <p:spPr>
          <a:xfrm>
            <a:off x="7443216" y="1298448"/>
            <a:ext cx="621792" cy="877824"/>
          </a:xfrm>
          <a:prstGeom prst="rect">
            <a:avLst/>
          </a:prstGeom>
          <a:solidFill>
            <a:schemeClr val="bg2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43216" y="129844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D2V3</a:t>
            </a:r>
            <a:endParaRPr lang="en-US" sz="1200" dirty="0"/>
          </a:p>
        </p:txBody>
      </p:sp>
      <p:sp>
        <p:nvSpPr>
          <p:cNvPr id="25" name="plot 1"/>
          <p:cNvSpPr/>
          <p:nvPr/>
        </p:nvSpPr>
        <p:spPr>
          <a:xfrm>
            <a:off x="8101584" y="1298448"/>
            <a:ext cx="621792" cy="877824"/>
          </a:xfrm>
          <a:prstGeom prst="rect">
            <a:avLst/>
          </a:prstGeom>
          <a:solidFill>
            <a:schemeClr val="bg2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01584" y="129844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D4V2</a:t>
            </a:r>
            <a:endParaRPr lang="en-US" sz="1200" dirty="0"/>
          </a:p>
        </p:txBody>
      </p:sp>
      <p:sp>
        <p:nvSpPr>
          <p:cNvPr id="27" name="plot 47"/>
          <p:cNvSpPr/>
          <p:nvPr/>
        </p:nvSpPr>
        <p:spPr>
          <a:xfrm>
            <a:off x="475488" y="248716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5488" y="248716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D4V1</a:t>
            </a:r>
            <a:endParaRPr lang="en-US" sz="1200" dirty="0"/>
          </a:p>
        </p:txBody>
      </p:sp>
      <p:sp>
        <p:nvSpPr>
          <p:cNvPr id="29" name="plot 42"/>
          <p:cNvSpPr/>
          <p:nvPr/>
        </p:nvSpPr>
        <p:spPr>
          <a:xfrm>
            <a:off x="1133856" y="248716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133856" y="248716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D1V2</a:t>
            </a:r>
            <a:endParaRPr lang="en-US" sz="1200" dirty="0"/>
          </a:p>
        </p:txBody>
      </p:sp>
      <p:sp>
        <p:nvSpPr>
          <p:cNvPr id="31" name="plot 39"/>
          <p:cNvSpPr/>
          <p:nvPr/>
        </p:nvSpPr>
        <p:spPr>
          <a:xfrm>
            <a:off x="1792224" y="248716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792224" y="248716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D2V2</a:t>
            </a:r>
            <a:endParaRPr lang="en-US" sz="1200" dirty="0"/>
          </a:p>
        </p:txBody>
      </p:sp>
      <p:sp>
        <p:nvSpPr>
          <p:cNvPr id="33" name="plot 34"/>
          <p:cNvSpPr/>
          <p:nvPr/>
        </p:nvSpPr>
        <p:spPr>
          <a:xfrm>
            <a:off x="2578608" y="248716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578608" y="248716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D1V1</a:t>
            </a:r>
            <a:endParaRPr lang="en-US" sz="1200" dirty="0"/>
          </a:p>
        </p:txBody>
      </p:sp>
      <p:sp>
        <p:nvSpPr>
          <p:cNvPr id="35" name="plot 31"/>
          <p:cNvSpPr/>
          <p:nvPr/>
        </p:nvSpPr>
        <p:spPr>
          <a:xfrm>
            <a:off x="3236976" y="248716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236976" y="248716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D2V1</a:t>
            </a:r>
            <a:endParaRPr lang="en-US" sz="1200" dirty="0"/>
          </a:p>
        </p:txBody>
      </p:sp>
      <p:sp>
        <p:nvSpPr>
          <p:cNvPr id="37" name="plot 26"/>
          <p:cNvSpPr/>
          <p:nvPr/>
        </p:nvSpPr>
        <p:spPr>
          <a:xfrm>
            <a:off x="3895344" y="248716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895344" y="248716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D4V2</a:t>
            </a:r>
            <a:endParaRPr lang="en-US" sz="1200" dirty="0"/>
          </a:p>
        </p:txBody>
      </p:sp>
      <p:sp>
        <p:nvSpPr>
          <p:cNvPr id="39" name="plot 23"/>
          <p:cNvSpPr/>
          <p:nvPr/>
        </p:nvSpPr>
        <p:spPr>
          <a:xfrm>
            <a:off x="4681728" y="248716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681728" y="248716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D1V3</a:t>
            </a:r>
            <a:endParaRPr lang="en-US" sz="1200" dirty="0"/>
          </a:p>
        </p:txBody>
      </p:sp>
      <p:sp>
        <p:nvSpPr>
          <p:cNvPr id="41" name="plot 18"/>
          <p:cNvSpPr/>
          <p:nvPr/>
        </p:nvSpPr>
        <p:spPr>
          <a:xfrm>
            <a:off x="5340096" y="248716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340096" y="248716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D4V2</a:t>
            </a:r>
            <a:endParaRPr lang="en-US" sz="1200" dirty="0"/>
          </a:p>
        </p:txBody>
      </p:sp>
      <p:sp>
        <p:nvSpPr>
          <p:cNvPr id="43" name="plot 15"/>
          <p:cNvSpPr/>
          <p:nvPr/>
        </p:nvSpPr>
        <p:spPr>
          <a:xfrm>
            <a:off x="5998464" y="248716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98464" y="248716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D3V1</a:t>
            </a:r>
            <a:endParaRPr lang="en-US" sz="1200" dirty="0"/>
          </a:p>
        </p:txBody>
      </p:sp>
      <p:sp>
        <p:nvSpPr>
          <p:cNvPr id="45" name="plot 10"/>
          <p:cNvSpPr/>
          <p:nvPr/>
        </p:nvSpPr>
        <p:spPr>
          <a:xfrm>
            <a:off x="6784848" y="2487168"/>
            <a:ext cx="621792" cy="877824"/>
          </a:xfrm>
          <a:prstGeom prst="rect">
            <a:avLst/>
          </a:prstGeom>
          <a:solidFill>
            <a:schemeClr val="bg2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784848" y="248716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D3V3</a:t>
            </a:r>
            <a:endParaRPr lang="en-US" sz="1200" dirty="0"/>
          </a:p>
        </p:txBody>
      </p:sp>
      <p:sp>
        <p:nvSpPr>
          <p:cNvPr id="47" name="plot 7"/>
          <p:cNvSpPr/>
          <p:nvPr/>
        </p:nvSpPr>
        <p:spPr>
          <a:xfrm>
            <a:off x="7443216" y="2487168"/>
            <a:ext cx="621792" cy="877824"/>
          </a:xfrm>
          <a:prstGeom prst="rect">
            <a:avLst/>
          </a:prstGeom>
          <a:solidFill>
            <a:schemeClr val="bg2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443216" y="248716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D1V1</a:t>
            </a:r>
            <a:endParaRPr lang="en-US" sz="1200" dirty="0"/>
          </a:p>
        </p:txBody>
      </p:sp>
      <p:sp>
        <p:nvSpPr>
          <p:cNvPr id="49" name="plot 2"/>
          <p:cNvSpPr/>
          <p:nvPr/>
        </p:nvSpPr>
        <p:spPr>
          <a:xfrm>
            <a:off x="8101584" y="2487168"/>
            <a:ext cx="621792" cy="877824"/>
          </a:xfrm>
          <a:prstGeom prst="rect">
            <a:avLst/>
          </a:prstGeom>
          <a:solidFill>
            <a:schemeClr val="bg2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101584" y="248716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D2V2</a:t>
            </a:r>
            <a:endParaRPr lang="en-US" sz="1200" dirty="0"/>
          </a:p>
        </p:txBody>
      </p:sp>
      <p:sp>
        <p:nvSpPr>
          <p:cNvPr id="51" name="plot 46"/>
          <p:cNvSpPr/>
          <p:nvPr/>
        </p:nvSpPr>
        <p:spPr>
          <a:xfrm>
            <a:off x="475488" y="340156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75488" y="340156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D4V3</a:t>
            </a:r>
            <a:endParaRPr lang="en-US" sz="1200" dirty="0"/>
          </a:p>
        </p:txBody>
      </p:sp>
      <p:sp>
        <p:nvSpPr>
          <p:cNvPr id="53" name="plot 43"/>
          <p:cNvSpPr/>
          <p:nvPr/>
        </p:nvSpPr>
        <p:spPr>
          <a:xfrm>
            <a:off x="1133856" y="340156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133856" y="340156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D2V1</a:t>
            </a:r>
            <a:endParaRPr lang="en-US" sz="1200" dirty="0"/>
          </a:p>
        </p:txBody>
      </p:sp>
      <p:sp>
        <p:nvSpPr>
          <p:cNvPr id="55" name="plot 38"/>
          <p:cNvSpPr/>
          <p:nvPr/>
        </p:nvSpPr>
        <p:spPr>
          <a:xfrm>
            <a:off x="1792224" y="340156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792224" y="340156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D1V3</a:t>
            </a:r>
            <a:endParaRPr lang="en-US" sz="1200" dirty="0"/>
          </a:p>
        </p:txBody>
      </p:sp>
      <p:sp>
        <p:nvSpPr>
          <p:cNvPr id="57" name="plot 35"/>
          <p:cNvSpPr/>
          <p:nvPr/>
        </p:nvSpPr>
        <p:spPr>
          <a:xfrm>
            <a:off x="2578608" y="340156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578608" y="340156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D2V2</a:t>
            </a:r>
            <a:endParaRPr lang="en-US" sz="1200" dirty="0"/>
          </a:p>
        </p:txBody>
      </p:sp>
      <p:sp>
        <p:nvSpPr>
          <p:cNvPr id="59" name="plot 30"/>
          <p:cNvSpPr/>
          <p:nvPr/>
        </p:nvSpPr>
        <p:spPr>
          <a:xfrm>
            <a:off x="3236976" y="340156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236976" y="340156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D1V2</a:t>
            </a:r>
            <a:endParaRPr lang="en-US" sz="1200" dirty="0"/>
          </a:p>
        </p:txBody>
      </p:sp>
      <p:sp>
        <p:nvSpPr>
          <p:cNvPr id="61" name="plot 27"/>
          <p:cNvSpPr/>
          <p:nvPr/>
        </p:nvSpPr>
        <p:spPr>
          <a:xfrm>
            <a:off x="3895344" y="340156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895344" y="340156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D2V3</a:t>
            </a:r>
            <a:endParaRPr lang="en-US" sz="1200" dirty="0"/>
          </a:p>
        </p:txBody>
      </p:sp>
      <p:sp>
        <p:nvSpPr>
          <p:cNvPr id="63" name="plot 22"/>
          <p:cNvSpPr/>
          <p:nvPr/>
        </p:nvSpPr>
        <p:spPr>
          <a:xfrm>
            <a:off x="4681728" y="340156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681728" y="340156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D2V1</a:t>
            </a:r>
            <a:endParaRPr lang="en-US" sz="1200" dirty="0"/>
          </a:p>
        </p:txBody>
      </p:sp>
      <p:sp>
        <p:nvSpPr>
          <p:cNvPr id="65" name="plot 19"/>
          <p:cNvSpPr/>
          <p:nvPr/>
        </p:nvSpPr>
        <p:spPr>
          <a:xfrm>
            <a:off x="5340096" y="340156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340096" y="340156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D2V2</a:t>
            </a:r>
            <a:endParaRPr lang="en-US" sz="1200" dirty="0"/>
          </a:p>
        </p:txBody>
      </p:sp>
      <p:sp>
        <p:nvSpPr>
          <p:cNvPr id="67" name="plot 14"/>
          <p:cNvSpPr/>
          <p:nvPr/>
        </p:nvSpPr>
        <p:spPr>
          <a:xfrm>
            <a:off x="5998464" y="340156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998464" y="340156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D4V1</a:t>
            </a:r>
            <a:endParaRPr lang="en-US" sz="1200" dirty="0"/>
          </a:p>
        </p:txBody>
      </p:sp>
      <p:sp>
        <p:nvSpPr>
          <p:cNvPr id="69" name="plot 11"/>
          <p:cNvSpPr/>
          <p:nvPr/>
        </p:nvSpPr>
        <p:spPr>
          <a:xfrm>
            <a:off x="6784848" y="3401568"/>
            <a:ext cx="621792" cy="877824"/>
          </a:xfrm>
          <a:prstGeom prst="rect">
            <a:avLst/>
          </a:prstGeom>
          <a:solidFill>
            <a:schemeClr val="bg2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784848" y="340156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D3V2</a:t>
            </a:r>
            <a:endParaRPr lang="en-US" sz="1200" dirty="0"/>
          </a:p>
        </p:txBody>
      </p:sp>
      <p:sp>
        <p:nvSpPr>
          <p:cNvPr id="71" name="plot 6"/>
          <p:cNvSpPr/>
          <p:nvPr/>
        </p:nvSpPr>
        <p:spPr>
          <a:xfrm>
            <a:off x="7443216" y="3401568"/>
            <a:ext cx="621792" cy="877824"/>
          </a:xfrm>
          <a:prstGeom prst="rect">
            <a:avLst/>
          </a:prstGeom>
          <a:solidFill>
            <a:schemeClr val="bg2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443216" y="340156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D4V3</a:t>
            </a:r>
            <a:endParaRPr lang="en-US" sz="1200" dirty="0"/>
          </a:p>
        </p:txBody>
      </p:sp>
      <p:sp>
        <p:nvSpPr>
          <p:cNvPr id="73" name="plot 3"/>
          <p:cNvSpPr/>
          <p:nvPr/>
        </p:nvSpPr>
        <p:spPr>
          <a:xfrm>
            <a:off x="8101584" y="3401568"/>
            <a:ext cx="621792" cy="877824"/>
          </a:xfrm>
          <a:prstGeom prst="rect">
            <a:avLst/>
          </a:prstGeom>
          <a:solidFill>
            <a:schemeClr val="bg2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8101584" y="340156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D1V3</a:t>
            </a:r>
            <a:endParaRPr lang="en-US" sz="1200" dirty="0"/>
          </a:p>
        </p:txBody>
      </p:sp>
      <p:sp>
        <p:nvSpPr>
          <p:cNvPr id="75" name="plot 45"/>
          <p:cNvSpPr/>
          <p:nvPr/>
        </p:nvSpPr>
        <p:spPr>
          <a:xfrm>
            <a:off x="475488" y="459028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475488" y="459028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D4V2</a:t>
            </a:r>
            <a:endParaRPr lang="en-US" sz="1200" dirty="0"/>
          </a:p>
        </p:txBody>
      </p:sp>
      <p:sp>
        <p:nvSpPr>
          <p:cNvPr id="77" name="plot 44"/>
          <p:cNvSpPr/>
          <p:nvPr/>
        </p:nvSpPr>
        <p:spPr>
          <a:xfrm>
            <a:off x="1133856" y="459028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133856" y="459028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D3V2</a:t>
            </a:r>
            <a:endParaRPr lang="en-US" sz="1200" dirty="0"/>
          </a:p>
        </p:txBody>
      </p:sp>
      <p:sp>
        <p:nvSpPr>
          <p:cNvPr id="79" name="plot 37"/>
          <p:cNvSpPr/>
          <p:nvPr/>
        </p:nvSpPr>
        <p:spPr>
          <a:xfrm>
            <a:off x="1792224" y="459028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792224" y="459028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D3V1</a:t>
            </a:r>
            <a:endParaRPr lang="en-US" sz="1200" dirty="0"/>
          </a:p>
        </p:txBody>
      </p:sp>
      <p:sp>
        <p:nvSpPr>
          <p:cNvPr id="81" name="plot 36"/>
          <p:cNvSpPr/>
          <p:nvPr/>
        </p:nvSpPr>
        <p:spPr>
          <a:xfrm>
            <a:off x="2578608" y="459028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2578608" y="459028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D3V1</a:t>
            </a:r>
            <a:endParaRPr lang="en-US" sz="1200" dirty="0"/>
          </a:p>
        </p:txBody>
      </p:sp>
      <p:sp>
        <p:nvSpPr>
          <p:cNvPr id="83" name="plot 29"/>
          <p:cNvSpPr/>
          <p:nvPr/>
        </p:nvSpPr>
        <p:spPr>
          <a:xfrm>
            <a:off x="3236976" y="459028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3236976" y="459028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D3V3</a:t>
            </a:r>
            <a:endParaRPr lang="en-US" sz="1200" dirty="0"/>
          </a:p>
        </p:txBody>
      </p:sp>
      <p:sp>
        <p:nvSpPr>
          <p:cNvPr id="85" name="plot 28"/>
          <p:cNvSpPr/>
          <p:nvPr/>
        </p:nvSpPr>
        <p:spPr>
          <a:xfrm>
            <a:off x="3895344" y="459028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3895344" y="459028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D4V1</a:t>
            </a:r>
            <a:endParaRPr lang="en-US" sz="1200" dirty="0"/>
          </a:p>
        </p:txBody>
      </p:sp>
      <p:sp>
        <p:nvSpPr>
          <p:cNvPr id="87" name="plot 21"/>
          <p:cNvSpPr/>
          <p:nvPr/>
        </p:nvSpPr>
        <p:spPr>
          <a:xfrm>
            <a:off x="4681728" y="459028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4681728" y="459028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D3V3</a:t>
            </a:r>
            <a:endParaRPr lang="en-US" sz="1200" dirty="0"/>
          </a:p>
        </p:txBody>
      </p:sp>
      <p:sp>
        <p:nvSpPr>
          <p:cNvPr id="89" name="plot 20"/>
          <p:cNvSpPr/>
          <p:nvPr/>
        </p:nvSpPr>
        <p:spPr>
          <a:xfrm>
            <a:off x="5340096" y="459028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5340096" y="459028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D4V3</a:t>
            </a:r>
            <a:endParaRPr lang="en-US" sz="1200" dirty="0"/>
          </a:p>
        </p:txBody>
      </p:sp>
      <p:sp>
        <p:nvSpPr>
          <p:cNvPr id="91" name="plot 13"/>
          <p:cNvSpPr/>
          <p:nvPr/>
        </p:nvSpPr>
        <p:spPr>
          <a:xfrm>
            <a:off x="5998464" y="4590288"/>
            <a:ext cx="621792" cy="877824"/>
          </a:xfrm>
          <a:prstGeom prst="rect">
            <a:avLst/>
          </a:prstGeom>
          <a:solidFill>
            <a:srgbClr val="F7F8F6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5998464" y="459028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D1V2</a:t>
            </a:r>
            <a:endParaRPr lang="en-US" sz="1200" dirty="0"/>
          </a:p>
        </p:txBody>
      </p:sp>
      <p:sp>
        <p:nvSpPr>
          <p:cNvPr id="93" name="plot 12"/>
          <p:cNvSpPr/>
          <p:nvPr/>
        </p:nvSpPr>
        <p:spPr>
          <a:xfrm>
            <a:off x="6784848" y="4590288"/>
            <a:ext cx="621792" cy="877824"/>
          </a:xfrm>
          <a:prstGeom prst="rect">
            <a:avLst/>
          </a:prstGeom>
          <a:solidFill>
            <a:schemeClr val="bg2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6784848" y="459028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D4V1</a:t>
            </a:r>
            <a:endParaRPr lang="en-US" sz="1200" dirty="0"/>
          </a:p>
        </p:txBody>
      </p:sp>
      <p:sp>
        <p:nvSpPr>
          <p:cNvPr id="95" name="plot 5"/>
          <p:cNvSpPr/>
          <p:nvPr/>
        </p:nvSpPr>
        <p:spPr>
          <a:xfrm>
            <a:off x="7443216" y="4590288"/>
            <a:ext cx="621792" cy="877824"/>
          </a:xfrm>
          <a:prstGeom prst="rect">
            <a:avLst/>
          </a:prstGeom>
          <a:solidFill>
            <a:schemeClr val="bg2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7443216" y="459028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D1V2</a:t>
            </a:r>
            <a:endParaRPr lang="en-US" sz="1200" dirty="0"/>
          </a:p>
        </p:txBody>
      </p:sp>
      <p:sp>
        <p:nvSpPr>
          <p:cNvPr id="97" name="plot 4"/>
          <p:cNvSpPr/>
          <p:nvPr/>
        </p:nvSpPr>
        <p:spPr>
          <a:xfrm>
            <a:off x="8101584" y="4590288"/>
            <a:ext cx="621792" cy="877824"/>
          </a:xfrm>
          <a:prstGeom prst="rect">
            <a:avLst/>
          </a:prstGeom>
          <a:solidFill>
            <a:schemeClr val="bg2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8101584" y="4590288"/>
            <a:ext cx="6217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D3V1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457200" y="2194560"/>
            <a:ext cx="8284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00" dirty="0"/>
          </a:p>
        </p:txBody>
      </p:sp>
      <p:sp>
        <p:nvSpPr>
          <p:cNvPr id="100" name="Text 98"/>
          <p:cNvSpPr txBox="1"/>
          <p:nvPr/>
        </p:nvSpPr>
        <p:spPr>
          <a:xfrm>
            <a:off x="457200" y="4297680"/>
            <a:ext cx="8284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00" dirty="0"/>
          </a:p>
        </p:txBody>
      </p:sp>
      <p:sp>
        <p:nvSpPr>
          <p:cNvPr id="101" name="Text 99"/>
          <p:cNvSpPr txBox="1"/>
          <p:nvPr/>
        </p:nvSpPr>
        <p:spPr>
          <a:xfrm>
            <a:off x="457200" y="553212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200" dirty="0"/>
          </a:p>
        </p:txBody>
      </p:sp>
      <p:sp>
        <p:nvSpPr>
          <p:cNvPr id="102" name="Text 100"/>
          <p:cNvSpPr txBox="1"/>
          <p:nvPr/>
        </p:nvSpPr>
        <p:spPr>
          <a:xfrm>
            <a:off x="2560320" y="553212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200" dirty="0"/>
          </a:p>
        </p:txBody>
      </p:sp>
      <p:sp>
        <p:nvSpPr>
          <p:cNvPr id="103" name="Text 101"/>
          <p:cNvSpPr txBox="1"/>
          <p:nvPr/>
        </p:nvSpPr>
        <p:spPr>
          <a:xfrm>
            <a:off x="4663440" y="553212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200" dirty="0"/>
          </a:p>
        </p:txBody>
      </p:sp>
      <p:sp>
        <p:nvSpPr>
          <p:cNvPr id="104" name="Text 102"/>
          <p:cNvSpPr txBox="1"/>
          <p:nvPr/>
        </p:nvSpPr>
        <p:spPr>
          <a:xfrm>
            <a:off x="6766560" y="553212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control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9107424" y="1325880"/>
            <a:ext cx="262432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RBD, 48 plots of 5 × 3.5 m in a 48 × 24 m field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09/12, D2 18/12, D3 27/12/2025, D4 09/01/2026 sowings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Pusa Mustard 26, V2 Pusa Vijay, V3 Pusa Mustard 37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1-12: uninoculated control; 13-48: inoculated 05/02/2026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your treatment_detail.xlsx and field map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treatment moves through the stages at a different date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00200"/>
                <a:gridCol w="1600200"/>
                <a:gridCol w="1600200"/>
                <a:gridCol w="1600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11/02 (6 DAI)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24/02 (19 DAI)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03/03 (26 DAI)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13/03 (36 DAI)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D1V1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 ·  64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 ·  77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 ·  84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 ·  94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D1V2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 ·  64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 ·  77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 ·  84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 ·  94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D1V3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 ·  64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 ·  77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 ·  84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 ·  94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D2V1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 ·  55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 ·  68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 ·  75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 ·  85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D2V2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 ·  55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 ·  68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 ·  75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 ·  85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D2V3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 ·  55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 ·  68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 ·  75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 ·  85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D3V1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 ·  46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 ·  59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 ·  66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 ·  76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D3V2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 ·  46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 ·  59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 ·  66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 ·  76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D3V3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 ·  46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 ·  59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 ·  66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 ·  76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D4V1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 ·  33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 ·  46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 ·  53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 ·  63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D4V2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 ·  33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 ·  46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 ·  53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 ·  63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D4V3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 ·  33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 ·  46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 ·  53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 ·  63 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4" name="legend Vegetative"/>
          <p:cNvSpPr/>
          <p:nvPr/>
        </p:nvSpPr>
        <p:spPr>
          <a:xfrm>
            <a:off x="8778240" y="1371600"/>
            <a:ext cx="320040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89720" y="13533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Vegetative</a:t>
            </a:r>
            <a:endParaRPr lang="en-US" sz="1400" dirty="0"/>
          </a:p>
        </p:txBody>
      </p:sp>
      <p:sp>
        <p:nvSpPr>
          <p:cNvPr id="6" name="legend Flowering"/>
          <p:cNvSpPr/>
          <p:nvPr/>
        </p:nvSpPr>
        <p:spPr>
          <a:xfrm>
            <a:off x="8778240" y="1783080"/>
            <a:ext cx="320040" cy="27432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89720" y="17647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Flowering</a:t>
            </a:r>
            <a:endParaRPr lang="en-US" sz="1400" dirty="0"/>
          </a:p>
        </p:txBody>
      </p:sp>
      <p:sp>
        <p:nvSpPr>
          <p:cNvPr id="8" name="legend Pod formation"/>
          <p:cNvSpPr/>
          <p:nvPr/>
        </p:nvSpPr>
        <p:spPr>
          <a:xfrm>
            <a:off x="8778240" y="2194560"/>
            <a:ext cx="320040" cy="27432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89720" y="21762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formation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2743200"/>
            <a:ext cx="295351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calendar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Vegetative data come only from 11/02 and from D3V2, D3V3 and D4 on 24/02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Flowering is sampled on all four dates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formation: D1V1 on 03/03 and D1-D3 on 13/03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11/02 (6 DAI): every plot is vegetative except D1V1, already flowering</a:t>
            </a:r>
            <a:endParaRPr lang="en-US" sz="2600" dirty="0"/>
          </a:p>
        </p:txBody>
      </p:sp>
      <p:sp>
        <p:nvSpPr>
          <p:cNvPr id="3" name="plot 48"/>
          <p:cNvSpPr/>
          <p:nvPr/>
        </p:nvSpPr>
        <p:spPr>
          <a:xfrm>
            <a:off x="475488" y="129844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5488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D3V3</a:t>
            </a:r>
            <a:endParaRPr lang="en-US" sz="1200" dirty="0"/>
          </a:p>
        </p:txBody>
      </p:sp>
      <p:sp>
        <p:nvSpPr>
          <p:cNvPr id="5" name="plot 41"/>
          <p:cNvSpPr/>
          <p:nvPr/>
        </p:nvSpPr>
        <p:spPr>
          <a:xfrm>
            <a:off x="1115568" y="129844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D1V1</a:t>
            </a:r>
            <a:endParaRPr lang="en-US" sz="1200" dirty="0"/>
          </a:p>
        </p:txBody>
      </p:sp>
      <p:sp>
        <p:nvSpPr>
          <p:cNvPr id="7" name="plot 40"/>
          <p:cNvSpPr/>
          <p:nvPr/>
        </p:nvSpPr>
        <p:spPr>
          <a:xfrm>
            <a:off x="1755648" y="129844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55648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D2V3</a:t>
            </a:r>
            <a:endParaRPr lang="en-US" sz="1200" dirty="0"/>
          </a:p>
        </p:txBody>
      </p:sp>
      <p:sp>
        <p:nvSpPr>
          <p:cNvPr id="9" name="plot 33"/>
          <p:cNvSpPr/>
          <p:nvPr/>
        </p:nvSpPr>
        <p:spPr>
          <a:xfrm>
            <a:off x="2523744" y="129844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23744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D4V3</a:t>
            </a:r>
            <a:endParaRPr lang="en-US" sz="1200" dirty="0"/>
          </a:p>
        </p:txBody>
      </p:sp>
      <p:sp>
        <p:nvSpPr>
          <p:cNvPr id="11" name="plot 32"/>
          <p:cNvSpPr/>
          <p:nvPr/>
        </p:nvSpPr>
        <p:spPr>
          <a:xfrm>
            <a:off x="3163824" y="129844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63824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D3V2</a:t>
            </a:r>
            <a:endParaRPr lang="en-US" sz="1200" dirty="0"/>
          </a:p>
        </p:txBody>
      </p:sp>
      <p:sp>
        <p:nvSpPr>
          <p:cNvPr id="13" name="plot 25"/>
          <p:cNvSpPr/>
          <p:nvPr/>
        </p:nvSpPr>
        <p:spPr>
          <a:xfrm>
            <a:off x="3803904" y="129844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03904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D1V3</a:t>
            </a:r>
            <a:endParaRPr lang="en-US" sz="1200" dirty="0"/>
          </a:p>
        </p:txBody>
      </p:sp>
      <p:sp>
        <p:nvSpPr>
          <p:cNvPr id="15" name="plot 24"/>
          <p:cNvSpPr/>
          <p:nvPr/>
        </p:nvSpPr>
        <p:spPr>
          <a:xfrm>
            <a:off x="4572000" y="129844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D1V1</a:t>
            </a:r>
            <a:endParaRPr lang="en-US" sz="1200" dirty="0"/>
          </a:p>
        </p:txBody>
      </p:sp>
      <p:sp>
        <p:nvSpPr>
          <p:cNvPr id="17" name="plot 17"/>
          <p:cNvSpPr/>
          <p:nvPr/>
        </p:nvSpPr>
        <p:spPr>
          <a:xfrm>
            <a:off x="5212080" y="129844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D3V2</a:t>
            </a:r>
            <a:endParaRPr lang="en-US" sz="1200" dirty="0"/>
          </a:p>
        </p:txBody>
      </p:sp>
      <p:sp>
        <p:nvSpPr>
          <p:cNvPr id="19" name="plot 16"/>
          <p:cNvSpPr/>
          <p:nvPr/>
        </p:nvSpPr>
        <p:spPr>
          <a:xfrm>
            <a:off x="5852160" y="129844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52160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D2V3</a:t>
            </a:r>
            <a:endParaRPr lang="en-US" sz="1200" dirty="0"/>
          </a:p>
        </p:txBody>
      </p:sp>
      <p:sp>
        <p:nvSpPr>
          <p:cNvPr id="21" name="plot 9"/>
          <p:cNvSpPr/>
          <p:nvPr/>
        </p:nvSpPr>
        <p:spPr>
          <a:xfrm>
            <a:off x="6620256" y="1298448"/>
            <a:ext cx="603504" cy="877824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6620256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D2V1</a:t>
            </a:r>
            <a:endParaRPr lang="en-US" sz="1200" dirty="0"/>
          </a:p>
        </p:txBody>
      </p:sp>
      <p:sp>
        <p:nvSpPr>
          <p:cNvPr id="23" name="plot 8"/>
          <p:cNvSpPr/>
          <p:nvPr/>
        </p:nvSpPr>
        <p:spPr>
          <a:xfrm>
            <a:off x="7260336" y="1298448"/>
            <a:ext cx="603504" cy="877824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7260336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D2V3</a:t>
            </a:r>
            <a:endParaRPr lang="en-US" sz="1200" dirty="0"/>
          </a:p>
        </p:txBody>
      </p:sp>
      <p:sp>
        <p:nvSpPr>
          <p:cNvPr id="25" name="plot 1"/>
          <p:cNvSpPr/>
          <p:nvPr/>
        </p:nvSpPr>
        <p:spPr>
          <a:xfrm>
            <a:off x="7900416" y="1298448"/>
            <a:ext cx="603504" cy="877824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7900416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D4V2</a:t>
            </a:r>
            <a:endParaRPr lang="en-US" sz="1200" dirty="0"/>
          </a:p>
        </p:txBody>
      </p:sp>
      <p:sp>
        <p:nvSpPr>
          <p:cNvPr id="27" name="plot 47"/>
          <p:cNvSpPr/>
          <p:nvPr/>
        </p:nvSpPr>
        <p:spPr>
          <a:xfrm>
            <a:off x="475488" y="248716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5488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D4V1</a:t>
            </a:r>
            <a:endParaRPr lang="en-US" sz="1200" dirty="0"/>
          </a:p>
        </p:txBody>
      </p:sp>
      <p:sp>
        <p:nvSpPr>
          <p:cNvPr id="29" name="plot 42"/>
          <p:cNvSpPr/>
          <p:nvPr/>
        </p:nvSpPr>
        <p:spPr>
          <a:xfrm>
            <a:off x="1115568" y="248716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115568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D1V2</a:t>
            </a:r>
            <a:endParaRPr lang="en-US" sz="1200" dirty="0"/>
          </a:p>
        </p:txBody>
      </p:sp>
      <p:sp>
        <p:nvSpPr>
          <p:cNvPr id="31" name="plot 39"/>
          <p:cNvSpPr/>
          <p:nvPr/>
        </p:nvSpPr>
        <p:spPr>
          <a:xfrm>
            <a:off x="1755648" y="248716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755648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D2V2</a:t>
            </a:r>
            <a:endParaRPr lang="en-US" sz="1200" dirty="0"/>
          </a:p>
        </p:txBody>
      </p:sp>
      <p:sp>
        <p:nvSpPr>
          <p:cNvPr id="33" name="plot 34"/>
          <p:cNvSpPr/>
          <p:nvPr/>
        </p:nvSpPr>
        <p:spPr>
          <a:xfrm>
            <a:off x="2523744" y="24871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523744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D1V1</a:t>
            </a:r>
            <a:endParaRPr lang="en-US" sz="1200" dirty="0"/>
          </a:p>
        </p:txBody>
      </p:sp>
      <p:sp>
        <p:nvSpPr>
          <p:cNvPr id="35" name="plot 31"/>
          <p:cNvSpPr/>
          <p:nvPr/>
        </p:nvSpPr>
        <p:spPr>
          <a:xfrm>
            <a:off x="3163824" y="248716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163824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D2V1</a:t>
            </a:r>
            <a:endParaRPr lang="en-US" sz="1200" dirty="0"/>
          </a:p>
        </p:txBody>
      </p:sp>
      <p:sp>
        <p:nvSpPr>
          <p:cNvPr id="37" name="plot 26"/>
          <p:cNvSpPr/>
          <p:nvPr/>
        </p:nvSpPr>
        <p:spPr>
          <a:xfrm>
            <a:off x="3803904" y="248716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803904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D4V2</a:t>
            </a:r>
            <a:endParaRPr lang="en-US" sz="1200" dirty="0"/>
          </a:p>
        </p:txBody>
      </p:sp>
      <p:sp>
        <p:nvSpPr>
          <p:cNvPr id="39" name="plot 23"/>
          <p:cNvSpPr/>
          <p:nvPr/>
        </p:nvSpPr>
        <p:spPr>
          <a:xfrm>
            <a:off x="4572000" y="248716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72000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D1V3</a:t>
            </a:r>
            <a:endParaRPr lang="en-US" sz="1200" dirty="0"/>
          </a:p>
        </p:txBody>
      </p:sp>
      <p:sp>
        <p:nvSpPr>
          <p:cNvPr id="41" name="plot 18"/>
          <p:cNvSpPr/>
          <p:nvPr/>
        </p:nvSpPr>
        <p:spPr>
          <a:xfrm>
            <a:off x="5212080" y="248716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212080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D4V2</a:t>
            </a:r>
            <a:endParaRPr lang="en-US" sz="1200" dirty="0"/>
          </a:p>
        </p:txBody>
      </p:sp>
      <p:sp>
        <p:nvSpPr>
          <p:cNvPr id="43" name="plot 15"/>
          <p:cNvSpPr/>
          <p:nvPr/>
        </p:nvSpPr>
        <p:spPr>
          <a:xfrm>
            <a:off x="5852160" y="248716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852160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D3V1</a:t>
            </a:r>
            <a:endParaRPr lang="en-US" sz="1200" dirty="0"/>
          </a:p>
        </p:txBody>
      </p:sp>
      <p:sp>
        <p:nvSpPr>
          <p:cNvPr id="45" name="plot 10"/>
          <p:cNvSpPr/>
          <p:nvPr/>
        </p:nvSpPr>
        <p:spPr>
          <a:xfrm>
            <a:off x="6620256" y="2487168"/>
            <a:ext cx="603504" cy="877824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46" name="Text 44"/>
          <p:cNvSpPr txBox="1"/>
          <p:nvPr/>
        </p:nvSpPr>
        <p:spPr>
          <a:xfrm>
            <a:off x="6620256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D3V3</a:t>
            </a:r>
            <a:endParaRPr lang="en-US" sz="1200" dirty="0"/>
          </a:p>
        </p:txBody>
      </p:sp>
      <p:sp>
        <p:nvSpPr>
          <p:cNvPr id="47" name="plot 7"/>
          <p:cNvSpPr/>
          <p:nvPr/>
        </p:nvSpPr>
        <p:spPr>
          <a:xfrm>
            <a:off x="7260336" y="2487168"/>
            <a:ext cx="603504" cy="87782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48" name="Text 46"/>
          <p:cNvSpPr txBox="1"/>
          <p:nvPr/>
        </p:nvSpPr>
        <p:spPr>
          <a:xfrm>
            <a:off x="7260336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D1V1</a:t>
            </a:r>
            <a:endParaRPr lang="en-US" sz="1200" dirty="0"/>
          </a:p>
        </p:txBody>
      </p:sp>
      <p:sp>
        <p:nvSpPr>
          <p:cNvPr id="49" name="plot 2"/>
          <p:cNvSpPr/>
          <p:nvPr/>
        </p:nvSpPr>
        <p:spPr>
          <a:xfrm>
            <a:off x="7900416" y="2487168"/>
            <a:ext cx="603504" cy="877824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50" name="Text 48"/>
          <p:cNvSpPr txBox="1"/>
          <p:nvPr/>
        </p:nvSpPr>
        <p:spPr>
          <a:xfrm>
            <a:off x="7900416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D2V2</a:t>
            </a:r>
            <a:endParaRPr lang="en-US" sz="1200" dirty="0"/>
          </a:p>
        </p:txBody>
      </p:sp>
      <p:sp>
        <p:nvSpPr>
          <p:cNvPr id="51" name="plot 46"/>
          <p:cNvSpPr/>
          <p:nvPr/>
        </p:nvSpPr>
        <p:spPr>
          <a:xfrm>
            <a:off x="475488" y="340156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75488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D4V3</a:t>
            </a:r>
            <a:endParaRPr lang="en-US" sz="1200" dirty="0"/>
          </a:p>
        </p:txBody>
      </p:sp>
      <p:sp>
        <p:nvSpPr>
          <p:cNvPr id="53" name="plot 43"/>
          <p:cNvSpPr/>
          <p:nvPr/>
        </p:nvSpPr>
        <p:spPr>
          <a:xfrm>
            <a:off x="1115568" y="340156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115568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D2V1</a:t>
            </a:r>
            <a:endParaRPr lang="en-US" sz="1200" dirty="0"/>
          </a:p>
        </p:txBody>
      </p:sp>
      <p:sp>
        <p:nvSpPr>
          <p:cNvPr id="55" name="plot 38"/>
          <p:cNvSpPr/>
          <p:nvPr/>
        </p:nvSpPr>
        <p:spPr>
          <a:xfrm>
            <a:off x="1755648" y="340156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755648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D1V3</a:t>
            </a:r>
            <a:endParaRPr lang="en-US" sz="1200" dirty="0"/>
          </a:p>
        </p:txBody>
      </p:sp>
      <p:sp>
        <p:nvSpPr>
          <p:cNvPr id="57" name="plot 35"/>
          <p:cNvSpPr/>
          <p:nvPr/>
        </p:nvSpPr>
        <p:spPr>
          <a:xfrm>
            <a:off x="2523744" y="340156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523744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D2V2</a:t>
            </a:r>
            <a:endParaRPr lang="en-US" sz="1200" dirty="0"/>
          </a:p>
        </p:txBody>
      </p:sp>
      <p:sp>
        <p:nvSpPr>
          <p:cNvPr id="59" name="plot 30"/>
          <p:cNvSpPr/>
          <p:nvPr/>
        </p:nvSpPr>
        <p:spPr>
          <a:xfrm>
            <a:off x="3163824" y="340156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163824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D1V2</a:t>
            </a:r>
            <a:endParaRPr lang="en-US" sz="1200" dirty="0"/>
          </a:p>
        </p:txBody>
      </p:sp>
      <p:sp>
        <p:nvSpPr>
          <p:cNvPr id="61" name="plot 27"/>
          <p:cNvSpPr/>
          <p:nvPr/>
        </p:nvSpPr>
        <p:spPr>
          <a:xfrm>
            <a:off x="3803904" y="340156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803904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D2V3</a:t>
            </a:r>
            <a:endParaRPr lang="en-US" sz="1200" dirty="0"/>
          </a:p>
        </p:txBody>
      </p:sp>
      <p:sp>
        <p:nvSpPr>
          <p:cNvPr id="63" name="plot 22"/>
          <p:cNvSpPr/>
          <p:nvPr/>
        </p:nvSpPr>
        <p:spPr>
          <a:xfrm>
            <a:off x="4572000" y="340156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572000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D2V1</a:t>
            </a:r>
            <a:endParaRPr lang="en-US" sz="1200" dirty="0"/>
          </a:p>
        </p:txBody>
      </p:sp>
      <p:sp>
        <p:nvSpPr>
          <p:cNvPr id="65" name="plot 19"/>
          <p:cNvSpPr/>
          <p:nvPr/>
        </p:nvSpPr>
        <p:spPr>
          <a:xfrm>
            <a:off x="5212080" y="340156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212080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D2V2</a:t>
            </a:r>
            <a:endParaRPr lang="en-US" sz="1200" dirty="0"/>
          </a:p>
        </p:txBody>
      </p:sp>
      <p:sp>
        <p:nvSpPr>
          <p:cNvPr id="67" name="plot 14"/>
          <p:cNvSpPr/>
          <p:nvPr/>
        </p:nvSpPr>
        <p:spPr>
          <a:xfrm>
            <a:off x="5852160" y="340156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852160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D4V1</a:t>
            </a:r>
            <a:endParaRPr lang="en-US" sz="1200" dirty="0"/>
          </a:p>
        </p:txBody>
      </p:sp>
      <p:sp>
        <p:nvSpPr>
          <p:cNvPr id="69" name="plot 11"/>
          <p:cNvSpPr/>
          <p:nvPr/>
        </p:nvSpPr>
        <p:spPr>
          <a:xfrm>
            <a:off x="6620256" y="3401568"/>
            <a:ext cx="603504" cy="877824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70" name="Text 68"/>
          <p:cNvSpPr txBox="1"/>
          <p:nvPr/>
        </p:nvSpPr>
        <p:spPr>
          <a:xfrm>
            <a:off x="6620256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D3V2</a:t>
            </a:r>
            <a:endParaRPr lang="en-US" sz="1200" dirty="0"/>
          </a:p>
        </p:txBody>
      </p:sp>
      <p:sp>
        <p:nvSpPr>
          <p:cNvPr id="71" name="plot 6"/>
          <p:cNvSpPr/>
          <p:nvPr/>
        </p:nvSpPr>
        <p:spPr>
          <a:xfrm>
            <a:off x="7260336" y="3401568"/>
            <a:ext cx="603504" cy="877824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72" name="Text 70"/>
          <p:cNvSpPr txBox="1"/>
          <p:nvPr/>
        </p:nvSpPr>
        <p:spPr>
          <a:xfrm>
            <a:off x="7260336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D4V3</a:t>
            </a:r>
            <a:endParaRPr lang="en-US" sz="1200" dirty="0"/>
          </a:p>
        </p:txBody>
      </p:sp>
      <p:sp>
        <p:nvSpPr>
          <p:cNvPr id="73" name="plot 3"/>
          <p:cNvSpPr/>
          <p:nvPr/>
        </p:nvSpPr>
        <p:spPr>
          <a:xfrm>
            <a:off x="7900416" y="3401568"/>
            <a:ext cx="603504" cy="877824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74" name="Text 72"/>
          <p:cNvSpPr txBox="1"/>
          <p:nvPr/>
        </p:nvSpPr>
        <p:spPr>
          <a:xfrm>
            <a:off x="7900416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D1V3</a:t>
            </a:r>
            <a:endParaRPr lang="en-US" sz="1200" dirty="0"/>
          </a:p>
        </p:txBody>
      </p:sp>
      <p:sp>
        <p:nvSpPr>
          <p:cNvPr id="75" name="plot 45"/>
          <p:cNvSpPr/>
          <p:nvPr/>
        </p:nvSpPr>
        <p:spPr>
          <a:xfrm>
            <a:off x="475488" y="459028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475488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D4V2</a:t>
            </a:r>
            <a:endParaRPr lang="en-US" sz="1200" dirty="0"/>
          </a:p>
        </p:txBody>
      </p:sp>
      <p:sp>
        <p:nvSpPr>
          <p:cNvPr id="77" name="plot 44"/>
          <p:cNvSpPr/>
          <p:nvPr/>
        </p:nvSpPr>
        <p:spPr>
          <a:xfrm>
            <a:off x="1115568" y="459028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115568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D3V2</a:t>
            </a:r>
            <a:endParaRPr lang="en-US" sz="1200" dirty="0"/>
          </a:p>
        </p:txBody>
      </p:sp>
      <p:sp>
        <p:nvSpPr>
          <p:cNvPr id="79" name="plot 37"/>
          <p:cNvSpPr/>
          <p:nvPr/>
        </p:nvSpPr>
        <p:spPr>
          <a:xfrm>
            <a:off x="1755648" y="459028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755648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D3V1</a:t>
            </a:r>
            <a:endParaRPr lang="en-US" sz="1200" dirty="0"/>
          </a:p>
        </p:txBody>
      </p:sp>
      <p:sp>
        <p:nvSpPr>
          <p:cNvPr id="81" name="plot 36"/>
          <p:cNvSpPr/>
          <p:nvPr/>
        </p:nvSpPr>
        <p:spPr>
          <a:xfrm>
            <a:off x="2523744" y="459028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2523744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D3V1</a:t>
            </a:r>
            <a:endParaRPr lang="en-US" sz="1200" dirty="0"/>
          </a:p>
        </p:txBody>
      </p:sp>
      <p:sp>
        <p:nvSpPr>
          <p:cNvPr id="83" name="plot 29"/>
          <p:cNvSpPr/>
          <p:nvPr/>
        </p:nvSpPr>
        <p:spPr>
          <a:xfrm>
            <a:off x="3163824" y="459028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3163824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D3V3</a:t>
            </a:r>
            <a:endParaRPr lang="en-US" sz="1200" dirty="0"/>
          </a:p>
        </p:txBody>
      </p:sp>
      <p:sp>
        <p:nvSpPr>
          <p:cNvPr id="85" name="plot 28"/>
          <p:cNvSpPr/>
          <p:nvPr/>
        </p:nvSpPr>
        <p:spPr>
          <a:xfrm>
            <a:off x="3803904" y="459028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3803904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D4V1</a:t>
            </a:r>
            <a:endParaRPr lang="en-US" sz="1200" dirty="0"/>
          </a:p>
        </p:txBody>
      </p:sp>
      <p:sp>
        <p:nvSpPr>
          <p:cNvPr id="87" name="plot 21"/>
          <p:cNvSpPr/>
          <p:nvPr/>
        </p:nvSpPr>
        <p:spPr>
          <a:xfrm>
            <a:off x="4572000" y="459028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4572000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D3V3</a:t>
            </a:r>
            <a:endParaRPr lang="en-US" sz="1200" dirty="0"/>
          </a:p>
        </p:txBody>
      </p:sp>
      <p:sp>
        <p:nvSpPr>
          <p:cNvPr id="89" name="plot 20"/>
          <p:cNvSpPr/>
          <p:nvPr/>
        </p:nvSpPr>
        <p:spPr>
          <a:xfrm>
            <a:off x="5212080" y="459028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5212080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D4V3</a:t>
            </a:r>
            <a:endParaRPr lang="en-US" sz="1200" dirty="0"/>
          </a:p>
        </p:txBody>
      </p:sp>
      <p:sp>
        <p:nvSpPr>
          <p:cNvPr id="91" name="plot 13"/>
          <p:cNvSpPr/>
          <p:nvPr/>
        </p:nvSpPr>
        <p:spPr>
          <a:xfrm>
            <a:off x="5852160" y="459028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5852160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D1V2</a:t>
            </a:r>
            <a:endParaRPr lang="en-US" sz="1200" dirty="0"/>
          </a:p>
        </p:txBody>
      </p:sp>
      <p:sp>
        <p:nvSpPr>
          <p:cNvPr id="93" name="plot 12"/>
          <p:cNvSpPr/>
          <p:nvPr/>
        </p:nvSpPr>
        <p:spPr>
          <a:xfrm>
            <a:off x="6620256" y="4590288"/>
            <a:ext cx="603504" cy="877824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94" name="Text 92"/>
          <p:cNvSpPr txBox="1"/>
          <p:nvPr/>
        </p:nvSpPr>
        <p:spPr>
          <a:xfrm>
            <a:off x="6620256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D4V1</a:t>
            </a:r>
            <a:endParaRPr lang="en-US" sz="1200" dirty="0"/>
          </a:p>
        </p:txBody>
      </p:sp>
      <p:sp>
        <p:nvSpPr>
          <p:cNvPr id="95" name="plot 5"/>
          <p:cNvSpPr/>
          <p:nvPr/>
        </p:nvSpPr>
        <p:spPr>
          <a:xfrm>
            <a:off x="7260336" y="4590288"/>
            <a:ext cx="603504" cy="877824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96" name="Text 94"/>
          <p:cNvSpPr txBox="1"/>
          <p:nvPr/>
        </p:nvSpPr>
        <p:spPr>
          <a:xfrm>
            <a:off x="7260336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D1V2</a:t>
            </a:r>
            <a:endParaRPr lang="en-US" sz="1200" dirty="0"/>
          </a:p>
        </p:txBody>
      </p:sp>
      <p:sp>
        <p:nvSpPr>
          <p:cNvPr id="97" name="plot 4"/>
          <p:cNvSpPr/>
          <p:nvPr/>
        </p:nvSpPr>
        <p:spPr>
          <a:xfrm>
            <a:off x="7900416" y="4590288"/>
            <a:ext cx="603504" cy="877824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98" name="Text 96"/>
          <p:cNvSpPr txBox="1"/>
          <p:nvPr/>
        </p:nvSpPr>
        <p:spPr>
          <a:xfrm>
            <a:off x="7900416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D3V1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457200" y="2194560"/>
            <a:ext cx="8065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00" dirty="0"/>
          </a:p>
        </p:txBody>
      </p:sp>
      <p:sp>
        <p:nvSpPr>
          <p:cNvPr id="100" name="Text 98"/>
          <p:cNvSpPr txBox="1"/>
          <p:nvPr/>
        </p:nvSpPr>
        <p:spPr>
          <a:xfrm>
            <a:off x="457200" y="4297680"/>
            <a:ext cx="8065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00" dirty="0"/>
          </a:p>
        </p:txBody>
      </p:sp>
      <p:sp>
        <p:nvSpPr>
          <p:cNvPr id="101" name="Text 99"/>
          <p:cNvSpPr txBox="1"/>
          <p:nvPr/>
        </p:nvSpPr>
        <p:spPr>
          <a:xfrm>
            <a:off x="457200" y="5532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200" dirty="0"/>
          </a:p>
        </p:txBody>
      </p:sp>
      <p:sp>
        <p:nvSpPr>
          <p:cNvPr id="102" name="Text 100"/>
          <p:cNvSpPr txBox="1"/>
          <p:nvPr/>
        </p:nvSpPr>
        <p:spPr>
          <a:xfrm>
            <a:off x="2505456" y="5532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200" dirty="0"/>
          </a:p>
        </p:txBody>
      </p:sp>
      <p:sp>
        <p:nvSpPr>
          <p:cNvPr id="103" name="Text 101"/>
          <p:cNvSpPr txBox="1"/>
          <p:nvPr/>
        </p:nvSpPr>
        <p:spPr>
          <a:xfrm>
            <a:off x="4553712" y="5532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200" dirty="0"/>
          </a:p>
        </p:txBody>
      </p:sp>
      <p:sp>
        <p:nvSpPr>
          <p:cNvPr id="104" name="Text 102"/>
          <p:cNvSpPr txBox="1"/>
          <p:nvPr/>
        </p:nvSpPr>
        <p:spPr>
          <a:xfrm>
            <a:off x="6601968" y="5532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control</a:t>
            </a:r>
            <a:endParaRPr lang="en-US" sz="1200" dirty="0"/>
          </a:p>
        </p:txBody>
      </p:sp>
      <p:sp>
        <p:nvSpPr>
          <p:cNvPr id="105" name="legend Vegetative"/>
          <p:cNvSpPr/>
          <p:nvPr/>
        </p:nvSpPr>
        <p:spPr>
          <a:xfrm>
            <a:off x="8887968" y="1325880"/>
            <a:ext cx="320040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9299448" y="13075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Vegetative</a:t>
            </a:r>
            <a:endParaRPr lang="en-US" sz="1400" dirty="0"/>
          </a:p>
        </p:txBody>
      </p:sp>
      <p:sp>
        <p:nvSpPr>
          <p:cNvPr id="107" name="legend Flowering"/>
          <p:cNvSpPr/>
          <p:nvPr/>
        </p:nvSpPr>
        <p:spPr>
          <a:xfrm>
            <a:off x="8887968" y="1737360"/>
            <a:ext cx="320040" cy="27432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9299448" y="17190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Flowering</a:t>
            </a:r>
            <a:endParaRPr lang="en-US" sz="1400" dirty="0"/>
          </a:p>
        </p:txBody>
      </p:sp>
      <p:sp>
        <p:nvSpPr>
          <p:cNvPr id="109" name="legend Pod formation"/>
          <p:cNvSpPr/>
          <p:nvPr/>
        </p:nvSpPr>
        <p:spPr>
          <a:xfrm>
            <a:off x="8887968" y="2148840"/>
            <a:ext cx="320040" cy="27432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9299448" y="21305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formation</a:t>
            </a:r>
            <a:endParaRPr lang="en-US" sz="1400" dirty="0"/>
          </a:p>
        </p:txBody>
      </p:sp>
      <p:sp>
        <p:nvSpPr>
          <p:cNvPr id="111" name="legend healthy"/>
          <p:cNvSpPr/>
          <p:nvPr/>
        </p:nvSpPr>
        <p:spPr>
          <a:xfrm>
            <a:off x="8887968" y="2651760"/>
            <a:ext cx="320040" cy="2743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112" name="Text 110"/>
          <p:cNvSpPr txBox="1"/>
          <p:nvPr/>
        </p:nvSpPr>
        <p:spPr>
          <a:xfrm>
            <a:off x="9299448" y="263347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(uninoculated) plot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87968" y="3200400"/>
          <a:ext cx="2843784" cy="914400"/>
        </p:xfrm>
        <a:graphic>
          <a:graphicData uri="http://schemas.openxmlformats.org/drawingml/2006/table">
            <a:tbl>
              <a:tblPr/>
              <a:tblGrid>
                <a:gridCol w="1137514"/>
                <a:gridCol w="767822"/>
                <a:gridCol w="938449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Plots H/D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 H/D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Vegetative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/ 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 / 311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/ 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24/02 (19 DAI): early sowings flower; D3V2, D3V3 and D4 stay vegetative</a:t>
            </a:r>
            <a:endParaRPr lang="en-US" sz="2600" dirty="0"/>
          </a:p>
        </p:txBody>
      </p:sp>
      <p:sp>
        <p:nvSpPr>
          <p:cNvPr id="3" name="plot 48"/>
          <p:cNvSpPr/>
          <p:nvPr/>
        </p:nvSpPr>
        <p:spPr>
          <a:xfrm>
            <a:off x="475488" y="129844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5488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D3V3</a:t>
            </a:r>
            <a:endParaRPr lang="en-US" sz="1200" dirty="0"/>
          </a:p>
        </p:txBody>
      </p:sp>
      <p:sp>
        <p:nvSpPr>
          <p:cNvPr id="5" name="plot 41"/>
          <p:cNvSpPr/>
          <p:nvPr/>
        </p:nvSpPr>
        <p:spPr>
          <a:xfrm>
            <a:off x="1115568" y="129844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D1V1</a:t>
            </a:r>
            <a:endParaRPr lang="en-US" sz="1200" dirty="0"/>
          </a:p>
        </p:txBody>
      </p:sp>
      <p:sp>
        <p:nvSpPr>
          <p:cNvPr id="7" name="plot 40"/>
          <p:cNvSpPr/>
          <p:nvPr/>
        </p:nvSpPr>
        <p:spPr>
          <a:xfrm>
            <a:off x="1755648" y="129844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55648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D2V3</a:t>
            </a:r>
            <a:endParaRPr lang="en-US" sz="1200" dirty="0"/>
          </a:p>
        </p:txBody>
      </p:sp>
      <p:sp>
        <p:nvSpPr>
          <p:cNvPr id="9" name="plot 33"/>
          <p:cNvSpPr/>
          <p:nvPr/>
        </p:nvSpPr>
        <p:spPr>
          <a:xfrm>
            <a:off x="2523744" y="129844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23744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D4V3</a:t>
            </a:r>
            <a:endParaRPr lang="en-US" sz="1200" dirty="0"/>
          </a:p>
        </p:txBody>
      </p:sp>
      <p:sp>
        <p:nvSpPr>
          <p:cNvPr id="11" name="plot 32"/>
          <p:cNvSpPr/>
          <p:nvPr/>
        </p:nvSpPr>
        <p:spPr>
          <a:xfrm>
            <a:off x="3163824" y="129844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63824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D3V2</a:t>
            </a:r>
            <a:endParaRPr lang="en-US" sz="1200" dirty="0"/>
          </a:p>
        </p:txBody>
      </p:sp>
      <p:sp>
        <p:nvSpPr>
          <p:cNvPr id="13" name="plot 25"/>
          <p:cNvSpPr/>
          <p:nvPr/>
        </p:nvSpPr>
        <p:spPr>
          <a:xfrm>
            <a:off x="3803904" y="129844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03904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D1V3</a:t>
            </a:r>
            <a:endParaRPr lang="en-US" sz="1200" dirty="0"/>
          </a:p>
        </p:txBody>
      </p:sp>
      <p:sp>
        <p:nvSpPr>
          <p:cNvPr id="15" name="plot 24"/>
          <p:cNvSpPr/>
          <p:nvPr/>
        </p:nvSpPr>
        <p:spPr>
          <a:xfrm>
            <a:off x="4572000" y="129844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D1V1</a:t>
            </a:r>
            <a:endParaRPr lang="en-US" sz="1200" dirty="0"/>
          </a:p>
        </p:txBody>
      </p:sp>
      <p:sp>
        <p:nvSpPr>
          <p:cNvPr id="17" name="plot 17"/>
          <p:cNvSpPr/>
          <p:nvPr/>
        </p:nvSpPr>
        <p:spPr>
          <a:xfrm>
            <a:off x="5212080" y="129844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D3V2</a:t>
            </a:r>
            <a:endParaRPr lang="en-US" sz="1200" dirty="0"/>
          </a:p>
        </p:txBody>
      </p:sp>
      <p:sp>
        <p:nvSpPr>
          <p:cNvPr id="19" name="plot 16"/>
          <p:cNvSpPr/>
          <p:nvPr/>
        </p:nvSpPr>
        <p:spPr>
          <a:xfrm>
            <a:off x="5852160" y="129844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52160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D2V3</a:t>
            </a:r>
            <a:endParaRPr lang="en-US" sz="1200" dirty="0"/>
          </a:p>
        </p:txBody>
      </p:sp>
      <p:sp>
        <p:nvSpPr>
          <p:cNvPr id="21" name="plot 9"/>
          <p:cNvSpPr/>
          <p:nvPr/>
        </p:nvSpPr>
        <p:spPr>
          <a:xfrm>
            <a:off x="6620256" y="1298448"/>
            <a:ext cx="603504" cy="87782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6620256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D2V1</a:t>
            </a:r>
            <a:endParaRPr lang="en-US" sz="1200" dirty="0"/>
          </a:p>
        </p:txBody>
      </p:sp>
      <p:sp>
        <p:nvSpPr>
          <p:cNvPr id="23" name="plot 8"/>
          <p:cNvSpPr/>
          <p:nvPr/>
        </p:nvSpPr>
        <p:spPr>
          <a:xfrm>
            <a:off x="7260336" y="1298448"/>
            <a:ext cx="603504" cy="87782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7260336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D2V3</a:t>
            </a:r>
            <a:endParaRPr lang="en-US" sz="1200" dirty="0"/>
          </a:p>
        </p:txBody>
      </p:sp>
      <p:sp>
        <p:nvSpPr>
          <p:cNvPr id="25" name="plot 1"/>
          <p:cNvSpPr/>
          <p:nvPr/>
        </p:nvSpPr>
        <p:spPr>
          <a:xfrm>
            <a:off x="7900416" y="1298448"/>
            <a:ext cx="603504" cy="877824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7900416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D4V2</a:t>
            </a:r>
            <a:endParaRPr lang="en-US" sz="1200" dirty="0"/>
          </a:p>
        </p:txBody>
      </p:sp>
      <p:sp>
        <p:nvSpPr>
          <p:cNvPr id="27" name="plot 47"/>
          <p:cNvSpPr/>
          <p:nvPr/>
        </p:nvSpPr>
        <p:spPr>
          <a:xfrm>
            <a:off x="475488" y="248716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5488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D4V1</a:t>
            </a:r>
            <a:endParaRPr lang="en-US" sz="1200" dirty="0"/>
          </a:p>
        </p:txBody>
      </p:sp>
      <p:sp>
        <p:nvSpPr>
          <p:cNvPr id="29" name="plot 42"/>
          <p:cNvSpPr/>
          <p:nvPr/>
        </p:nvSpPr>
        <p:spPr>
          <a:xfrm>
            <a:off x="1115568" y="24871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115568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D1V2</a:t>
            </a:r>
            <a:endParaRPr lang="en-US" sz="1200" dirty="0"/>
          </a:p>
        </p:txBody>
      </p:sp>
      <p:sp>
        <p:nvSpPr>
          <p:cNvPr id="31" name="plot 39"/>
          <p:cNvSpPr/>
          <p:nvPr/>
        </p:nvSpPr>
        <p:spPr>
          <a:xfrm>
            <a:off x="1755648" y="24871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755648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D2V2</a:t>
            </a:r>
            <a:endParaRPr lang="en-US" sz="1200" dirty="0"/>
          </a:p>
        </p:txBody>
      </p:sp>
      <p:sp>
        <p:nvSpPr>
          <p:cNvPr id="33" name="plot 34"/>
          <p:cNvSpPr/>
          <p:nvPr/>
        </p:nvSpPr>
        <p:spPr>
          <a:xfrm>
            <a:off x="2523744" y="24871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523744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D1V1</a:t>
            </a:r>
            <a:endParaRPr lang="en-US" sz="1200" dirty="0"/>
          </a:p>
        </p:txBody>
      </p:sp>
      <p:sp>
        <p:nvSpPr>
          <p:cNvPr id="35" name="plot 31"/>
          <p:cNvSpPr/>
          <p:nvPr/>
        </p:nvSpPr>
        <p:spPr>
          <a:xfrm>
            <a:off x="3163824" y="24871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163824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D2V1</a:t>
            </a:r>
            <a:endParaRPr lang="en-US" sz="1200" dirty="0"/>
          </a:p>
        </p:txBody>
      </p:sp>
      <p:sp>
        <p:nvSpPr>
          <p:cNvPr id="37" name="plot 26"/>
          <p:cNvSpPr/>
          <p:nvPr/>
        </p:nvSpPr>
        <p:spPr>
          <a:xfrm>
            <a:off x="3803904" y="248716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803904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D4V2</a:t>
            </a:r>
            <a:endParaRPr lang="en-US" sz="1200" dirty="0"/>
          </a:p>
        </p:txBody>
      </p:sp>
      <p:sp>
        <p:nvSpPr>
          <p:cNvPr id="39" name="plot 23"/>
          <p:cNvSpPr/>
          <p:nvPr/>
        </p:nvSpPr>
        <p:spPr>
          <a:xfrm>
            <a:off x="4572000" y="24871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72000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D1V3</a:t>
            </a:r>
            <a:endParaRPr lang="en-US" sz="1200" dirty="0"/>
          </a:p>
        </p:txBody>
      </p:sp>
      <p:sp>
        <p:nvSpPr>
          <p:cNvPr id="41" name="plot 18"/>
          <p:cNvSpPr/>
          <p:nvPr/>
        </p:nvSpPr>
        <p:spPr>
          <a:xfrm>
            <a:off x="5212080" y="248716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212080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D4V2</a:t>
            </a:r>
            <a:endParaRPr lang="en-US" sz="1200" dirty="0"/>
          </a:p>
        </p:txBody>
      </p:sp>
      <p:sp>
        <p:nvSpPr>
          <p:cNvPr id="43" name="plot 15"/>
          <p:cNvSpPr/>
          <p:nvPr/>
        </p:nvSpPr>
        <p:spPr>
          <a:xfrm>
            <a:off x="5852160" y="24871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852160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D3V1</a:t>
            </a:r>
            <a:endParaRPr lang="en-US" sz="1200" dirty="0"/>
          </a:p>
        </p:txBody>
      </p:sp>
      <p:sp>
        <p:nvSpPr>
          <p:cNvPr id="45" name="plot 10"/>
          <p:cNvSpPr/>
          <p:nvPr/>
        </p:nvSpPr>
        <p:spPr>
          <a:xfrm>
            <a:off x="6620256" y="2487168"/>
            <a:ext cx="603504" cy="877824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46" name="Text 44"/>
          <p:cNvSpPr txBox="1"/>
          <p:nvPr/>
        </p:nvSpPr>
        <p:spPr>
          <a:xfrm>
            <a:off x="6620256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D3V3</a:t>
            </a:r>
            <a:endParaRPr lang="en-US" sz="1200" dirty="0"/>
          </a:p>
        </p:txBody>
      </p:sp>
      <p:sp>
        <p:nvSpPr>
          <p:cNvPr id="47" name="plot 7"/>
          <p:cNvSpPr/>
          <p:nvPr/>
        </p:nvSpPr>
        <p:spPr>
          <a:xfrm>
            <a:off x="7260336" y="2487168"/>
            <a:ext cx="603504" cy="87782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48" name="Text 46"/>
          <p:cNvSpPr txBox="1"/>
          <p:nvPr/>
        </p:nvSpPr>
        <p:spPr>
          <a:xfrm>
            <a:off x="7260336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D1V1</a:t>
            </a:r>
            <a:endParaRPr lang="en-US" sz="1200" dirty="0"/>
          </a:p>
        </p:txBody>
      </p:sp>
      <p:sp>
        <p:nvSpPr>
          <p:cNvPr id="49" name="plot 2"/>
          <p:cNvSpPr/>
          <p:nvPr/>
        </p:nvSpPr>
        <p:spPr>
          <a:xfrm>
            <a:off x="7900416" y="2487168"/>
            <a:ext cx="603504" cy="87782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50" name="Text 48"/>
          <p:cNvSpPr txBox="1"/>
          <p:nvPr/>
        </p:nvSpPr>
        <p:spPr>
          <a:xfrm>
            <a:off x="7900416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D2V2</a:t>
            </a:r>
            <a:endParaRPr lang="en-US" sz="1200" dirty="0"/>
          </a:p>
        </p:txBody>
      </p:sp>
      <p:sp>
        <p:nvSpPr>
          <p:cNvPr id="51" name="plot 46"/>
          <p:cNvSpPr/>
          <p:nvPr/>
        </p:nvSpPr>
        <p:spPr>
          <a:xfrm>
            <a:off x="475488" y="340156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75488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D4V3</a:t>
            </a:r>
            <a:endParaRPr lang="en-US" sz="1200" dirty="0"/>
          </a:p>
        </p:txBody>
      </p:sp>
      <p:sp>
        <p:nvSpPr>
          <p:cNvPr id="53" name="plot 43"/>
          <p:cNvSpPr/>
          <p:nvPr/>
        </p:nvSpPr>
        <p:spPr>
          <a:xfrm>
            <a:off x="1115568" y="34015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115568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D2V1</a:t>
            </a:r>
            <a:endParaRPr lang="en-US" sz="1200" dirty="0"/>
          </a:p>
        </p:txBody>
      </p:sp>
      <p:sp>
        <p:nvSpPr>
          <p:cNvPr id="55" name="plot 38"/>
          <p:cNvSpPr/>
          <p:nvPr/>
        </p:nvSpPr>
        <p:spPr>
          <a:xfrm>
            <a:off x="1755648" y="34015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755648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D1V3</a:t>
            </a:r>
            <a:endParaRPr lang="en-US" sz="1200" dirty="0"/>
          </a:p>
        </p:txBody>
      </p:sp>
      <p:sp>
        <p:nvSpPr>
          <p:cNvPr id="57" name="plot 35"/>
          <p:cNvSpPr/>
          <p:nvPr/>
        </p:nvSpPr>
        <p:spPr>
          <a:xfrm>
            <a:off x="2523744" y="34015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523744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D2V2</a:t>
            </a:r>
            <a:endParaRPr lang="en-US" sz="1200" dirty="0"/>
          </a:p>
        </p:txBody>
      </p:sp>
      <p:sp>
        <p:nvSpPr>
          <p:cNvPr id="59" name="plot 30"/>
          <p:cNvSpPr/>
          <p:nvPr/>
        </p:nvSpPr>
        <p:spPr>
          <a:xfrm>
            <a:off x="3163824" y="34015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163824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D1V2</a:t>
            </a:r>
            <a:endParaRPr lang="en-US" sz="1200" dirty="0"/>
          </a:p>
        </p:txBody>
      </p:sp>
      <p:sp>
        <p:nvSpPr>
          <p:cNvPr id="61" name="plot 27"/>
          <p:cNvSpPr/>
          <p:nvPr/>
        </p:nvSpPr>
        <p:spPr>
          <a:xfrm>
            <a:off x="3803904" y="34015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803904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D2V3</a:t>
            </a:r>
            <a:endParaRPr lang="en-US" sz="1200" dirty="0"/>
          </a:p>
        </p:txBody>
      </p:sp>
      <p:sp>
        <p:nvSpPr>
          <p:cNvPr id="63" name="plot 22"/>
          <p:cNvSpPr/>
          <p:nvPr/>
        </p:nvSpPr>
        <p:spPr>
          <a:xfrm>
            <a:off x="4572000" y="34015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572000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D2V1</a:t>
            </a:r>
            <a:endParaRPr lang="en-US" sz="1200" dirty="0"/>
          </a:p>
        </p:txBody>
      </p:sp>
      <p:sp>
        <p:nvSpPr>
          <p:cNvPr id="65" name="plot 19"/>
          <p:cNvSpPr/>
          <p:nvPr/>
        </p:nvSpPr>
        <p:spPr>
          <a:xfrm>
            <a:off x="5212080" y="34015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212080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D2V2</a:t>
            </a:r>
            <a:endParaRPr lang="en-US" sz="1200" dirty="0"/>
          </a:p>
        </p:txBody>
      </p:sp>
      <p:sp>
        <p:nvSpPr>
          <p:cNvPr id="67" name="plot 14"/>
          <p:cNvSpPr/>
          <p:nvPr/>
        </p:nvSpPr>
        <p:spPr>
          <a:xfrm>
            <a:off x="5852160" y="340156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852160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D4V1</a:t>
            </a:r>
            <a:endParaRPr lang="en-US" sz="1200" dirty="0"/>
          </a:p>
        </p:txBody>
      </p:sp>
      <p:sp>
        <p:nvSpPr>
          <p:cNvPr id="69" name="plot 11"/>
          <p:cNvSpPr/>
          <p:nvPr/>
        </p:nvSpPr>
        <p:spPr>
          <a:xfrm>
            <a:off x="6620256" y="3401568"/>
            <a:ext cx="603504" cy="877824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70" name="Text 68"/>
          <p:cNvSpPr txBox="1"/>
          <p:nvPr/>
        </p:nvSpPr>
        <p:spPr>
          <a:xfrm>
            <a:off x="6620256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D3V2</a:t>
            </a:r>
            <a:endParaRPr lang="en-US" sz="1200" dirty="0"/>
          </a:p>
        </p:txBody>
      </p:sp>
      <p:sp>
        <p:nvSpPr>
          <p:cNvPr id="71" name="plot 6"/>
          <p:cNvSpPr/>
          <p:nvPr/>
        </p:nvSpPr>
        <p:spPr>
          <a:xfrm>
            <a:off x="7260336" y="3401568"/>
            <a:ext cx="603504" cy="877824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72" name="Text 70"/>
          <p:cNvSpPr txBox="1"/>
          <p:nvPr/>
        </p:nvSpPr>
        <p:spPr>
          <a:xfrm>
            <a:off x="7260336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D4V3</a:t>
            </a:r>
            <a:endParaRPr lang="en-US" sz="1200" dirty="0"/>
          </a:p>
        </p:txBody>
      </p:sp>
      <p:sp>
        <p:nvSpPr>
          <p:cNvPr id="73" name="plot 3"/>
          <p:cNvSpPr/>
          <p:nvPr/>
        </p:nvSpPr>
        <p:spPr>
          <a:xfrm>
            <a:off x="7900416" y="3401568"/>
            <a:ext cx="603504" cy="87782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74" name="Text 72"/>
          <p:cNvSpPr txBox="1"/>
          <p:nvPr/>
        </p:nvSpPr>
        <p:spPr>
          <a:xfrm>
            <a:off x="7900416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D1V3</a:t>
            </a:r>
            <a:endParaRPr lang="en-US" sz="1200" dirty="0"/>
          </a:p>
        </p:txBody>
      </p:sp>
      <p:sp>
        <p:nvSpPr>
          <p:cNvPr id="75" name="plot 45"/>
          <p:cNvSpPr/>
          <p:nvPr/>
        </p:nvSpPr>
        <p:spPr>
          <a:xfrm>
            <a:off x="475488" y="459028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475488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D4V2</a:t>
            </a:r>
            <a:endParaRPr lang="en-US" sz="1200" dirty="0"/>
          </a:p>
        </p:txBody>
      </p:sp>
      <p:sp>
        <p:nvSpPr>
          <p:cNvPr id="77" name="plot 44"/>
          <p:cNvSpPr/>
          <p:nvPr/>
        </p:nvSpPr>
        <p:spPr>
          <a:xfrm>
            <a:off x="1115568" y="459028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115568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D3V2</a:t>
            </a:r>
            <a:endParaRPr lang="en-US" sz="1200" dirty="0"/>
          </a:p>
        </p:txBody>
      </p:sp>
      <p:sp>
        <p:nvSpPr>
          <p:cNvPr id="79" name="plot 37"/>
          <p:cNvSpPr/>
          <p:nvPr/>
        </p:nvSpPr>
        <p:spPr>
          <a:xfrm>
            <a:off x="1755648" y="459028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755648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D3V1</a:t>
            </a:r>
            <a:endParaRPr lang="en-US" sz="1200" dirty="0"/>
          </a:p>
        </p:txBody>
      </p:sp>
      <p:sp>
        <p:nvSpPr>
          <p:cNvPr id="81" name="plot 36"/>
          <p:cNvSpPr/>
          <p:nvPr/>
        </p:nvSpPr>
        <p:spPr>
          <a:xfrm>
            <a:off x="2523744" y="459028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2523744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D3V1</a:t>
            </a:r>
            <a:endParaRPr lang="en-US" sz="1200" dirty="0"/>
          </a:p>
        </p:txBody>
      </p:sp>
      <p:sp>
        <p:nvSpPr>
          <p:cNvPr id="83" name="plot 29"/>
          <p:cNvSpPr/>
          <p:nvPr/>
        </p:nvSpPr>
        <p:spPr>
          <a:xfrm>
            <a:off x="3163824" y="459028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3163824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D3V3</a:t>
            </a:r>
            <a:endParaRPr lang="en-US" sz="1200" dirty="0"/>
          </a:p>
        </p:txBody>
      </p:sp>
      <p:sp>
        <p:nvSpPr>
          <p:cNvPr id="85" name="plot 28"/>
          <p:cNvSpPr/>
          <p:nvPr/>
        </p:nvSpPr>
        <p:spPr>
          <a:xfrm>
            <a:off x="3803904" y="459028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3803904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D4V1</a:t>
            </a:r>
            <a:endParaRPr lang="en-US" sz="1200" dirty="0"/>
          </a:p>
        </p:txBody>
      </p:sp>
      <p:sp>
        <p:nvSpPr>
          <p:cNvPr id="87" name="plot 21"/>
          <p:cNvSpPr/>
          <p:nvPr/>
        </p:nvSpPr>
        <p:spPr>
          <a:xfrm>
            <a:off x="4572000" y="459028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4572000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D3V3</a:t>
            </a:r>
            <a:endParaRPr lang="en-US" sz="1200" dirty="0"/>
          </a:p>
        </p:txBody>
      </p:sp>
      <p:sp>
        <p:nvSpPr>
          <p:cNvPr id="89" name="plot 20"/>
          <p:cNvSpPr/>
          <p:nvPr/>
        </p:nvSpPr>
        <p:spPr>
          <a:xfrm>
            <a:off x="5212080" y="4590288"/>
            <a:ext cx="603504" cy="8778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5212080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D4V3</a:t>
            </a:r>
            <a:endParaRPr lang="en-US" sz="1200" dirty="0"/>
          </a:p>
        </p:txBody>
      </p:sp>
      <p:sp>
        <p:nvSpPr>
          <p:cNvPr id="91" name="plot 13"/>
          <p:cNvSpPr/>
          <p:nvPr/>
        </p:nvSpPr>
        <p:spPr>
          <a:xfrm>
            <a:off x="5852160" y="459028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5852160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D1V2</a:t>
            </a:r>
            <a:endParaRPr lang="en-US" sz="1200" dirty="0"/>
          </a:p>
        </p:txBody>
      </p:sp>
      <p:sp>
        <p:nvSpPr>
          <p:cNvPr id="93" name="plot 12"/>
          <p:cNvSpPr/>
          <p:nvPr/>
        </p:nvSpPr>
        <p:spPr>
          <a:xfrm>
            <a:off x="6620256" y="4590288"/>
            <a:ext cx="603504" cy="877824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94" name="Text 92"/>
          <p:cNvSpPr txBox="1"/>
          <p:nvPr/>
        </p:nvSpPr>
        <p:spPr>
          <a:xfrm>
            <a:off x="6620256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D4V1</a:t>
            </a:r>
            <a:endParaRPr lang="en-US" sz="1200" dirty="0"/>
          </a:p>
        </p:txBody>
      </p:sp>
      <p:sp>
        <p:nvSpPr>
          <p:cNvPr id="95" name="plot 5"/>
          <p:cNvSpPr/>
          <p:nvPr/>
        </p:nvSpPr>
        <p:spPr>
          <a:xfrm>
            <a:off x="7260336" y="4590288"/>
            <a:ext cx="603504" cy="87782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96" name="Text 94"/>
          <p:cNvSpPr txBox="1"/>
          <p:nvPr/>
        </p:nvSpPr>
        <p:spPr>
          <a:xfrm>
            <a:off x="7260336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D1V2</a:t>
            </a:r>
            <a:endParaRPr lang="en-US" sz="1200" dirty="0"/>
          </a:p>
        </p:txBody>
      </p:sp>
      <p:sp>
        <p:nvSpPr>
          <p:cNvPr id="97" name="plot 4"/>
          <p:cNvSpPr/>
          <p:nvPr/>
        </p:nvSpPr>
        <p:spPr>
          <a:xfrm>
            <a:off x="7900416" y="4590288"/>
            <a:ext cx="603504" cy="87782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98" name="Text 96"/>
          <p:cNvSpPr txBox="1"/>
          <p:nvPr/>
        </p:nvSpPr>
        <p:spPr>
          <a:xfrm>
            <a:off x="7900416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D3V1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457200" y="2194560"/>
            <a:ext cx="8065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00" dirty="0"/>
          </a:p>
        </p:txBody>
      </p:sp>
      <p:sp>
        <p:nvSpPr>
          <p:cNvPr id="100" name="Text 98"/>
          <p:cNvSpPr txBox="1"/>
          <p:nvPr/>
        </p:nvSpPr>
        <p:spPr>
          <a:xfrm>
            <a:off x="457200" y="4297680"/>
            <a:ext cx="8065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00" dirty="0"/>
          </a:p>
        </p:txBody>
      </p:sp>
      <p:sp>
        <p:nvSpPr>
          <p:cNvPr id="101" name="Text 99"/>
          <p:cNvSpPr txBox="1"/>
          <p:nvPr/>
        </p:nvSpPr>
        <p:spPr>
          <a:xfrm>
            <a:off x="457200" y="5532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200" dirty="0"/>
          </a:p>
        </p:txBody>
      </p:sp>
      <p:sp>
        <p:nvSpPr>
          <p:cNvPr id="102" name="Text 100"/>
          <p:cNvSpPr txBox="1"/>
          <p:nvPr/>
        </p:nvSpPr>
        <p:spPr>
          <a:xfrm>
            <a:off x="2505456" y="5532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200" dirty="0"/>
          </a:p>
        </p:txBody>
      </p:sp>
      <p:sp>
        <p:nvSpPr>
          <p:cNvPr id="103" name="Text 101"/>
          <p:cNvSpPr txBox="1"/>
          <p:nvPr/>
        </p:nvSpPr>
        <p:spPr>
          <a:xfrm>
            <a:off x="4553712" y="5532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200" dirty="0"/>
          </a:p>
        </p:txBody>
      </p:sp>
      <p:sp>
        <p:nvSpPr>
          <p:cNvPr id="104" name="Text 102"/>
          <p:cNvSpPr txBox="1"/>
          <p:nvPr/>
        </p:nvSpPr>
        <p:spPr>
          <a:xfrm>
            <a:off x="6601968" y="5532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control</a:t>
            </a:r>
            <a:endParaRPr lang="en-US" sz="1200" dirty="0"/>
          </a:p>
        </p:txBody>
      </p:sp>
      <p:sp>
        <p:nvSpPr>
          <p:cNvPr id="105" name="legend Vegetative"/>
          <p:cNvSpPr/>
          <p:nvPr/>
        </p:nvSpPr>
        <p:spPr>
          <a:xfrm>
            <a:off x="8887968" y="1325880"/>
            <a:ext cx="320040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9299448" y="13075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Vegetative</a:t>
            </a:r>
            <a:endParaRPr lang="en-US" sz="1400" dirty="0"/>
          </a:p>
        </p:txBody>
      </p:sp>
      <p:sp>
        <p:nvSpPr>
          <p:cNvPr id="107" name="legend Flowering"/>
          <p:cNvSpPr/>
          <p:nvPr/>
        </p:nvSpPr>
        <p:spPr>
          <a:xfrm>
            <a:off x="8887968" y="1737360"/>
            <a:ext cx="320040" cy="27432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9299448" y="17190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Flowering</a:t>
            </a:r>
            <a:endParaRPr lang="en-US" sz="1400" dirty="0"/>
          </a:p>
        </p:txBody>
      </p:sp>
      <p:sp>
        <p:nvSpPr>
          <p:cNvPr id="109" name="legend Pod formation"/>
          <p:cNvSpPr/>
          <p:nvPr/>
        </p:nvSpPr>
        <p:spPr>
          <a:xfrm>
            <a:off x="8887968" y="2148840"/>
            <a:ext cx="320040" cy="27432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9299448" y="21305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formation</a:t>
            </a:r>
            <a:endParaRPr lang="en-US" sz="1400" dirty="0"/>
          </a:p>
        </p:txBody>
      </p:sp>
      <p:sp>
        <p:nvSpPr>
          <p:cNvPr id="111" name="legend healthy"/>
          <p:cNvSpPr/>
          <p:nvPr/>
        </p:nvSpPr>
        <p:spPr>
          <a:xfrm>
            <a:off x="8887968" y="2651760"/>
            <a:ext cx="320040" cy="2743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112" name="Text 110"/>
          <p:cNvSpPr txBox="1"/>
          <p:nvPr/>
        </p:nvSpPr>
        <p:spPr>
          <a:xfrm>
            <a:off x="9299448" y="263347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(uninoculated) plot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87968" y="3200400"/>
          <a:ext cx="2843784" cy="914400"/>
        </p:xfrm>
        <a:graphic>
          <a:graphicData uri="http://schemas.openxmlformats.org/drawingml/2006/table">
            <a:tbl>
              <a:tblPr/>
              <a:tblGrid>
                <a:gridCol w="1137514"/>
                <a:gridCol w="767822"/>
                <a:gridCol w="938449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Plots H/D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 H/D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Vegetative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/ 160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/ 290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03/03 (26 DAI): all flowering except D1V1, now at pod formation</a:t>
            </a:r>
            <a:endParaRPr lang="en-US" sz="2600" dirty="0"/>
          </a:p>
        </p:txBody>
      </p:sp>
      <p:sp>
        <p:nvSpPr>
          <p:cNvPr id="3" name="plot 48"/>
          <p:cNvSpPr/>
          <p:nvPr/>
        </p:nvSpPr>
        <p:spPr>
          <a:xfrm>
            <a:off x="475488" y="129844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5488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D3V3</a:t>
            </a:r>
            <a:endParaRPr lang="en-US" sz="1200" dirty="0"/>
          </a:p>
        </p:txBody>
      </p:sp>
      <p:sp>
        <p:nvSpPr>
          <p:cNvPr id="5" name="plot 41"/>
          <p:cNvSpPr/>
          <p:nvPr/>
        </p:nvSpPr>
        <p:spPr>
          <a:xfrm>
            <a:off x="1115568" y="129844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D1V1</a:t>
            </a:r>
            <a:endParaRPr lang="en-US" sz="1200" dirty="0"/>
          </a:p>
        </p:txBody>
      </p:sp>
      <p:sp>
        <p:nvSpPr>
          <p:cNvPr id="7" name="plot 40"/>
          <p:cNvSpPr/>
          <p:nvPr/>
        </p:nvSpPr>
        <p:spPr>
          <a:xfrm>
            <a:off x="1755648" y="129844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55648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D2V3</a:t>
            </a:r>
            <a:endParaRPr lang="en-US" sz="1200" dirty="0"/>
          </a:p>
        </p:txBody>
      </p:sp>
      <p:sp>
        <p:nvSpPr>
          <p:cNvPr id="9" name="plot 33"/>
          <p:cNvSpPr/>
          <p:nvPr/>
        </p:nvSpPr>
        <p:spPr>
          <a:xfrm>
            <a:off x="2523744" y="129844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23744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D4V3</a:t>
            </a:r>
            <a:endParaRPr lang="en-US" sz="1200" dirty="0"/>
          </a:p>
        </p:txBody>
      </p:sp>
      <p:sp>
        <p:nvSpPr>
          <p:cNvPr id="11" name="plot 32"/>
          <p:cNvSpPr/>
          <p:nvPr/>
        </p:nvSpPr>
        <p:spPr>
          <a:xfrm>
            <a:off x="3163824" y="129844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63824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D3V2</a:t>
            </a:r>
            <a:endParaRPr lang="en-US" sz="1200" dirty="0"/>
          </a:p>
        </p:txBody>
      </p:sp>
      <p:sp>
        <p:nvSpPr>
          <p:cNvPr id="13" name="plot 25"/>
          <p:cNvSpPr/>
          <p:nvPr/>
        </p:nvSpPr>
        <p:spPr>
          <a:xfrm>
            <a:off x="3803904" y="129844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03904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D1V3</a:t>
            </a:r>
            <a:endParaRPr lang="en-US" sz="1200" dirty="0"/>
          </a:p>
        </p:txBody>
      </p:sp>
      <p:sp>
        <p:nvSpPr>
          <p:cNvPr id="15" name="plot 24"/>
          <p:cNvSpPr/>
          <p:nvPr/>
        </p:nvSpPr>
        <p:spPr>
          <a:xfrm>
            <a:off x="4572000" y="129844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D1V1</a:t>
            </a:r>
            <a:endParaRPr lang="en-US" sz="1200" dirty="0"/>
          </a:p>
        </p:txBody>
      </p:sp>
      <p:sp>
        <p:nvSpPr>
          <p:cNvPr id="17" name="plot 17"/>
          <p:cNvSpPr/>
          <p:nvPr/>
        </p:nvSpPr>
        <p:spPr>
          <a:xfrm>
            <a:off x="5212080" y="129844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D3V2</a:t>
            </a:r>
            <a:endParaRPr lang="en-US" sz="1200" dirty="0"/>
          </a:p>
        </p:txBody>
      </p:sp>
      <p:sp>
        <p:nvSpPr>
          <p:cNvPr id="19" name="plot 16"/>
          <p:cNvSpPr/>
          <p:nvPr/>
        </p:nvSpPr>
        <p:spPr>
          <a:xfrm>
            <a:off x="5852160" y="129844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52160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D2V3</a:t>
            </a:r>
            <a:endParaRPr lang="en-US" sz="1200" dirty="0"/>
          </a:p>
        </p:txBody>
      </p:sp>
      <p:sp>
        <p:nvSpPr>
          <p:cNvPr id="21" name="plot 9"/>
          <p:cNvSpPr/>
          <p:nvPr/>
        </p:nvSpPr>
        <p:spPr>
          <a:xfrm>
            <a:off x="6620256" y="1298448"/>
            <a:ext cx="603504" cy="87782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6620256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D2V1</a:t>
            </a:r>
            <a:endParaRPr lang="en-US" sz="1200" dirty="0"/>
          </a:p>
        </p:txBody>
      </p:sp>
      <p:sp>
        <p:nvSpPr>
          <p:cNvPr id="23" name="plot 8"/>
          <p:cNvSpPr/>
          <p:nvPr/>
        </p:nvSpPr>
        <p:spPr>
          <a:xfrm>
            <a:off x="7260336" y="1298448"/>
            <a:ext cx="603504" cy="87782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7260336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D2V3</a:t>
            </a:r>
            <a:endParaRPr lang="en-US" sz="1200" dirty="0"/>
          </a:p>
        </p:txBody>
      </p:sp>
      <p:sp>
        <p:nvSpPr>
          <p:cNvPr id="25" name="plot 1"/>
          <p:cNvSpPr/>
          <p:nvPr/>
        </p:nvSpPr>
        <p:spPr>
          <a:xfrm>
            <a:off x="7900416" y="1298448"/>
            <a:ext cx="603504" cy="87782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7900416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D4V2</a:t>
            </a:r>
            <a:endParaRPr lang="en-US" sz="1200" dirty="0"/>
          </a:p>
        </p:txBody>
      </p:sp>
      <p:sp>
        <p:nvSpPr>
          <p:cNvPr id="27" name="plot 47"/>
          <p:cNvSpPr/>
          <p:nvPr/>
        </p:nvSpPr>
        <p:spPr>
          <a:xfrm>
            <a:off x="475488" y="24871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5488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D4V1</a:t>
            </a:r>
            <a:endParaRPr lang="en-US" sz="1200" dirty="0"/>
          </a:p>
        </p:txBody>
      </p:sp>
      <p:sp>
        <p:nvSpPr>
          <p:cNvPr id="29" name="plot 42"/>
          <p:cNvSpPr/>
          <p:nvPr/>
        </p:nvSpPr>
        <p:spPr>
          <a:xfrm>
            <a:off x="1115568" y="24871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115568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D1V2</a:t>
            </a:r>
            <a:endParaRPr lang="en-US" sz="1200" dirty="0"/>
          </a:p>
        </p:txBody>
      </p:sp>
      <p:sp>
        <p:nvSpPr>
          <p:cNvPr id="31" name="plot 39"/>
          <p:cNvSpPr/>
          <p:nvPr/>
        </p:nvSpPr>
        <p:spPr>
          <a:xfrm>
            <a:off x="1755648" y="24871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755648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D2V2</a:t>
            </a:r>
            <a:endParaRPr lang="en-US" sz="1200" dirty="0"/>
          </a:p>
        </p:txBody>
      </p:sp>
      <p:sp>
        <p:nvSpPr>
          <p:cNvPr id="33" name="plot 34"/>
          <p:cNvSpPr/>
          <p:nvPr/>
        </p:nvSpPr>
        <p:spPr>
          <a:xfrm>
            <a:off x="2523744" y="248716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523744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D1V1</a:t>
            </a:r>
            <a:endParaRPr lang="en-US" sz="1200" dirty="0"/>
          </a:p>
        </p:txBody>
      </p:sp>
      <p:sp>
        <p:nvSpPr>
          <p:cNvPr id="35" name="plot 31"/>
          <p:cNvSpPr/>
          <p:nvPr/>
        </p:nvSpPr>
        <p:spPr>
          <a:xfrm>
            <a:off x="3163824" y="24871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163824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D2V1</a:t>
            </a:r>
            <a:endParaRPr lang="en-US" sz="1200" dirty="0"/>
          </a:p>
        </p:txBody>
      </p:sp>
      <p:sp>
        <p:nvSpPr>
          <p:cNvPr id="37" name="plot 26"/>
          <p:cNvSpPr/>
          <p:nvPr/>
        </p:nvSpPr>
        <p:spPr>
          <a:xfrm>
            <a:off x="3803904" y="24871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803904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D4V2</a:t>
            </a:r>
            <a:endParaRPr lang="en-US" sz="1200" dirty="0"/>
          </a:p>
        </p:txBody>
      </p:sp>
      <p:sp>
        <p:nvSpPr>
          <p:cNvPr id="39" name="plot 23"/>
          <p:cNvSpPr/>
          <p:nvPr/>
        </p:nvSpPr>
        <p:spPr>
          <a:xfrm>
            <a:off x="4572000" y="24871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72000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D1V3</a:t>
            </a:r>
            <a:endParaRPr lang="en-US" sz="1200" dirty="0"/>
          </a:p>
        </p:txBody>
      </p:sp>
      <p:sp>
        <p:nvSpPr>
          <p:cNvPr id="41" name="plot 18"/>
          <p:cNvSpPr/>
          <p:nvPr/>
        </p:nvSpPr>
        <p:spPr>
          <a:xfrm>
            <a:off x="5212080" y="24871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212080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D4V2</a:t>
            </a:r>
            <a:endParaRPr lang="en-US" sz="1200" dirty="0"/>
          </a:p>
        </p:txBody>
      </p:sp>
      <p:sp>
        <p:nvSpPr>
          <p:cNvPr id="43" name="plot 15"/>
          <p:cNvSpPr/>
          <p:nvPr/>
        </p:nvSpPr>
        <p:spPr>
          <a:xfrm>
            <a:off x="5852160" y="24871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852160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D3V1</a:t>
            </a:r>
            <a:endParaRPr lang="en-US" sz="1200" dirty="0"/>
          </a:p>
        </p:txBody>
      </p:sp>
      <p:sp>
        <p:nvSpPr>
          <p:cNvPr id="45" name="plot 10"/>
          <p:cNvSpPr/>
          <p:nvPr/>
        </p:nvSpPr>
        <p:spPr>
          <a:xfrm>
            <a:off x="6620256" y="2487168"/>
            <a:ext cx="603504" cy="87782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46" name="Text 44"/>
          <p:cNvSpPr txBox="1"/>
          <p:nvPr/>
        </p:nvSpPr>
        <p:spPr>
          <a:xfrm>
            <a:off x="6620256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D3V3</a:t>
            </a:r>
            <a:endParaRPr lang="en-US" sz="1200" dirty="0"/>
          </a:p>
        </p:txBody>
      </p:sp>
      <p:sp>
        <p:nvSpPr>
          <p:cNvPr id="47" name="plot 7"/>
          <p:cNvSpPr/>
          <p:nvPr/>
        </p:nvSpPr>
        <p:spPr>
          <a:xfrm>
            <a:off x="7260336" y="2487168"/>
            <a:ext cx="603504" cy="877824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48" name="Text 46"/>
          <p:cNvSpPr txBox="1"/>
          <p:nvPr/>
        </p:nvSpPr>
        <p:spPr>
          <a:xfrm>
            <a:off x="7260336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D1V1</a:t>
            </a:r>
            <a:endParaRPr lang="en-US" sz="1200" dirty="0"/>
          </a:p>
        </p:txBody>
      </p:sp>
      <p:sp>
        <p:nvSpPr>
          <p:cNvPr id="49" name="plot 2"/>
          <p:cNvSpPr/>
          <p:nvPr/>
        </p:nvSpPr>
        <p:spPr>
          <a:xfrm>
            <a:off x="7900416" y="2487168"/>
            <a:ext cx="603504" cy="87782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50" name="Text 48"/>
          <p:cNvSpPr txBox="1"/>
          <p:nvPr/>
        </p:nvSpPr>
        <p:spPr>
          <a:xfrm>
            <a:off x="7900416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D2V2</a:t>
            </a:r>
            <a:endParaRPr lang="en-US" sz="1200" dirty="0"/>
          </a:p>
        </p:txBody>
      </p:sp>
      <p:sp>
        <p:nvSpPr>
          <p:cNvPr id="51" name="plot 46"/>
          <p:cNvSpPr/>
          <p:nvPr/>
        </p:nvSpPr>
        <p:spPr>
          <a:xfrm>
            <a:off x="475488" y="34015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75488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D4V3</a:t>
            </a:r>
            <a:endParaRPr lang="en-US" sz="1200" dirty="0"/>
          </a:p>
        </p:txBody>
      </p:sp>
      <p:sp>
        <p:nvSpPr>
          <p:cNvPr id="53" name="plot 43"/>
          <p:cNvSpPr/>
          <p:nvPr/>
        </p:nvSpPr>
        <p:spPr>
          <a:xfrm>
            <a:off x="1115568" y="34015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115568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D2V1</a:t>
            </a:r>
            <a:endParaRPr lang="en-US" sz="1200" dirty="0"/>
          </a:p>
        </p:txBody>
      </p:sp>
      <p:sp>
        <p:nvSpPr>
          <p:cNvPr id="55" name="plot 38"/>
          <p:cNvSpPr/>
          <p:nvPr/>
        </p:nvSpPr>
        <p:spPr>
          <a:xfrm>
            <a:off x="1755648" y="34015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755648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D1V3</a:t>
            </a:r>
            <a:endParaRPr lang="en-US" sz="1200" dirty="0"/>
          </a:p>
        </p:txBody>
      </p:sp>
      <p:sp>
        <p:nvSpPr>
          <p:cNvPr id="57" name="plot 35"/>
          <p:cNvSpPr/>
          <p:nvPr/>
        </p:nvSpPr>
        <p:spPr>
          <a:xfrm>
            <a:off x="2523744" y="34015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523744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D2V2</a:t>
            </a:r>
            <a:endParaRPr lang="en-US" sz="1200" dirty="0"/>
          </a:p>
        </p:txBody>
      </p:sp>
      <p:sp>
        <p:nvSpPr>
          <p:cNvPr id="59" name="plot 30"/>
          <p:cNvSpPr/>
          <p:nvPr/>
        </p:nvSpPr>
        <p:spPr>
          <a:xfrm>
            <a:off x="3163824" y="34015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163824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D1V2</a:t>
            </a:r>
            <a:endParaRPr lang="en-US" sz="1200" dirty="0"/>
          </a:p>
        </p:txBody>
      </p:sp>
      <p:sp>
        <p:nvSpPr>
          <p:cNvPr id="61" name="plot 27"/>
          <p:cNvSpPr/>
          <p:nvPr/>
        </p:nvSpPr>
        <p:spPr>
          <a:xfrm>
            <a:off x="3803904" y="34015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803904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D2V3</a:t>
            </a:r>
            <a:endParaRPr lang="en-US" sz="1200" dirty="0"/>
          </a:p>
        </p:txBody>
      </p:sp>
      <p:sp>
        <p:nvSpPr>
          <p:cNvPr id="63" name="plot 22"/>
          <p:cNvSpPr/>
          <p:nvPr/>
        </p:nvSpPr>
        <p:spPr>
          <a:xfrm>
            <a:off x="4572000" y="34015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572000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D2V1</a:t>
            </a:r>
            <a:endParaRPr lang="en-US" sz="1200" dirty="0"/>
          </a:p>
        </p:txBody>
      </p:sp>
      <p:sp>
        <p:nvSpPr>
          <p:cNvPr id="65" name="plot 19"/>
          <p:cNvSpPr/>
          <p:nvPr/>
        </p:nvSpPr>
        <p:spPr>
          <a:xfrm>
            <a:off x="5212080" y="34015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212080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D2V2</a:t>
            </a:r>
            <a:endParaRPr lang="en-US" sz="1200" dirty="0"/>
          </a:p>
        </p:txBody>
      </p:sp>
      <p:sp>
        <p:nvSpPr>
          <p:cNvPr id="67" name="plot 14"/>
          <p:cNvSpPr/>
          <p:nvPr/>
        </p:nvSpPr>
        <p:spPr>
          <a:xfrm>
            <a:off x="5852160" y="34015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852160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D4V1</a:t>
            </a:r>
            <a:endParaRPr lang="en-US" sz="1200" dirty="0"/>
          </a:p>
        </p:txBody>
      </p:sp>
      <p:sp>
        <p:nvSpPr>
          <p:cNvPr id="69" name="plot 11"/>
          <p:cNvSpPr/>
          <p:nvPr/>
        </p:nvSpPr>
        <p:spPr>
          <a:xfrm>
            <a:off x="6620256" y="3401568"/>
            <a:ext cx="603504" cy="87782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70" name="Text 68"/>
          <p:cNvSpPr txBox="1"/>
          <p:nvPr/>
        </p:nvSpPr>
        <p:spPr>
          <a:xfrm>
            <a:off x="6620256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D3V2</a:t>
            </a:r>
            <a:endParaRPr lang="en-US" sz="1200" dirty="0"/>
          </a:p>
        </p:txBody>
      </p:sp>
      <p:sp>
        <p:nvSpPr>
          <p:cNvPr id="71" name="plot 6"/>
          <p:cNvSpPr/>
          <p:nvPr/>
        </p:nvSpPr>
        <p:spPr>
          <a:xfrm>
            <a:off x="7260336" y="3401568"/>
            <a:ext cx="603504" cy="87782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72" name="Text 70"/>
          <p:cNvSpPr txBox="1"/>
          <p:nvPr/>
        </p:nvSpPr>
        <p:spPr>
          <a:xfrm>
            <a:off x="7260336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D4V3</a:t>
            </a:r>
            <a:endParaRPr lang="en-US" sz="1200" dirty="0"/>
          </a:p>
        </p:txBody>
      </p:sp>
      <p:sp>
        <p:nvSpPr>
          <p:cNvPr id="73" name="plot 3"/>
          <p:cNvSpPr/>
          <p:nvPr/>
        </p:nvSpPr>
        <p:spPr>
          <a:xfrm>
            <a:off x="7900416" y="3401568"/>
            <a:ext cx="603504" cy="87782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74" name="Text 72"/>
          <p:cNvSpPr txBox="1"/>
          <p:nvPr/>
        </p:nvSpPr>
        <p:spPr>
          <a:xfrm>
            <a:off x="7900416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D1V3</a:t>
            </a:r>
            <a:endParaRPr lang="en-US" sz="1200" dirty="0"/>
          </a:p>
        </p:txBody>
      </p:sp>
      <p:sp>
        <p:nvSpPr>
          <p:cNvPr id="75" name="plot 45"/>
          <p:cNvSpPr/>
          <p:nvPr/>
        </p:nvSpPr>
        <p:spPr>
          <a:xfrm>
            <a:off x="475488" y="459028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475488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D4V2</a:t>
            </a:r>
            <a:endParaRPr lang="en-US" sz="1200" dirty="0"/>
          </a:p>
        </p:txBody>
      </p:sp>
      <p:sp>
        <p:nvSpPr>
          <p:cNvPr id="77" name="plot 44"/>
          <p:cNvSpPr/>
          <p:nvPr/>
        </p:nvSpPr>
        <p:spPr>
          <a:xfrm>
            <a:off x="1115568" y="459028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115568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D3V2</a:t>
            </a:r>
            <a:endParaRPr lang="en-US" sz="1200" dirty="0"/>
          </a:p>
        </p:txBody>
      </p:sp>
      <p:sp>
        <p:nvSpPr>
          <p:cNvPr id="79" name="plot 37"/>
          <p:cNvSpPr/>
          <p:nvPr/>
        </p:nvSpPr>
        <p:spPr>
          <a:xfrm>
            <a:off x="1755648" y="459028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755648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D3V1</a:t>
            </a:r>
            <a:endParaRPr lang="en-US" sz="1200" dirty="0"/>
          </a:p>
        </p:txBody>
      </p:sp>
      <p:sp>
        <p:nvSpPr>
          <p:cNvPr id="81" name="plot 36"/>
          <p:cNvSpPr/>
          <p:nvPr/>
        </p:nvSpPr>
        <p:spPr>
          <a:xfrm>
            <a:off x="2523744" y="459028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2523744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D3V1</a:t>
            </a:r>
            <a:endParaRPr lang="en-US" sz="1200" dirty="0"/>
          </a:p>
        </p:txBody>
      </p:sp>
      <p:sp>
        <p:nvSpPr>
          <p:cNvPr id="83" name="plot 29"/>
          <p:cNvSpPr/>
          <p:nvPr/>
        </p:nvSpPr>
        <p:spPr>
          <a:xfrm>
            <a:off x="3163824" y="459028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3163824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D3V3</a:t>
            </a:r>
            <a:endParaRPr lang="en-US" sz="1200" dirty="0"/>
          </a:p>
        </p:txBody>
      </p:sp>
      <p:sp>
        <p:nvSpPr>
          <p:cNvPr id="85" name="plot 28"/>
          <p:cNvSpPr/>
          <p:nvPr/>
        </p:nvSpPr>
        <p:spPr>
          <a:xfrm>
            <a:off x="3803904" y="459028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3803904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D4V1</a:t>
            </a:r>
            <a:endParaRPr lang="en-US" sz="1200" dirty="0"/>
          </a:p>
        </p:txBody>
      </p:sp>
      <p:sp>
        <p:nvSpPr>
          <p:cNvPr id="87" name="plot 21"/>
          <p:cNvSpPr/>
          <p:nvPr/>
        </p:nvSpPr>
        <p:spPr>
          <a:xfrm>
            <a:off x="4572000" y="459028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4572000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D3V3</a:t>
            </a:r>
            <a:endParaRPr lang="en-US" sz="1200" dirty="0"/>
          </a:p>
        </p:txBody>
      </p:sp>
      <p:sp>
        <p:nvSpPr>
          <p:cNvPr id="89" name="plot 20"/>
          <p:cNvSpPr/>
          <p:nvPr/>
        </p:nvSpPr>
        <p:spPr>
          <a:xfrm>
            <a:off x="5212080" y="459028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5212080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D4V3</a:t>
            </a:r>
            <a:endParaRPr lang="en-US" sz="1200" dirty="0"/>
          </a:p>
        </p:txBody>
      </p:sp>
      <p:sp>
        <p:nvSpPr>
          <p:cNvPr id="91" name="plot 13"/>
          <p:cNvSpPr/>
          <p:nvPr/>
        </p:nvSpPr>
        <p:spPr>
          <a:xfrm>
            <a:off x="5852160" y="459028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5852160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D1V2</a:t>
            </a:r>
            <a:endParaRPr lang="en-US" sz="1200" dirty="0"/>
          </a:p>
        </p:txBody>
      </p:sp>
      <p:sp>
        <p:nvSpPr>
          <p:cNvPr id="93" name="plot 12"/>
          <p:cNvSpPr/>
          <p:nvPr/>
        </p:nvSpPr>
        <p:spPr>
          <a:xfrm>
            <a:off x="6620256" y="4590288"/>
            <a:ext cx="603504" cy="87782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94" name="Text 92"/>
          <p:cNvSpPr txBox="1"/>
          <p:nvPr/>
        </p:nvSpPr>
        <p:spPr>
          <a:xfrm>
            <a:off x="6620256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D4V1</a:t>
            </a:r>
            <a:endParaRPr lang="en-US" sz="1200" dirty="0"/>
          </a:p>
        </p:txBody>
      </p:sp>
      <p:sp>
        <p:nvSpPr>
          <p:cNvPr id="95" name="plot 5"/>
          <p:cNvSpPr/>
          <p:nvPr/>
        </p:nvSpPr>
        <p:spPr>
          <a:xfrm>
            <a:off x="7260336" y="4590288"/>
            <a:ext cx="603504" cy="87782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96" name="Text 94"/>
          <p:cNvSpPr txBox="1"/>
          <p:nvPr/>
        </p:nvSpPr>
        <p:spPr>
          <a:xfrm>
            <a:off x="7260336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D1V2</a:t>
            </a:r>
            <a:endParaRPr lang="en-US" sz="1200" dirty="0"/>
          </a:p>
        </p:txBody>
      </p:sp>
      <p:sp>
        <p:nvSpPr>
          <p:cNvPr id="97" name="plot 4"/>
          <p:cNvSpPr/>
          <p:nvPr/>
        </p:nvSpPr>
        <p:spPr>
          <a:xfrm>
            <a:off x="7900416" y="4590288"/>
            <a:ext cx="603504" cy="87782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98" name="Text 96"/>
          <p:cNvSpPr txBox="1"/>
          <p:nvPr/>
        </p:nvSpPr>
        <p:spPr>
          <a:xfrm>
            <a:off x="7900416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D3V1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457200" y="2194560"/>
            <a:ext cx="8065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00" dirty="0"/>
          </a:p>
        </p:txBody>
      </p:sp>
      <p:sp>
        <p:nvSpPr>
          <p:cNvPr id="100" name="Text 98"/>
          <p:cNvSpPr txBox="1"/>
          <p:nvPr/>
        </p:nvSpPr>
        <p:spPr>
          <a:xfrm>
            <a:off x="457200" y="4297680"/>
            <a:ext cx="8065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00" dirty="0"/>
          </a:p>
        </p:txBody>
      </p:sp>
      <p:sp>
        <p:nvSpPr>
          <p:cNvPr id="101" name="Text 99"/>
          <p:cNvSpPr txBox="1"/>
          <p:nvPr/>
        </p:nvSpPr>
        <p:spPr>
          <a:xfrm>
            <a:off x="457200" y="5532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200" dirty="0"/>
          </a:p>
        </p:txBody>
      </p:sp>
      <p:sp>
        <p:nvSpPr>
          <p:cNvPr id="102" name="Text 100"/>
          <p:cNvSpPr txBox="1"/>
          <p:nvPr/>
        </p:nvSpPr>
        <p:spPr>
          <a:xfrm>
            <a:off x="2505456" y="5532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200" dirty="0"/>
          </a:p>
        </p:txBody>
      </p:sp>
      <p:sp>
        <p:nvSpPr>
          <p:cNvPr id="103" name="Text 101"/>
          <p:cNvSpPr txBox="1"/>
          <p:nvPr/>
        </p:nvSpPr>
        <p:spPr>
          <a:xfrm>
            <a:off x="4553712" y="5532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200" dirty="0"/>
          </a:p>
        </p:txBody>
      </p:sp>
      <p:sp>
        <p:nvSpPr>
          <p:cNvPr id="104" name="Text 102"/>
          <p:cNvSpPr txBox="1"/>
          <p:nvPr/>
        </p:nvSpPr>
        <p:spPr>
          <a:xfrm>
            <a:off x="6601968" y="5532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control</a:t>
            </a:r>
            <a:endParaRPr lang="en-US" sz="1200" dirty="0"/>
          </a:p>
        </p:txBody>
      </p:sp>
      <p:sp>
        <p:nvSpPr>
          <p:cNvPr id="105" name="legend Vegetative"/>
          <p:cNvSpPr/>
          <p:nvPr/>
        </p:nvSpPr>
        <p:spPr>
          <a:xfrm>
            <a:off x="8887968" y="1325880"/>
            <a:ext cx="320040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9299448" y="13075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Vegetative</a:t>
            </a:r>
            <a:endParaRPr lang="en-US" sz="1400" dirty="0"/>
          </a:p>
        </p:txBody>
      </p:sp>
      <p:sp>
        <p:nvSpPr>
          <p:cNvPr id="107" name="legend Flowering"/>
          <p:cNvSpPr/>
          <p:nvPr/>
        </p:nvSpPr>
        <p:spPr>
          <a:xfrm>
            <a:off x="8887968" y="1737360"/>
            <a:ext cx="320040" cy="27432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9299448" y="17190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Flowering</a:t>
            </a:r>
            <a:endParaRPr lang="en-US" sz="1400" dirty="0"/>
          </a:p>
        </p:txBody>
      </p:sp>
      <p:sp>
        <p:nvSpPr>
          <p:cNvPr id="109" name="legend Pod formation"/>
          <p:cNvSpPr/>
          <p:nvPr/>
        </p:nvSpPr>
        <p:spPr>
          <a:xfrm>
            <a:off x="8887968" y="2148840"/>
            <a:ext cx="320040" cy="27432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9299448" y="21305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formation</a:t>
            </a:r>
            <a:endParaRPr lang="en-US" sz="1400" dirty="0"/>
          </a:p>
        </p:txBody>
      </p:sp>
      <p:sp>
        <p:nvSpPr>
          <p:cNvPr id="111" name="legend healthy"/>
          <p:cNvSpPr/>
          <p:nvPr/>
        </p:nvSpPr>
        <p:spPr>
          <a:xfrm>
            <a:off x="8887968" y="2651760"/>
            <a:ext cx="320040" cy="2743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112" name="Text 110"/>
          <p:cNvSpPr txBox="1"/>
          <p:nvPr/>
        </p:nvSpPr>
        <p:spPr>
          <a:xfrm>
            <a:off x="9299448" y="263347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(uninoculated) plot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87968" y="3200400"/>
          <a:ext cx="2843784" cy="914400"/>
        </p:xfrm>
        <a:graphic>
          <a:graphicData uri="http://schemas.openxmlformats.org/drawingml/2006/table">
            <a:tbl>
              <a:tblPr/>
              <a:tblGrid>
                <a:gridCol w="1137514"/>
                <a:gridCol w="767822"/>
                <a:gridCol w="938449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Plots H/D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 H/D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/ 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 / 495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 formation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/ 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13/03 (36 DAI): D1-D3 are at pod formation and D4 is still flowering</a:t>
            </a:r>
            <a:endParaRPr lang="en-US" sz="2600" dirty="0"/>
          </a:p>
        </p:txBody>
      </p:sp>
      <p:sp>
        <p:nvSpPr>
          <p:cNvPr id="3" name="plot 48"/>
          <p:cNvSpPr/>
          <p:nvPr/>
        </p:nvSpPr>
        <p:spPr>
          <a:xfrm>
            <a:off x="475488" y="129844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5488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D3V3</a:t>
            </a:r>
            <a:endParaRPr lang="en-US" sz="1200" dirty="0"/>
          </a:p>
        </p:txBody>
      </p:sp>
      <p:sp>
        <p:nvSpPr>
          <p:cNvPr id="5" name="plot 41"/>
          <p:cNvSpPr/>
          <p:nvPr/>
        </p:nvSpPr>
        <p:spPr>
          <a:xfrm>
            <a:off x="1115568" y="129844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D1V1</a:t>
            </a:r>
            <a:endParaRPr lang="en-US" sz="1200" dirty="0"/>
          </a:p>
        </p:txBody>
      </p:sp>
      <p:sp>
        <p:nvSpPr>
          <p:cNvPr id="7" name="plot 40"/>
          <p:cNvSpPr/>
          <p:nvPr/>
        </p:nvSpPr>
        <p:spPr>
          <a:xfrm>
            <a:off x="1755648" y="129844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55648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D2V3</a:t>
            </a:r>
            <a:endParaRPr lang="en-US" sz="1200" dirty="0"/>
          </a:p>
        </p:txBody>
      </p:sp>
      <p:sp>
        <p:nvSpPr>
          <p:cNvPr id="9" name="plot 33"/>
          <p:cNvSpPr/>
          <p:nvPr/>
        </p:nvSpPr>
        <p:spPr>
          <a:xfrm>
            <a:off x="2523744" y="129844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23744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D4V3</a:t>
            </a:r>
            <a:endParaRPr lang="en-US" sz="1200" dirty="0"/>
          </a:p>
        </p:txBody>
      </p:sp>
      <p:sp>
        <p:nvSpPr>
          <p:cNvPr id="11" name="plot 32"/>
          <p:cNvSpPr/>
          <p:nvPr/>
        </p:nvSpPr>
        <p:spPr>
          <a:xfrm>
            <a:off x="3163824" y="129844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63824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D3V2</a:t>
            </a:r>
            <a:endParaRPr lang="en-US" sz="1200" dirty="0"/>
          </a:p>
        </p:txBody>
      </p:sp>
      <p:sp>
        <p:nvSpPr>
          <p:cNvPr id="13" name="plot 25"/>
          <p:cNvSpPr/>
          <p:nvPr/>
        </p:nvSpPr>
        <p:spPr>
          <a:xfrm>
            <a:off x="3803904" y="129844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03904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D1V3</a:t>
            </a:r>
            <a:endParaRPr lang="en-US" sz="1200" dirty="0"/>
          </a:p>
        </p:txBody>
      </p:sp>
      <p:sp>
        <p:nvSpPr>
          <p:cNvPr id="15" name="plot 24"/>
          <p:cNvSpPr/>
          <p:nvPr/>
        </p:nvSpPr>
        <p:spPr>
          <a:xfrm>
            <a:off x="4572000" y="129844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D1V1</a:t>
            </a:r>
            <a:endParaRPr lang="en-US" sz="1200" dirty="0"/>
          </a:p>
        </p:txBody>
      </p:sp>
      <p:sp>
        <p:nvSpPr>
          <p:cNvPr id="17" name="plot 17"/>
          <p:cNvSpPr/>
          <p:nvPr/>
        </p:nvSpPr>
        <p:spPr>
          <a:xfrm>
            <a:off x="5212080" y="129844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D3V2</a:t>
            </a:r>
            <a:endParaRPr lang="en-US" sz="1200" dirty="0"/>
          </a:p>
        </p:txBody>
      </p:sp>
      <p:sp>
        <p:nvSpPr>
          <p:cNvPr id="19" name="plot 16"/>
          <p:cNvSpPr/>
          <p:nvPr/>
        </p:nvSpPr>
        <p:spPr>
          <a:xfrm>
            <a:off x="5852160" y="129844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52160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D2V3</a:t>
            </a:r>
            <a:endParaRPr lang="en-US" sz="1200" dirty="0"/>
          </a:p>
        </p:txBody>
      </p:sp>
      <p:sp>
        <p:nvSpPr>
          <p:cNvPr id="21" name="plot 9"/>
          <p:cNvSpPr/>
          <p:nvPr/>
        </p:nvSpPr>
        <p:spPr>
          <a:xfrm>
            <a:off x="6620256" y="1298448"/>
            <a:ext cx="603504" cy="877824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6620256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D2V1</a:t>
            </a:r>
            <a:endParaRPr lang="en-US" sz="1200" dirty="0"/>
          </a:p>
        </p:txBody>
      </p:sp>
      <p:sp>
        <p:nvSpPr>
          <p:cNvPr id="23" name="plot 8"/>
          <p:cNvSpPr/>
          <p:nvPr/>
        </p:nvSpPr>
        <p:spPr>
          <a:xfrm>
            <a:off x="7260336" y="1298448"/>
            <a:ext cx="603504" cy="877824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7260336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D2V3</a:t>
            </a:r>
            <a:endParaRPr lang="en-US" sz="1200" dirty="0"/>
          </a:p>
        </p:txBody>
      </p:sp>
      <p:sp>
        <p:nvSpPr>
          <p:cNvPr id="25" name="plot 1"/>
          <p:cNvSpPr/>
          <p:nvPr/>
        </p:nvSpPr>
        <p:spPr>
          <a:xfrm>
            <a:off x="7900416" y="1298448"/>
            <a:ext cx="603504" cy="87782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7900416" y="129844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D4V2</a:t>
            </a:r>
            <a:endParaRPr lang="en-US" sz="1200" dirty="0"/>
          </a:p>
        </p:txBody>
      </p:sp>
      <p:sp>
        <p:nvSpPr>
          <p:cNvPr id="27" name="plot 47"/>
          <p:cNvSpPr/>
          <p:nvPr/>
        </p:nvSpPr>
        <p:spPr>
          <a:xfrm>
            <a:off x="475488" y="24871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5488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D4V1</a:t>
            </a:r>
            <a:endParaRPr lang="en-US" sz="1200" dirty="0"/>
          </a:p>
        </p:txBody>
      </p:sp>
      <p:sp>
        <p:nvSpPr>
          <p:cNvPr id="29" name="plot 42"/>
          <p:cNvSpPr/>
          <p:nvPr/>
        </p:nvSpPr>
        <p:spPr>
          <a:xfrm>
            <a:off x="1115568" y="248716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115568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D1V2</a:t>
            </a:r>
            <a:endParaRPr lang="en-US" sz="1200" dirty="0"/>
          </a:p>
        </p:txBody>
      </p:sp>
      <p:sp>
        <p:nvSpPr>
          <p:cNvPr id="31" name="plot 39"/>
          <p:cNvSpPr/>
          <p:nvPr/>
        </p:nvSpPr>
        <p:spPr>
          <a:xfrm>
            <a:off x="1755648" y="248716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755648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D2V2</a:t>
            </a:r>
            <a:endParaRPr lang="en-US" sz="1200" dirty="0"/>
          </a:p>
        </p:txBody>
      </p:sp>
      <p:sp>
        <p:nvSpPr>
          <p:cNvPr id="33" name="plot 34"/>
          <p:cNvSpPr/>
          <p:nvPr/>
        </p:nvSpPr>
        <p:spPr>
          <a:xfrm>
            <a:off x="2523744" y="248716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523744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D1V1</a:t>
            </a:r>
            <a:endParaRPr lang="en-US" sz="1200" dirty="0"/>
          </a:p>
        </p:txBody>
      </p:sp>
      <p:sp>
        <p:nvSpPr>
          <p:cNvPr id="35" name="plot 31"/>
          <p:cNvSpPr/>
          <p:nvPr/>
        </p:nvSpPr>
        <p:spPr>
          <a:xfrm>
            <a:off x="3163824" y="248716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163824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D2V1</a:t>
            </a:r>
            <a:endParaRPr lang="en-US" sz="1200" dirty="0"/>
          </a:p>
        </p:txBody>
      </p:sp>
      <p:sp>
        <p:nvSpPr>
          <p:cNvPr id="37" name="plot 26"/>
          <p:cNvSpPr/>
          <p:nvPr/>
        </p:nvSpPr>
        <p:spPr>
          <a:xfrm>
            <a:off x="3803904" y="24871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803904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D4V2</a:t>
            </a:r>
            <a:endParaRPr lang="en-US" sz="1200" dirty="0"/>
          </a:p>
        </p:txBody>
      </p:sp>
      <p:sp>
        <p:nvSpPr>
          <p:cNvPr id="39" name="plot 23"/>
          <p:cNvSpPr/>
          <p:nvPr/>
        </p:nvSpPr>
        <p:spPr>
          <a:xfrm>
            <a:off x="4572000" y="248716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72000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D1V3</a:t>
            </a:r>
            <a:endParaRPr lang="en-US" sz="1200" dirty="0"/>
          </a:p>
        </p:txBody>
      </p:sp>
      <p:sp>
        <p:nvSpPr>
          <p:cNvPr id="41" name="plot 18"/>
          <p:cNvSpPr/>
          <p:nvPr/>
        </p:nvSpPr>
        <p:spPr>
          <a:xfrm>
            <a:off x="5212080" y="24871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212080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D4V2</a:t>
            </a:r>
            <a:endParaRPr lang="en-US" sz="1200" dirty="0"/>
          </a:p>
        </p:txBody>
      </p:sp>
      <p:sp>
        <p:nvSpPr>
          <p:cNvPr id="43" name="plot 15"/>
          <p:cNvSpPr/>
          <p:nvPr/>
        </p:nvSpPr>
        <p:spPr>
          <a:xfrm>
            <a:off x="5852160" y="248716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852160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D3V1</a:t>
            </a:r>
            <a:endParaRPr lang="en-US" sz="1200" dirty="0"/>
          </a:p>
        </p:txBody>
      </p:sp>
      <p:sp>
        <p:nvSpPr>
          <p:cNvPr id="45" name="plot 10"/>
          <p:cNvSpPr/>
          <p:nvPr/>
        </p:nvSpPr>
        <p:spPr>
          <a:xfrm>
            <a:off x="6620256" y="2487168"/>
            <a:ext cx="603504" cy="877824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46" name="Text 44"/>
          <p:cNvSpPr txBox="1"/>
          <p:nvPr/>
        </p:nvSpPr>
        <p:spPr>
          <a:xfrm>
            <a:off x="6620256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D3V3</a:t>
            </a:r>
            <a:endParaRPr lang="en-US" sz="1200" dirty="0"/>
          </a:p>
        </p:txBody>
      </p:sp>
      <p:sp>
        <p:nvSpPr>
          <p:cNvPr id="47" name="plot 7"/>
          <p:cNvSpPr/>
          <p:nvPr/>
        </p:nvSpPr>
        <p:spPr>
          <a:xfrm>
            <a:off x="7260336" y="2487168"/>
            <a:ext cx="603504" cy="877824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48" name="Text 46"/>
          <p:cNvSpPr txBox="1"/>
          <p:nvPr/>
        </p:nvSpPr>
        <p:spPr>
          <a:xfrm>
            <a:off x="7260336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D1V1</a:t>
            </a:r>
            <a:endParaRPr lang="en-US" sz="1200" dirty="0"/>
          </a:p>
        </p:txBody>
      </p:sp>
      <p:sp>
        <p:nvSpPr>
          <p:cNvPr id="49" name="plot 2"/>
          <p:cNvSpPr/>
          <p:nvPr/>
        </p:nvSpPr>
        <p:spPr>
          <a:xfrm>
            <a:off x="7900416" y="2487168"/>
            <a:ext cx="603504" cy="877824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50" name="Text 48"/>
          <p:cNvSpPr txBox="1"/>
          <p:nvPr/>
        </p:nvSpPr>
        <p:spPr>
          <a:xfrm>
            <a:off x="7900416" y="24871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D2V2</a:t>
            </a:r>
            <a:endParaRPr lang="en-US" sz="1200" dirty="0"/>
          </a:p>
        </p:txBody>
      </p:sp>
      <p:sp>
        <p:nvSpPr>
          <p:cNvPr id="51" name="plot 46"/>
          <p:cNvSpPr/>
          <p:nvPr/>
        </p:nvSpPr>
        <p:spPr>
          <a:xfrm>
            <a:off x="475488" y="34015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75488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D4V3</a:t>
            </a:r>
            <a:endParaRPr lang="en-US" sz="1200" dirty="0"/>
          </a:p>
        </p:txBody>
      </p:sp>
      <p:sp>
        <p:nvSpPr>
          <p:cNvPr id="53" name="plot 43"/>
          <p:cNvSpPr/>
          <p:nvPr/>
        </p:nvSpPr>
        <p:spPr>
          <a:xfrm>
            <a:off x="1115568" y="340156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115568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D2V1</a:t>
            </a:r>
            <a:endParaRPr lang="en-US" sz="1200" dirty="0"/>
          </a:p>
        </p:txBody>
      </p:sp>
      <p:sp>
        <p:nvSpPr>
          <p:cNvPr id="55" name="plot 38"/>
          <p:cNvSpPr/>
          <p:nvPr/>
        </p:nvSpPr>
        <p:spPr>
          <a:xfrm>
            <a:off x="1755648" y="340156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755648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D1V3</a:t>
            </a:r>
            <a:endParaRPr lang="en-US" sz="1200" dirty="0"/>
          </a:p>
        </p:txBody>
      </p:sp>
      <p:sp>
        <p:nvSpPr>
          <p:cNvPr id="57" name="plot 35"/>
          <p:cNvSpPr/>
          <p:nvPr/>
        </p:nvSpPr>
        <p:spPr>
          <a:xfrm>
            <a:off x="2523744" y="340156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523744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D2V2</a:t>
            </a:r>
            <a:endParaRPr lang="en-US" sz="1200" dirty="0"/>
          </a:p>
        </p:txBody>
      </p:sp>
      <p:sp>
        <p:nvSpPr>
          <p:cNvPr id="59" name="plot 30"/>
          <p:cNvSpPr/>
          <p:nvPr/>
        </p:nvSpPr>
        <p:spPr>
          <a:xfrm>
            <a:off x="3163824" y="340156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163824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D1V2</a:t>
            </a:r>
            <a:endParaRPr lang="en-US" sz="1200" dirty="0"/>
          </a:p>
        </p:txBody>
      </p:sp>
      <p:sp>
        <p:nvSpPr>
          <p:cNvPr id="61" name="plot 27"/>
          <p:cNvSpPr/>
          <p:nvPr/>
        </p:nvSpPr>
        <p:spPr>
          <a:xfrm>
            <a:off x="3803904" y="340156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803904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D2V3</a:t>
            </a:r>
            <a:endParaRPr lang="en-US" sz="1200" dirty="0"/>
          </a:p>
        </p:txBody>
      </p:sp>
      <p:sp>
        <p:nvSpPr>
          <p:cNvPr id="63" name="plot 22"/>
          <p:cNvSpPr/>
          <p:nvPr/>
        </p:nvSpPr>
        <p:spPr>
          <a:xfrm>
            <a:off x="4572000" y="340156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572000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D2V1</a:t>
            </a:r>
            <a:endParaRPr lang="en-US" sz="1200" dirty="0"/>
          </a:p>
        </p:txBody>
      </p:sp>
      <p:sp>
        <p:nvSpPr>
          <p:cNvPr id="65" name="plot 19"/>
          <p:cNvSpPr/>
          <p:nvPr/>
        </p:nvSpPr>
        <p:spPr>
          <a:xfrm>
            <a:off x="5212080" y="340156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212080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D2V2</a:t>
            </a:r>
            <a:endParaRPr lang="en-US" sz="1200" dirty="0"/>
          </a:p>
        </p:txBody>
      </p:sp>
      <p:sp>
        <p:nvSpPr>
          <p:cNvPr id="67" name="plot 14"/>
          <p:cNvSpPr/>
          <p:nvPr/>
        </p:nvSpPr>
        <p:spPr>
          <a:xfrm>
            <a:off x="5852160" y="340156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852160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D4V1</a:t>
            </a:r>
            <a:endParaRPr lang="en-US" sz="1200" dirty="0"/>
          </a:p>
        </p:txBody>
      </p:sp>
      <p:sp>
        <p:nvSpPr>
          <p:cNvPr id="69" name="plot 11"/>
          <p:cNvSpPr/>
          <p:nvPr/>
        </p:nvSpPr>
        <p:spPr>
          <a:xfrm>
            <a:off x="6620256" y="3401568"/>
            <a:ext cx="603504" cy="877824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70" name="Text 68"/>
          <p:cNvSpPr txBox="1"/>
          <p:nvPr/>
        </p:nvSpPr>
        <p:spPr>
          <a:xfrm>
            <a:off x="6620256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D3V2</a:t>
            </a:r>
            <a:endParaRPr lang="en-US" sz="1200" dirty="0"/>
          </a:p>
        </p:txBody>
      </p:sp>
      <p:sp>
        <p:nvSpPr>
          <p:cNvPr id="71" name="plot 6"/>
          <p:cNvSpPr/>
          <p:nvPr/>
        </p:nvSpPr>
        <p:spPr>
          <a:xfrm>
            <a:off x="7260336" y="3401568"/>
            <a:ext cx="603504" cy="87782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72" name="Text 70"/>
          <p:cNvSpPr txBox="1"/>
          <p:nvPr/>
        </p:nvSpPr>
        <p:spPr>
          <a:xfrm>
            <a:off x="7260336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D4V3</a:t>
            </a:r>
            <a:endParaRPr lang="en-US" sz="1200" dirty="0"/>
          </a:p>
        </p:txBody>
      </p:sp>
      <p:sp>
        <p:nvSpPr>
          <p:cNvPr id="73" name="plot 3"/>
          <p:cNvSpPr/>
          <p:nvPr/>
        </p:nvSpPr>
        <p:spPr>
          <a:xfrm>
            <a:off x="7900416" y="3401568"/>
            <a:ext cx="603504" cy="877824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74" name="Text 72"/>
          <p:cNvSpPr txBox="1"/>
          <p:nvPr/>
        </p:nvSpPr>
        <p:spPr>
          <a:xfrm>
            <a:off x="7900416" y="340156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D1V3</a:t>
            </a:r>
            <a:endParaRPr lang="en-US" sz="1200" dirty="0"/>
          </a:p>
        </p:txBody>
      </p:sp>
      <p:sp>
        <p:nvSpPr>
          <p:cNvPr id="75" name="plot 45"/>
          <p:cNvSpPr/>
          <p:nvPr/>
        </p:nvSpPr>
        <p:spPr>
          <a:xfrm>
            <a:off x="475488" y="459028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475488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D4V2</a:t>
            </a:r>
            <a:endParaRPr lang="en-US" sz="1200" dirty="0"/>
          </a:p>
        </p:txBody>
      </p:sp>
      <p:sp>
        <p:nvSpPr>
          <p:cNvPr id="77" name="plot 44"/>
          <p:cNvSpPr/>
          <p:nvPr/>
        </p:nvSpPr>
        <p:spPr>
          <a:xfrm>
            <a:off x="1115568" y="459028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115568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D3V2</a:t>
            </a:r>
            <a:endParaRPr lang="en-US" sz="1200" dirty="0"/>
          </a:p>
        </p:txBody>
      </p:sp>
      <p:sp>
        <p:nvSpPr>
          <p:cNvPr id="79" name="plot 37"/>
          <p:cNvSpPr/>
          <p:nvPr/>
        </p:nvSpPr>
        <p:spPr>
          <a:xfrm>
            <a:off x="1755648" y="459028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755648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D3V1</a:t>
            </a:r>
            <a:endParaRPr lang="en-US" sz="1200" dirty="0"/>
          </a:p>
        </p:txBody>
      </p:sp>
      <p:sp>
        <p:nvSpPr>
          <p:cNvPr id="81" name="plot 36"/>
          <p:cNvSpPr/>
          <p:nvPr/>
        </p:nvSpPr>
        <p:spPr>
          <a:xfrm>
            <a:off x="2523744" y="459028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2523744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D3V1</a:t>
            </a:r>
            <a:endParaRPr lang="en-US" sz="1200" dirty="0"/>
          </a:p>
        </p:txBody>
      </p:sp>
      <p:sp>
        <p:nvSpPr>
          <p:cNvPr id="83" name="plot 29"/>
          <p:cNvSpPr/>
          <p:nvPr/>
        </p:nvSpPr>
        <p:spPr>
          <a:xfrm>
            <a:off x="3163824" y="459028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3163824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D3V3</a:t>
            </a:r>
            <a:endParaRPr lang="en-US" sz="1200" dirty="0"/>
          </a:p>
        </p:txBody>
      </p:sp>
      <p:sp>
        <p:nvSpPr>
          <p:cNvPr id="85" name="plot 28"/>
          <p:cNvSpPr/>
          <p:nvPr/>
        </p:nvSpPr>
        <p:spPr>
          <a:xfrm>
            <a:off x="3803904" y="459028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3803904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D4V1</a:t>
            </a:r>
            <a:endParaRPr lang="en-US" sz="1200" dirty="0"/>
          </a:p>
        </p:txBody>
      </p:sp>
      <p:sp>
        <p:nvSpPr>
          <p:cNvPr id="87" name="plot 21"/>
          <p:cNvSpPr/>
          <p:nvPr/>
        </p:nvSpPr>
        <p:spPr>
          <a:xfrm>
            <a:off x="4572000" y="459028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4572000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D3V3</a:t>
            </a:r>
            <a:endParaRPr lang="en-US" sz="1200" dirty="0"/>
          </a:p>
        </p:txBody>
      </p:sp>
      <p:sp>
        <p:nvSpPr>
          <p:cNvPr id="89" name="plot 20"/>
          <p:cNvSpPr/>
          <p:nvPr/>
        </p:nvSpPr>
        <p:spPr>
          <a:xfrm>
            <a:off x="5212080" y="4590288"/>
            <a:ext cx="603504" cy="877824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5212080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D4V3</a:t>
            </a:r>
            <a:endParaRPr lang="en-US" sz="1200" dirty="0"/>
          </a:p>
        </p:txBody>
      </p:sp>
      <p:sp>
        <p:nvSpPr>
          <p:cNvPr id="91" name="plot 13"/>
          <p:cNvSpPr/>
          <p:nvPr/>
        </p:nvSpPr>
        <p:spPr>
          <a:xfrm>
            <a:off x="5852160" y="4590288"/>
            <a:ext cx="603504" cy="877824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5852160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D1V2</a:t>
            </a:r>
            <a:endParaRPr lang="en-US" sz="1200" dirty="0"/>
          </a:p>
        </p:txBody>
      </p:sp>
      <p:sp>
        <p:nvSpPr>
          <p:cNvPr id="93" name="plot 12"/>
          <p:cNvSpPr/>
          <p:nvPr/>
        </p:nvSpPr>
        <p:spPr>
          <a:xfrm>
            <a:off x="6620256" y="4590288"/>
            <a:ext cx="603504" cy="87782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94" name="Text 92"/>
          <p:cNvSpPr txBox="1"/>
          <p:nvPr/>
        </p:nvSpPr>
        <p:spPr>
          <a:xfrm>
            <a:off x="6620256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D4V1</a:t>
            </a:r>
            <a:endParaRPr lang="en-US" sz="1200" dirty="0"/>
          </a:p>
        </p:txBody>
      </p:sp>
      <p:sp>
        <p:nvSpPr>
          <p:cNvPr id="95" name="plot 5"/>
          <p:cNvSpPr/>
          <p:nvPr/>
        </p:nvSpPr>
        <p:spPr>
          <a:xfrm>
            <a:off x="7260336" y="4590288"/>
            <a:ext cx="603504" cy="877824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96" name="Text 94"/>
          <p:cNvSpPr txBox="1"/>
          <p:nvPr/>
        </p:nvSpPr>
        <p:spPr>
          <a:xfrm>
            <a:off x="7260336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D1V2</a:t>
            </a:r>
            <a:endParaRPr lang="en-US" sz="1200" dirty="0"/>
          </a:p>
        </p:txBody>
      </p:sp>
      <p:sp>
        <p:nvSpPr>
          <p:cNvPr id="97" name="plot 4"/>
          <p:cNvSpPr/>
          <p:nvPr/>
        </p:nvSpPr>
        <p:spPr>
          <a:xfrm>
            <a:off x="7900416" y="4590288"/>
            <a:ext cx="603504" cy="877824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98" name="Text 96"/>
          <p:cNvSpPr txBox="1"/>
          <p:nvPr/>
        </p:nvSpPr>
        <p:spPr>
          <a:xfrm>
            <a:off x="7900416" y="4590288"/>
            <a:ext cx="603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D3V1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457200" y="2194560"/>
            <a:ext cx="8065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00" dirty="0"/>
          </a:p>
        </p:txBody>
      </p:sp>
      <p:sp>
        <p:nvSpPr>
          <p:cNvPr id="100" name="Text 98"/>
          <p:cNvSpPr txBox="1"/>
          <p:nvPr/>
        </p:nvSpPr>
        <p:spPr>
          <a:xfrm>
            <a:off x="457200" y="4297680"/>
            <a:ext cx="8065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00" dirty="0"/>
          </a:p>
        </p:txBody>
      </p:sp>
      <p:sp>
        <p:nvSpPr>
          <p:cNvPr id="101" name="Text 99"/>
          <p:cNvSpPr txBox="1"/>
          <p:nvPr/>
        </p:nvSpPr>
        <p:spPr>
          <a:xfrm>
            <a:off x="457200" y="5532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200" dirty="0"/>
          </a:p>
        </p:txBody>
      </p:sp>
      <p:sp>
        <p:nvSpPr>
          <p:cNvPr id="102" name="Text 100"/>
          <p:cNvSpPr txBox="1"/>
          <p:nvPr/>
        </p:nvSpPr>
        <p:spPr>
          <a:xfrm>
            <a:off x="2505456" y="5532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200" dirty="0"/>
          </a:p>
        </p:txBody>
      </p:sp>
      <p:sp>
        <p:nvSpPr>
          <p:cNvPr id="103" name="Text 101"/>
          <p:cNvSpPr txBox="1"/>
          <p:nvPr/>
        </p:nvSpPr>
        <p:spPr>
          <a:xfrm>
            <a:off x="4553712" y="5532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200" dirty="0"/>
          </a:p>
        </p:txBody>
      </p:sp>
      <p:sp>
        <p:nvSpPr>
          <p:cNvPr id="104" name="Text 102"/>
          <p:cNvSpPr txBox="1"/>
          <p:nvPr/>
        </p:nvSpPr>
        <p:spPr>
          <a:xfrm>
            <a:off x="6601968" y="5532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control</a:t>
            </a:r>
            <a:endParaRPr lang="en-US" sz="1200" dirty="0"/>
          </a:p>
        </p:txBody>
      </p:sp>
      <p:sp>
        <p:nvSpPr>
          <p:cNvPr id="105" name="legend Vegetative"/>
          <p:cNvSpPr/>
          <p:nvPr/>
        </p:nvSpPr>
        <p:spPr>
          <a:xfrm>
            <a:off x="8887968" y="1325880"/>
            <a:ext cx="320040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9299448" y="13075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Vegetative</a:t>
            </a:r>
            <a:endParaRPr lang="en-US" sz="1400" dirty="0"/>
          </a:p>
        </p:txBody>
      </p:sp>
      <p:sp>
        <p:nvSpPr>
          <p:cNvPr id="107" name="legend Flowering"/>
          <p:cNvSpPr/>
          <p:nvPr/>
        </p:nvSpPr>
        <p:spPr>
          <a:xfrm>
            <a:off x="8887968" y="1737360"/>
            <a:ext cx="320040" cy="27432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9299448" y="17190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Flowering</a:t>
            </a:r>
            <a:endParaRPr lang="en-US" sz="1400" dirty="0"/>
          </a:p>
        </p:txBody>
      </p:sp>
      <p:sp>
        <p:nvSpPr>
          <p:cNvPr id="109" name="legend Pod formation"/>
          <p:cNvSpPr/>
          <p:nvPr/>
        </p:nvSpPr>
        <p:spPr>
          <a:xfrm>
            <a:off x="8887968" y="2148840"/>
            <a:ext cx="320040" cy="27432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9299448" y="21305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formation</a:t>
            </a:r>
            <a:endParaRPr lang="en-US" sz="1400" dirty="0"/>
          </a:p>
        </p:txBody>
      </p:sp>
      <p:sp>
        <p:nvSpPr>
          <p:cNvPr id="111" name="legend healthy"/>
          <p:cNvSpPr/>
          <p:nvPr/>
        </p:nvSpPr>
        <p:spPr>
          <a:xfrm>
            <a:off x="8887968" y="2651760"/>
            <a:ext cx="320040" cy="27432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dash"/>
          </a:ln>
        </p:spPr>
      </p:sp>
      <p:sp>
        <p:nvSpPr>
          <p:cNvPr id="112" name="Text 110"/>
          <p:cNvSpPr txBox="1"/>
          <p:nvPr/>
        </p:nvSpPr>
        <p:spPr>
          <a:xfrm>
            <a:off x="9299448" y="263347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(uninoculated) plot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87968" y="3200400"/>
          <a:ext cx="2843784" cy="914400"/>
        </p:xfrm>
        <a:graphic>
          <a:graphicData uri="http://schemas.openxmlformats.org/drawingml/2006/table">
            <a:tbl>
              <a:tblPr/>
              <a:tblGrid>
                <a:gridCol w="1137514"/>
                <a:gridCol w="767822"/>
                <a:gridCol w="938449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Plots H/D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 H/D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/ 135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 formation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/ 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 / 405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Pooling plot-dates by stage gives three modelling datasets</a:t>
            </a:r>
            <a:endParaRPr lang="en-US" sz="2600" dirty="0"/>
          </a:p>
        </p:txBody>
      </p:sp>
      <p:sp>
        <p:nvSpPr>
          <p:cNvPr id="3" name="Vegetative card"/>
          <p:cNvSpPr/>
          <p:nvPr/>
        </p:nvSpPr>
        <p:spPr>
          <a:xfrm>
            <a:off x="457200" y="1280160"/>
            <a:ext cx="3630168" cy="4480560"/>
          </a:xfrm>
          <a:prstGeom prst="roundRect">
            <a:avLst>
              <a:gd name="adj" fmla="val 25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Vegetative marker"/>
          <p:cNvSpPr/>
          <p:nvPr/>
        </p:nvSpPr>
        <p:spPr>
          <a:xfrm>
            <a:off x="685800" y="14630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435608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Vegetative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3172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plot-dates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healthy / 48 diseased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564 spectra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healthy / 471 diseased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337560"/>
            <a:ext cx="317296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11/02 (6 DAI):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treatments except D1V1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24/02 (19 DAI):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D3V2, D3V3, D4V1, D4V2, D4V3</a:t>
            </a:r>
            <a:endParaRPr lang="en-US" sz="1400" dirty="0"/>
          </a:p>
        </p:txBody>
      </p:sp>
      <p:sp>
        <p:nvSpPr>
          <p:cNvPr id="8" name="Flowering card"/>
          <p:cNvSpPr/>
          <p:nvPr/>
        </p:nvSpPr>
        <p:spPr>
          <a:xfrm>
            <a:off x="4279392" y="1280160"/>
            <a:ext cx="3630168" cy="4480560"/>
          </a:xfrm>
          <a:prstGeom prst="roundRect">
            <a:avLst>
              <a:gd name="adj" fmla="val 25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lowering marker"/>
          <p:cNvSpPr/>
          <p:nvPr/>
        </p:nvSpPr>
        <p:spPr>
          <a:xfrm>
            <a:off x="4507992" y="1463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56632" y="1435608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Flowering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07992" y="2011680"/>
            <a:ext cx="3172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plot-dates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healthy / 66 diseased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1,160 spectra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 healthy / 965 diseased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07992" y="3337560"/>
            <a:ext cx="317296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11/02 (6 DAI):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D1V1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24/02 (19 DAI):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D1V1, D1V2, D1V3, D2V1, D2V2, D2V3, D3V1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03/03 (26 DAI):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treatments except D1V1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13/03 (36 DAI):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D4V1, D4V2, D4V3</a:t>
            </a:r>
            <a:endParaRPr lang="en-US" sz="1400" dirty="0"/>
          </a:p>
        </p:txBody>
      </p:sp>
      <p:sp>
        <p:nvSpPr>
          <p:cNvPr id="13" name="Pod formation card"/>
          <p:cNvSpPr/>
          <p:nvPr/>
        </p:nvSpPr>
        <p:spPr>
          <a:xfrm>
            <a:off x="8101584" y="1280160"/>
            <a:ext cx="3630168" cy="4480560"/>
          </a:xfrm>
          <a:prstGeom prst="roundRect">
            <a:avLst>
              <a:gd name="adj" fmla="val 25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od formation marker"/>
          <p:cNvSpPr/>
          <p:nvPr/>
        </p:nvSpPr>
        <p:spPr>
          <a:xfrm>
            <a:off x="8330184" y="146304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78824" y="1435608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 formation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330184" y="2011680"/>
            <a:ext cx="3172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plot-dates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healthy / 30 diseased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540 spectra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healthy / 450 diseased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30184" y="3337560"/>
            <a:ext cx="317296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03/03 (26 DAI):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D1V1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13/03 (36 DAI):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D1V1, D1V2, D1V3, D2V1, D2V2, D2V3, D3V1, D3V2, D3V3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Flowering holds half the spectra; vegetative and pod sets ~550 each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72237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1463040"/>
          <a:ext cx="368503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777240"/>
                <a:gridCol w="868680"/>
                <a:gridCol w="758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Vegetative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 formation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046720" y="3657600"/>
            <a:ext cx="3685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 healthy spectrum per 5 diseased in every stage: use class weights or balanced sampling when training.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24/02, diseased leaves reflect more red and SWIR and less NIR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3630168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279392" y="1280160"/>
          <a:ext cx="3630168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2" descr=""/>
          <p:cNvGraphicFramePr/>
          <p:nvPr/>
        </p:nvGraphicFramePr>
        <p:xfrm>
          <a:off x="8101584" y="1280160"/>
          <a:ext cx="3630168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 1"/>
          <p:cNvSpPr txBox="1"/>
          <p:nvPr/>
        </p:nvSpPr>
        <p:spPr>
          <a:xfrm>
            <a:off x="457200" y="56235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diseased minus mean healthy reflectance within each date (removes the date-to-date offset). 11/02 shows almost no signal (6 DAI); the clearest separation is at pod formation on 03/03 (D1V1, 4 plots).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reflectance shifts between dates: normalise before pooling dates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76809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503920" y="1371600"/>
            <a:ext cx="32278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healthy means show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R400: 11/02 0.30, 24/02 0.28, 03/03 0.28, 13/03 0.09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R800: 11/02 0.64, 24/02 0.63, 03/03 0.63, 13/03 0.50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reflectance near 0.3 on the first three dates is unusually high for green leaves; check white-reference and probe settings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one date, compare diseased with that date's healthy plots, or apply SNV / first derivative before pooling dates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workflow for stage-specific severity models</a:t>
            </a:r>
            <a:endParaRPr lang="en-US" sz="2600" dirty="0"/>
          </a:p>
        </p:txBody>
      </p:sp>
      <p:sp>
        <p:nvSpPr>
          <p:cNvPr id="3" name="step 1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258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disease score to every spectrum (leaf grade 0-9) and DI to every plot-date; the score rows are empty in all four files</a:t>
            </a:r>
            <a:endParaRPr lang="en-US" sz="1600" dirty="0"/>
          </a:p>
        </p:txBody>
      </p:sp>
      <p:sp>
        <p:nvSpPr>
          <p:cNvPr id="6" name="step 2"/>
          <p:cNvSpPr/>
          <p:nvPr/>
        </p:nvSpPr>
        <p:spPr>
          <a:xfrm>
            <a:off x="6172200" y="13716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722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903720" y="13258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stage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vegetative, flowering and pod-formation datasets shown on slide 9</a:t>
            </a:r>
            <a:endParaRPr lang="en-US" sz="1600" dirty="0"/>
          </a:p>
        </p:txBody>
      </p:sp>
      <p:sp>
        <p:nvSpPr>
          <p:cNvPr id="9" name="step 3"/>
          <p:cNvSpPr/>
          <p:nvPr/>
        </p:nvSpPr>
        <p:spPr>
          <a:xfrm>
            <a:off x="457200" y="301752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718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duplicates; trim to 400-2400 nm; remove 1350-1450 and 1800-1950 nm water bands; Savitzky-Golay smoothing</a:t>
            </a:r>
            <a:endParaRPr lang="en-US" sz="1600" dirty="0"/>
          </a:p>
        </p:txBody>
      </p:sp>
      <p:sp>
        <p:nvSpPr>
          <p:cNvPr id="12" name="step 4"/>
          <p:cNvSpPr/>
          <p:nvPr/>
        </p:nvSpPr>
        <p:spPr>
          <a:xfrm>
            <a:off x="6172200" y="301752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9718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SNV or first derivative so dates can share one stage model</a:t>
            </a:r>
            <a:endParaRPr lang="en-US" sz="1600" dirty="0"/>
          </a:p>
        </p:txBody>
      </p:sp>
      <p:sp>
        <p:nvSpPr>
          <p:cNvPr id="15" name="step 5"/>
          <p:cNvSpPr/>
          <p:nvPr/>
        </p:nvSpPr>
        <p:spPr>
          <a:xfrm>
            <a:off x="457200" y="466344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6177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PLSR / RF / SVR for DI or score; PLS-DA / RF for severity class</a:t>
            </a:r>
            <a:endParaRPr lang="en-US" sz="1600" dirty="0"/>
          </a:p>
        </p:txBody>
      </p:sp>
      <p:sp>
        <p:nvSpPr>
          <p:cNvPr id="18" name="step 6"/>
          <p:cNvSpPr/>
          <p:nvPr/>
        </p:nvSpPr>
        <p:spPr>
          <a:xfrm>
            <a:off x="6172200" y="466344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46177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k-fold by plot (no plot in both train and test) and leave-one-date-out within each stage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these data issues before training</a:t>
            </a:r>
            <a:endParaRPr lang="en-US" sz="2600" dirty="0"/>
          </a:p>
        </p:txBody>
      </p:sp>
      <p:sp>
        <p:nvSpPr>
          <p:cNvPr id="3" name="check 1"/>
          <p:cNvSpPr/>
          <p:nvPr/>
        </p:nvSpPr>
        <p:spPr>
          <a:xfrm>
            <a:off x="457200" y="1280160"/>
            <a:ext cx="11274552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heck marker 1"/>
          <p:cNvSpPr/>
          <p:nvPr/>
        </p:nvSpPr>
        <p:spPr>
          <a:xfrm>
            <a:off x="640080" y="1554480"/>
            <a:ext cx="320040" cy="3200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2801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scores missing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280160"/>
            <a:ext cx="7452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row is empty for all spectra except healthy plots on 24/02 (score 0). Severity models need these labels.</a:t>
            </a:r>
            <a:endParaRPr lang="en-US" sz="1400" dirty="0"/>
          </a:p>
        </p:txBody>
      </p:sp>
      <p:sp>
        <p:nvSpPr>
          <p:cNvPr id="7" name="check 2"/>
          <p:cNvSpPr/>
          <p:nvPr/>
        </p:nvSpPr>
        <p:spPr>
          <a:xfrm>
            <a:off x="457200" y="2267712"/>
            <a:ext cx="11274552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heck marker 2"/>
          <p:cNvSpPr/>
          <p:nvPr/>
        </p:nvSpPr>
        <p:spPr>
          <a:xfrm>
            <a:off x="640080" y="2542032"/>
            <a:ext cx="320040" cy="3200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226771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spectra on 13/03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2267712"/>
            <a:ext cx="7452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13, 34, 38, 41 and 42 (all D1) each hold the same 15 spectra twice, under file names restarting at Mustard00001. 75 copies removed here.</a:t>
            </a:r>
            <a:endParaRPr lang="en-US" sz="1400" dirty="0"/>
          </a:p>
        </p:txBody>
      </p:sp>
      <p:sp>
        <p:nvSpPr>
          <p:cNvPr id="11" name="check 3"/>
          <p:cNvSpPr/>
          <p:nvPr/>
        </p:nvSpPr>
        <p:spPr>
          <a:xfrm>
            <a:off x="457200" y="3255264"/>
            <a:ext cx="11274552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heck marker 3"/>
          <p:cNvSpPr/>
          <p:nvPr/>
        </p:nvSpPr>
        <p:spPr>
          <a:xfrm>
            <a:off x="640080" y="3529584"/>
            <a:ext cx="320040" cy="3200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3255264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sampling on 11/02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3255264"/>
            <a:ext cx="7452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15 spectra per plot; healthy plots have 9, diseased 15 on later dates. Weight or aggregate by plot.</a:t>
            </a:r>
            <a:endParaRPr lang="en-US" sz="1400" dirty="0"/>
          </a:p>
        </p:txBody>
      </p:sp>
      <p:sp>
        <p:nvSpPr>
          <p:cNvPr id="15" name="check 4"/>
          <p:cNvSpPr/>
          <p:nvPr/>
        </p:nvSpPr>
        <p:spPr>
          <a:xfrm>
            <a:off x="457200" y="4242816"/>
            <a:ext cx="11274552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heck marker 4"/>
          <p:cNvSpPr/>
          <p:nvPr/>
        </p:nvSpPr>
        <p:spPr>
          <a:xfrm>
            <a:off x="640080" y="4517136"/>
            <a:ext cx="320040" cy="3200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4242816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sub-sets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242816"/>
            <a:ext cx="7452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Flowering on 11/02 and pod formation on 03/03 are D1V1 only (4 plots each). Keep them, but do not judge a date by them.</a:t>
            </a:r>
            <a:endParaRPr lang="en-US" sz="1400" dirty="0"/>
          </a:p>
        </p:txBody>
      </p:sp>
      <p:sp>
        <p:nvSpPr>
          <p:cNvPr id="19" name="check 5"/>
          <p:cNvSpPr/>
          <p:nvPr/>
        </p:nvSpPr>
        <p:spPr>
          <a:xfrm>
            <a:off x="457200" y="5230368"/>
            <a:ext cx="11274552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heck marker 5"/>
          <p:cNvSpPr/>
          <p:nvPr/>
        </p:nvSpPr>
        <p:spPr>
          <a:xfrm>
            <a:off x="640080" y="5504688"/>
            <a:ext cx="320040" cy="3200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523036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position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5230368"/>
            <a:ext cx="7452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/ L5 / LL labels exist for only 24 spectra (24/02). Fill them in, or drop the column.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ustard Field">
  <a:themeElements>
    <a:clrScheme name="Mustard Field">
      <a:dk1>
        <a:srgbClr val="1F2A24"/>
      </a:dk1>
      <a:lt1>
        <a:srgbClr val="FFFFFF"/>
      </a:lt1>
      <a:dk2>
        <a:srgbClr val="1F4D2B"/>
      </a:dk2>
      <a:lt2>
        <a:srgbClr val="EEF2EC"/>
      </a:lt2>
      <a:accent1>
        <a:srgbClr val="3A7D44"/>
      </a:accent1>
      <a:accent2>
        <a:srgbClr val="C99A06"/>
      </a:accent2>
      <a:accent3>
        <a:srgbClr val="9C4A2B"/>
      </a:accent3>
      <a:accent4>
        <a:srgbClr val="2E6DA4"/>
      </a:accent4>
      <a:accent5>
        <a:srgbClr val="7A4BA0"/>
      </a:accent5>
      <a:accent6>
        <a:srgbClr val="1E9E8A"/>
      </a:accent6>
      <a:hlink>
        <a:srgbClr val="2E6DA4"/>
      </a:hlink>
      <a:folHlink>
        <a:srgbClr val="7A4BA0"/>
      </a:folHlink>
    </a:clrScheme>
    <a:fontScheme name="Mustard Fiel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Stage-wise plot arrangement for white rust severity models</dc:title>
  <dc:subject>PptxGenJS Presentation</dc:subject>
  <dc:creator>PptxGenJS</dc:creator>
  <cp:lastModifiedBy>PptxGenJS</cp:lastModifiedBy>
  <cp:revision>1</cp:revision>
  <dcterms:created xsi:type="dcterms:W3CDTF">2026-10-22T22:42:58Z</dcterms:created>
  <dcterms:modified xsi:type="dcterms:W3CDTF">2026-10-22T22:42:58Z</dcterms:modified>
</cp:coreProperties>
</file>