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0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3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4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15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6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7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18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8835009-79ed-e1fe-90aa-2dc2f5f1cd40}">
          <p14:sldIdLst>
            <p14:sldId id="256"/>
            <p14:sldId id="257"/>
            <p14:sldId id="258"/>
          </p14:sldIdLst>
        </p14:section>
        <p14:section name="Materials and methods" id="{8678459c-c830-2147-04c9-85faaed39dfc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Objective 1: Characterisation" id="{341a153f-6b81-fa97-dd2a-c874afb4a91e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Objective 2: Discrimination" id="{99e22fe9-a296-134f-26f3-7165c5ec386a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Conclusions" id="{7a0c1f17-e840-471c-9cf5-632021887b5b}">
          <p14:sldIdLst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Spectra by growth stage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Vegetative</c:v>
                  </c:pt>
                  <c:pt idx="1">
                    <c:v>Flowering</c:v>
                  </c:pt>
                  <c:pt idx="2">
                    <c:v>Pod formation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195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Diseased</c:v>
                </c:pt>
              </c:strCache>
            </c:strRef>
          </c:tx>
          <c:spPr>
            <a:solidFill>
              <a:srgbClr val="D98A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Vegetative</c:v>
                  </c:pt>
                  <c:pt idx="1">
                    <c:v>Flowering</c:v>
                  </c:pt>
                  <c:pt idx="2">
                    <c:v>Pod formation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471</c:v>
                </c:pt>
                <c:pt idx="1">
                  <c:v>965</c:v>
                </c:pt>
                <c:pt idx="2">
                  <c:v>525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Signal-to-noise ratio by region (raw spectra)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SNR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350-400</c:v>
                  </c:pt>
                  <c:pt idx="1">
                    <c:v>400-500</c:v>
                  </c:pt>
                  <c:pt idx="2">
                    <c:v>500-700</c:v>
                  </c:pt>
                  <c:pt idx="3">
                    <c:v>700-1000</c:v>
                  </c:pt>
                  <c:pt idx="4">
                    <c:v>1000-1350</c:v>
                  </c:pt>
                  <c:pt idx="5">
                    <c:v>1350-1450</c:v>
                  </c:pt>
                  <c:pt idx="6">
                    <c:v>1450-1800</c:v>
                  </c:pt>
                  <c:pt idx="7">
                    <c:v>1800-1950</c:v>
                  </c:pt>
                  <c:pt idx="8">
                    <c:v>1950-2350</c:v>
                  </c:pt>
                  <c:pt idx="9">
                    <c:v>2350-2400</c:v>
                  </c:pt>
                  <c:pt idx="10">
                    <c:v>2400-2500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40</c:v>
                </c:pt>
                <c:pt idx="1">
                  <c:v>234</c:v>
                </c:pt>
                <c:pt idx="2">
                  <c:v>252</c:v>
                </c:pt>
                <c:pt idx="3">
                  <c:v>1584</c:v>
                </c:pt>
                <c:pt idx="4">
                  <c:v>4156</c:v>
                </c:pt>
                <c:pt idx="5">
                  <c:v>386</c:v>
                </c:pt>
                <c:pt idx="6">
                  <c:v>1847</c:v>
                </c:pt>
                <c:pt idx="7">
                  <c:v>469</c:v>
                </c:pt>
                <c:pt idx="8">
                  <c:v>631</c:v>
                </c:pt>
                <c:pt idx="9">
                  <c:v>779</c:v>
                </c:pt>
                <c:pt idx="10">
                  <c:v>698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Mean reflectance (378 healthy, 1912 diseased)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E7D4F"/>
            </a:solidFill>
            <a:ln w="2540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0.228208</c:v>
                </c:pt>
                <c:pt idx="1">
                  <c:v>0.222691</c:v>
                </c:pt>
                <c:pt idx="2">
                  <c:v>0.213636</c:v>
                </c:pt>
                <c:pt idx="3">
                  <c:v>0.201597</c:v>
                </c:pt>
                <c:pt idx="4">
                  <c:v>0.188967</c:v>
                </c:pt>
                <c:pt idx="5">
                  <c:v>0.179051</c:v>
                </c:pt>
                <c:pt idx="6">
                  <c:v>0.169419</c:v>
                </c:pt>
                <c:pt idx="7">
                  <c:v>0.159519</c:v>
                </c:pt>
                <c:pt idx="8">
                  <c:v>0.151205</c:v>
                </c:pt>
                <c:pt idx="9">
                  <c:v>0.145433</c:v>
                </c:pt>
                <c:pt idx="10">
                  <c:v>0.145626</c:v>
                </c:pt>
                <c:pt idx="11">
                  <c:v>0.157697</c:v>
                </c:pt>
                <c:pt idx="12">
                  <c:v>0.189444</c:v>
                </c:pt>
                <c:pt idx="13">
                  <c:v>0.227231</c:v>
                </c:pt>
                <c:pt idx="14">
                  <c:v>0.243287</c:v>
                </c:pt>
                <c:pt idx="15">
                  <c:v>0.245484</c:v>
                </c:pt>
                <c:pt idx="16">
                  <c:v>0.234246</c:v>
                </c:pt>
                <c:pt idx="17">
                  <c:v>0.207184</c:v>
                </c:pt>
                <c:pt idx="18">
                  <c:v>0.179607</c:v>
                </c:pt>
                <c:pt idx="19">
                  <c:v>0.163618</c:v>
                </c:pt>
                <c:pt idx="20">
                  <c:v>0.155289</c:v>
                </c:pt>
                <c:pt idx="21">
                  <c:v>0.144056</c:v>
                </c:pt>
                <c:pt idx="22">
                  <c:v>0.131779</c:v>
                </c:pt>
                <c:pt idx="23">
                  <c:v>0.126584</c:v>
                </c:pt>
                <c:pt idx="24">
                  <c:v>0.120535</c:v>
                </c:pt>
                <c:pt idx="25">
                  <c:v>0.110046</c:v>
                </c:pt>
                <c:pt idx="26">
                  <c:v>0.101393</c:v>
                </c:pt>
                <c:pt idx="27">
                  <c:v>0.095279</c:v>
                </c:pt>
                <c:pt idx="28">
                  <c:v>0.097473</c:v>
                </c:pt>
                <c:pt idx="29">
                  <c:v>0.11572</c:v>
                </c:pt>
                <c:pt idx="30">
                  <c:v>0.191823</c:v>
                </c:pt>
                <c:pt idx="31">
                  <c:v>0.310339</c:v>
                </c:pt>
                <c:pt idx="32">
                  <c:v>0.426278</c:v>
                </c:pt>
                <c:pt idx="33">
                  <c:v>0.516122</c:v>
                </c:pt>
                <c:pt idx="34">
                  <c:v>0.567045</c:v>
                </c:pt>
                <c:pt idx="35">
                  <c:v>0.588534</c:v>
                </c:pt>
                <c:pt idx="36">
                  <c:v>0.594638</c:v>
                </c:pt>
                <c:pt idx="37">
                  <c:v>0.595112</c:v>
                </c:pt>
                <c:pt idx="38">
                  <c:v>0.59429</c:v>
                </c:pt>
                <c:pt idx="39">
                  <c:v>0.593667</c:v>
                </c:pt>
                <c:pt idx="40">
                  <c:v>0.593257</c:v>
                </c:pt>
                <c:pt idx="41">
                  <c:v>0.592872</c:v>
                </c:pt>
                <c:pt idx="42">
                  <c:v>0.59237</c:v>
                </c:pt>
                <c:pt idx="43">
                  <c:v>0.591568</c:v>
                </c:pt>
                <c:pt idx="44">
                  <c:v>0.59087</c:v>
                </c:pt>
                <c:pt idx="45">
                  <c:v>0.590557</c:v>
                </c:pt>
                <c:pt idx="46">
                  <c:v>0.590284</c:v>
                </c:pt>
                <c:pt idx="47">
                  <c:v>0.589962</c:v>
                </c:pt>
                <c:pt idx="48">
                  <c:v>0.589508</c:v>
                </c:pt>
                <c:pt idx="49">
                  <c:v>0.589047</c:v>
                </c:pt>
                <c:pt idx="50">
                  <c:v>0.588646</c:v>
                </c:pt>
                <c:pt idx="51">
                  <c:v>0.588344</c:v>
                </c:pt>
                <c:pt idx="52">
                  <c:v>0.587512</c:v>
                </c:pt>
                <c:pt idx="53">
                  <c:v>0.584977</c:v>
                </c:pt>
                <c:pt idx="54">
                  <c:v>0.580017</c:v>
                </c:pt>
                <c:pt idx="55">
                  <c:v>0.572075</c:v>
                </c:pt>
                <c:pt idx="56">
                  <c:v>0.562889</c:v>
                </c:pt>
                <c:pt idx="57">
                  <c:v>0.559595</c:v>
                </c:pt>
                <c:pt idx="58">
                  <c:v>0.559978</c:v>
                </c:pt>
                <c:pt idx="59">
                  <c:v>0.562489</c:v>
                </c:pt>
                <c:pt idx="60">
                  <c:v>0.566246</c:v>
                </c:pt>
                <c:pt idx="61">
                  <c:v>0.570386</c:v>
                </c:pt>
                <c:pt idx="62">
                  <c:v>0.5746</c:v>
                </c:pt>
                <c:pt idx="63">
                  <c:v>0.578228</c:v>
                </c:pt>
                <c:pt idx="64">
                  <c:v>0.580741</c:v>
                </c:pt>
                <c:pt idx="65">
                  <c:v>0.582266</c:v>
                </c:pt>
                <c:pt idx="66">
                  <c:v>0.583094</c:v>
                </c:pt>
                <c:pt idx="67">
                  <c:v>0.58332</c:v>
                </c:pt>
                <c:pt idx="68">
                  <c:v>0.582885</c:v>
                </c:pt>
                <c:pt idx="69">
                  <c:v>0.581646</c:v>
                </c:pt>
                <c:pt idx="70">
                  <c:v>0.57988</c:v>
                </c:pt>
                <c:pt idx="71">
                  <c:v>0.577525</c:v>
                </c:pt>
                <c:pt idx="72">
                  <c:v>0.57385</c:v>
                </c:pt>
                <c:pt idx="73">
                  <c:v>0.564788</c:v>
                </c:pt>
                <c:pt idx="74">
                  <c:v>0.545839</c:v>
                </c:pt>
                <c:pt idx="75">
                  <c:v>0.525638</c:v>
                </c:pt>
                <c:pt idx="76">
                  <c:v>0.515964</c:v>
                </c:pt>
                <c:pt idx="77">
                  <c:v>0.513925</c:v>
                </c:pt>
                <c:pt idx="78">
                  <c:v>0.514143</c:v>
                </c:pt>
                <c:pt idx="79">
                  <c:v>0.514997</c:v>
                </c:pt>
                <c:pt idx="80">
                  <c:v>0.517162</c:v>
                </c:pt>
                <c:pt idx="81">
                  <c:v>0.520209</c:v>
                </c:pt>
                <c:pt idx="82">
                  <c:v>0.520677</c:v>
                </c:pt>
                <c:pt idx="83">
                  <c:v>0.520126</c:v>
                </c:pt>
                <c:pt idx="84">
                  <c:v>0.520918</c:v>
                </c:pt>
                <c:pt idx="85">
                  <c:v>0.522247</c:v>
                </c:pt>
                <c:pt idx="86">
                  <c:v>0.522803</c:v>
                </c:pt>
                <c:pt idx="87">
                  <c:v>0.521714</c:v>
                </c:pt>
                <c:pt idx="88">
                  <c:v>0.518863</c:v>
                </c:pt>
                <c:pt idx="89">
                  <c:v>0.513787</c:v>
                </c:pt>
                <c:pt idx="90">
                  <c:v>0.505729</c:v>
                </c:pt>
                <c:pt idx="91">
                  <c:v>0.493797</c:v>
                </c:pt>
                <c:pt idx="92">
                  <c:v>0.477284</c:v>
                </c:pt>
                <c:pt idx="93">
                  <c:v>0.456744</c:v>
                </c:pt>
                <c:pt idx="94">
                  <c:v>0.435207</c:v>
                </c:pt>
                <c:pt idx="95">
                  <c:v>0.415619</c:v>
                </c:pt>
                <c:pt idx="96">
                  <c:v>0.396476</c:v>
                </c:pt>
                <c:pt idx="97">
                  <c:v>0.368381</c:v>
                </c:pt>
                <c:pt idx="98">
                  <c:v>0.316558</c:v>
                </c:pt>
                <c:pt idx="99">
                  <c:v>0.242736</c:v>
                </c:pt>
                <c:pt idx="100">
                  <c:v>0.177128</c:v>
                </c:pt>
                <c:pt idx="101">
                  <c:v>0.140072</c:v>
                </c:pt>
                <c:pt idx="102">
                  <c:v>0.123323</c:v>
                </c:pt>
                <c:pt idx="103">
                  <c:v>0.115939</c:v>
                </c:pt>
                <c:pt idx="104">
                  <c:v>0.113016</c:v>
                </c:pt>
                <c:pt idx="105">
                  <c:v>0.112573</c:v>
                </c:pt>
                <c:pt idx="106">
                  <c:v>0.114493</c:v>
                </c:pt>
                <c:pt idx="107">
                  <c:v>0.120234</c:v>
                </c:pt>
                <c:pt idx="108">
                  <c:v>0.129668</c:v>
                </c:pt>
                <c:pt idx="109">
                  <c:v>0.141645</c:v>
                </c:pt>
                <c:pt idx="110">
                  <c:v>0.155471</c:v>
                </c:pt>
                <c:pt idx="111">
                  <c:v>0.170614</c:v>
                </c:pt>
                <c:pt idx="112">
                  <c:v>0.186537</c:v>
                </c:pt>
                <c:pt idx="113">
                  <c:v>0.202781</c:v>
                </c:pt>
                <c:pt idx="114">
                  <c:v>0.218917</c:v>
                </c:pt>
                <c:pt idx="115">
                  <c:v>0.234549</c:v>
                </c:pt>
                <c:pt idx="116">
                  <c:v>0.249341</c:v>
                </c:pt>
                <c:pt idx="117">
                  <c:v>0.262959</c:v>
                </c:pt>
                <c:pt idx="118">
                  <c:v>0.275346</c:v>
                </c:pt>
                <c:pt idx="119">
                  <c:v>0.286513</c:v>
                </c:pt>
                <c:pt idx="120">
                  <c:v>0.296495</c:v>
                </c:pt>
                <c:pt idx="121">
                  <c:v>0.305309</c:v>
                </c:pt>
                <c:pt idx="122">
                  <c:v>0.313039</c:v>
                </c:pt>
                <c:pt idx="123">
                  <c:v>0.319835</c:v>
                </c:pt>
                <c:pt idx="124">
                  <c:v>0.325664</c:v>
                </c:pt>
                <c:pt idx="125">
                  <c:v>0.330487</c:v>
                </c:pt>
                <c:pt idx="126">
                  <c:v>0.334177</c:v>
                </c:pt>
                <c:pt idx="127">
                  <c:v>0.336743</c:v>
                </c:pt>
                <c:pt idx="128">
                  <c:v>0.338819</c:v>
                </c:pt>
                <c:pt idx="129">
                  <c:v>0.341802</c:v>
                </c:pt>
                <c:pt idx="130">
                  <c:v>0.34482</c:v>
                </c:pt>
                <c:pt idx="131">
                  <c:v>0.346346</c:v>
                </c:pt>
                <c:pt idx="132">
                  <c:v>0.346882</c:v>
                </c:pt>
                <c:pt idx="133">
                  <c:v>0.339349</c:v>
                </c:pt>
                <c:pt idx="134">
                  <c:v>0.321775</c:v>
                </c:pt>
                <c:pt idx="135">
                  <c:v>0.308856</c:v>
                </c:pt>
                <c:pt idx="136">
                  <c:v>0.298074</c:v>
                </c:pt>
                <c:pt idx="137">
                  <c:v>0.28435</c:v>
                </c:pt>
                <c:pt idx="138">
                  <c:v>0.273894</c:v>
                </c:pt>
                <c:pt idx="139">
                  <c:v>0.26956</c:v>
                </c:pt>
                <c:pt idx="140">
                  <c:v>0.268728</c:v>
                </c:pt>
                <c:pt idx="141">
                  <c:v>0.269448</c:v>
                </c:pt>
                <c:pt idx="142">
                  <c:v>0.269097</c:v>
                </c:pt>
                <c:pt idx="143">
                  <c:v>0.265199</c:v>
                </c:pt>
                <c:pt idx="144">
                  <c:v>0.255929</c:v>
                </c:pt>
                <c:pt idx="145">
                  <c:v>0.237436</c:v>
                </c:pt>
                <c:pt idx="146">
                  <c:v>0.204929</c:v>
                </c:pt>
                <c:pt idx="147">
                  <c:v>0.158051</c:v>
                </c:pt>
                <c:pt idx="148">
                  <c:v>0.109381</c:v>
                </c:pt>
                <c:pt idx="149">
                  <c:v>0.077533</c:v>
                </c:pt>
                <c:pt idx="150">
                  <c:v>0.064799</c:v>
                </c:pt>
                <c:pt idx="151">
                  <c:v>0.061654</c:v>
                </c:pt>
                <c:pt idx="152">
                  <c:v>0.061119</c:v>
                </c:pt>
                <c:pt idx="153">
                  <c:v>0.061208</c:v>
                </c:pt>
                <c:pt idx="154">
                  <c:v>0.061532</c:v>
                </c:pt>
                <c:pt idx="155">
                  <c:v>0.062042</c:v>
                </c:pt>
                <c:pt idx="156">
                  <c:v>0.062858</c:v>
                </c:pt>
                <c:pt idx="157">
                  <c:v>0.064079</c:v>
                </c:pt>
                <c:pt idx="158">
                  <c:v>0.06568</c:v>
                </c:pt>
                <c:pt idx="159">
                  <c:v>0.067742</c:v>
                </c:pt>
                <c:pt idx="160">
                  <c:v>0.07033</c:v>
                </c:pt>
                <c:pt idx="161">
                  <c:v>0.073424</c:v>
                </c:pt>
                <c:pt idx="162">
                  <c:v>0.076979</c:v>
                </c:pt>
                <c:pt idx="163">
                  <c:v>0.081021</c:v>
                </c:pt>
                <c:pt idx="164">
                  <c:v>0.085464</c:v>
                </c:pt>
                <c:pt idx="165">
                  <c:v>0.090219</c:v>
                </c:pt>
                <c:pt idx="166">
                  <c:v>0.095373</c:v>
                </c:pt>
                <c:pt idx="167">
                  <c:v>0.101049</c:v>
                </c:pt>
                <c:pt idx="168">
                  <c:v>0.107185</c:v>
                </c:pt>
                <c:pt idx="169">
                  <c:v>0.113638</c:v>
                </c:pt>
                <c:pt idx="170">
                  <c:v>0.120284</c:v>
                </c:pt>
                <c:pt idx="171">
                  <c:v>0.127094</c:v>
                </c:pt>
                <c:pt idx="172">
                  <c:v>0.133907</c:v>
                </c:pt>
                <c:pt idx="173">
                  <c:v>0.140203</c:v>
                </c:pt>
                <c:pt idx="174">
                  <c:v>0.14548</c:v>
                </c:pt>
                <c:pt idx="175">
                  <c:v>0.149552</c:v>
                </c:pt>
                <c:pt idx="176">
                  <c:v>0.152626</c:v>
                </c:pt>
                <c:pt idx="177">
                  <c:v>0.155142</c:v>
                </c:pt>
                <c:pt idx="178">
                  <c:v>0.157463</c:v>
                </c:pt>
                <c:pt idx="179">
                  <c:v>0.159576</c:v>
                </c:pt>
                <c:pt idx="180">
                  <c:v>0.161205</c:v>
                </c:pt>
                <c:pt idx="181">
                  <c:v>0.162247</c:v>
                </c:pt>
                <c:pt idx="182">
                  <c:v>0.162642</c:v>
                </c:pt>
                <c:pt idx="183">
                  <c:v>0.162371</c:v>
                </c:pt>
                <c:pt idx="184">
                  <c:v>0.161789</c:v>
                </c:pt>
                <c:pt idx="185">
                  <c:v>0.161776</c:v>
                </c:pt>
                <c:pt idx="186">
                  <c:v>0.162988</c:v>
                </c:pt>
                <c:pt idx="187">
                  <c:v>0.165123</c:v>
                </c:pt>
                <c:pt idx="188">
                  <c:v>0.166214</c:v>
                </c:pt>
                <c:pt idx="189">
                  <c:v>0.167813</c:v>
                </c:pt>
                <c:pt idx="190">
                  <c:v>0.173293</c:v>
                </c:pt>
                <c:pt idx="191">
                  <c:v>0.170078</c:v>
                </c:pt>
                <c:pt idx="192">
                  <c:v>0.151704</c:v>
                </c:pt>
                <c:pt idx="193">
                  <c:v>0.141148</c:v>
                </c:pt>
                <c:pt idx="194">
                  <c:v>0.140318</c:v>
                </c:pt>
                <c:pt idx="195">
                  <c:v>0.13675</c:v>
                </c:pt>
                <c:pt idx="196">
                  <c:v>0.12529</c:v>
                </c:pt>
                <c:pt idx="197">
                  <c:v>0.118667</c:v>
                </c:pt>
                <c:pt idx="198">
                  <c:v>0.113718</c:v>
                </c:pt>
                <c:pt idx="199">
                  <c:v>0.108822</c:v>
                </c:pt>
                <c:pt idx="200">
                  <c:v>0.105043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Diseased</c:v>
                </c:pt>
              </c:strCache>
            </c:strRef>
          </c:tx>
          <c:spPr>
            <a:solidFill>
              <a:srgbClr val="D98A1C"/>
            </a:solidFill>
            <a:ln w="25400" cap="flat">
              <a:solidFill>
                <a:srgbClr val="D98A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A1C"/>
              </a:solidFill>
              <a:ln w="9525" cap="flat">
                <a:solidFill>
                  <a:srgbClr val="D98A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0.228281</c:v>
                </c:pt>
                <c:pt idx="1">
                  <c:v>0.223299</c:v>
                </c:pt>
                <c:pt idx="2">
                  <c:v>0.215299</c:v>
                </c:pt>
                <c:pt idx="3">
                  <c:v>0.204062</c:v>
                </c:pt>
                <c:pt idx="4">
                  <c:v>0.192461</c:v>
                </c:pt>
                <c:pt idx="5">
                  <c:v>0.183596</c:v>
                </c:pt>
                <c:pt idx="6">
                  <c:v>0.17463</c:v>
                </c:pt>
                <c:pt idx="7">
                  <c:v>0.165349</c:v>
                </c:pt>
                <c:pt idx="8">
                  <c:v>0.157563</c:v>
                </c:pt>
                <c:pt idx="9">
                  <c:v>0.152414</c:v>
                </c:pt>
                <c:pt idx="10">
                  <c:v>0.153675</c:v>
                </c:pt>
                <c:pt idx="11">
                  <c:v>0.166733</c:v>
                </c:pt>
                <c:pt idx="12">
                  <c:v>0.197666</c:v>
                </c:pt>
                <c:pt idx="13">
                  <c:v>0.232605</c:v>
                </c:pt>
                <c:pt idx="14">
                  <c:v>0.247413</c:v>
                </c:pt>
                <c:pt idx="15">
                  <c:v>0.249797</c:v>
                </c:pt>
                <c:pt idx="16">
                  <c:v>0.24014</c:v>
                </c:pt>
                <c:pt idx="17">
                  <c:v>0.216507</c:v>
                </c:pt>
                <c:pt idx="18">
                  <c:v>0.191852</c:v>
                </c:pt>
                <c:pt idx="19">
                  <c:v>0.177273</c:v>
                </c:pt>
                <c:pt idx="20">
                  <c:v>0.169635</c:v>
                </c:pt>
                <c:pt idx="21">
                  <c:v>0.159339</c:v>
                </c:pt>
                <c:pt idx="22">
                  <c:v>0.147944</c:v>
                </c:pt>
                <c:pt idx="23">
                  <c:v>0.143355</c:v>
                </c:pt>
                <c:pt idx="24">
                  <c:v>0.136975</c:v>
                </c:pt>
                <c:pt idx="25">
                  <c:v>0.125265</c:v>
                </c:pt>
                <c:pt idx="26">
                  <c:v>0.115645</c:v>
                </c:pt>
                <c:pt idx="27">
                  <c:v>0.107927</c:v>
                </c:pt>
                <c:pt idx="28">
                  <c:v>0.110004</c:v>
                </c:pt>
                <c:pt idx="29">
                  <c:v>0.13313</c:v>
                </c:pt>
                <c:pt idx="30">
                  <c:v>0.214243</c:v>
                </c:pt>
                <c:pt idx="31">
                  <c:v>0.3268</c:v>
                </c:pt>
                <c:pt idx="32">
                  <c:v>0.430386</c:v>
                </c:pt>
                <c:pt idx="33">
                  <c:v>0.508077</c:v>
                </c:pt>
                <c:pt idx="34">
                  <c:v>0.551635</c:v>
                </c:pt>
                <c:pt idx="35">
                  <c:v>0.57025</c:v>
                </c:pt>
                <c:pt idx="36">
                  <c:v>0.575934</c:v>
                </c:pt>
                <c:pt idx="37">
                  <c:v>0.576982</c:v>
                </c:pt>
                <c:pt idx="38">
                  <c:v>0.57697</c:v>
                </c:pt>
                <c:pt idx="39">
                  <c:v>0.577176</c:v>
                </c:pt>
                <c:pt idx="40">
                  <c:v>0.577569</c:v>
                </c:pt>
                <c:pt idx="41">
                  <c:v>0.577936</c:v>
                </c:pt>
                <c:pt idx="42">
                  <c:v>0.57816</c:v>
                </c:pt>
                <c:pt idx="43">
                  <c:v>0.578063</c:v>
                </c:pt>
                <c:pt idx="44">
                  <c:v>0.578037</c:v>
                </c:pt>
                <c:pt idx="45">
                  <c:v>0.578328</c:v>
                </c:pt>
                <c:pt idx="46">
                  <c:v>0.578601</c:v>
                </c:pt>
                <c:pt idx="47">
                  <c:v>0.578787</c:v>
                </c:pt>
                <c:pt idx="48">
                  <c:v>0.578832</c:v>
                </c:pt>
                <c:pt idx="49">
                  <c:v>0.578866</c:v>
                </c:pt>
                <c:pt idx="50">
                  <c:v>0.578945</c:v>
                </c:pt>
                <c:pt idx="51">
                  <c:v>0.579133</c:v>
                </c:pt>
                <c:pt idx="52">
                  <c:v>0.578812</c:v>
                </c:pt>
                <c:pt idx="53">
                  <c:v>0.576884</c:v>
                </c:pt>
                <c:pt idx="54">
                  <c:v>0.572668</c:v>
                </c:pt>
                <c:pt idx="55">
                  <c:v>0.565701</c:v>
                </c:pt>
                <c:pt idx="56">
                  <c:v>0.557554</c:v>
                </c:pt>
                <c:pt idx="57">
                  <c:v>0.554886</c:v>
                </c:pt>
                <c:pt idx="58">
                  <c:v>0.555635</c:v>
                </c:pt>
                <c:pt idx="59">
                  <c:v>0.558429</c:v>
                </c:pt>
                <c:pt idx="60">
                  <c:v>0.562396</c:v>
                </c:pt>
                <c:pt idx="61">
                  <c:v>0.566474</c:v>
                </c:pt>
                <c:pt idx="62">
                  <c:v>0.570552</c:v>
                </c:pt>
                <c:pt idx="63">
                  <c:v>0.574037</c:v>
                </c:pt>
                <c:pt idx="64">
                  <c:v>0.576347</c:v>
                </c:pt>
                <c:pt idx="65">
                  <c:v>0.577642</c:v>
                </c:pt>
                <c:pt idx="66">
                  <c:v>0.578304</c:v>
                </c:pt>
                <c:pt idx="67">
                  <c:v>0.5785</c:v>
                </c:pt>
                <c:pt idx="68">
                  <c:v>0.578161</c:v>
                </c:pt>
                <c:pt idx="69">
                  <c:v>0.577115</c:v>
                </c:pt>
                <c:pt idx="70">
                  <c:v>0.575593</c:v>
                </c:pt>
                <c:pt idx="71">
                  <c:v>0.573517</c:v>
                </c:pt>
                <c:pt idx="72">
                  <c:v>0.570229</c:v>
                </c:pt>
                <c:pt idx="73">
                  <c:v>0.561868</c:v>
                </c:pt>
                <c:pt idx="74">
                  <c:v>0.544229</c:v>
                </c:pt>
                <c:pt idx="75">
                  <c:v>0.525277</c:v>
                </c:pt>
                <c:pt idx="76">
                  <c:v>0.516107</c:v>
                </c:pt>
                <c:pt idx="77">
                  <c:v>0.514152</c:v>
                </c:pt>
                <c:pt idx="78">
                  <c:v>0.514328</c:v>
                </c:pt>
                <c:pt idx="79">
                  <c:v>0.515191</c:v>
                </c:pt>
                <c:pt idx="80">
                  <c:v>0.517241</c:v>
                </c:pt>
                <c:pt idx="81">
                  <c:v>0.520103</c:v>
                </c:pt>
                <c:pt idx="82">
                  <c:v>0.520608</c:v>
                </c:pt>
                <c:pt idx="83">
                  <c:v>0.520136</c:v>
                </c:pt>
                <c:pt idx="84">
                  <c:v>0.520916</c:v>
                </c:pt>
                <c:pt idx="85">
                  <c:v>0.522245</c:v>
                </c:pt>
                <c:pt idx="86">
                  <c:v>0.522785</c:v>
                </c:pt>
                <c:pt idx="87">
                  <c:v>0.521696</c:v>
                </c:pt>
                <c:pt idx="88">
                  <c:v>0.518957</c:v>
                </c:pt>
                <c:pt idx="89">
                  <c:v>0.514179</c:v>
                </c:pt>
                <c:pt idx="90">
                  <c:v>0.506692</c:v>
                </c:pt>
                <c:pt idx="91">
                  <c:v>0.495629</c:v>
                </c:pt>
                <c:pt idx="92">
                  <c:v>0.480182</c:v>
                </c:pt>
                <c:pt idx="93">
                  <c:v>0.460871</c:v>
                </c:pt>
                <c:pt idx="94">
                  <c:v>0.440568</c:v>
                </c:pt>
                <c:pt idx="95">
                  <c:v>0.422123</c:v>
                </c:pt>
                <c:pt idx="96">
                  <c:v>0.404095</c:v>
                </c:pt>
                <c:pt idx="97">
                  <c:v>0.377466</c:v>
                </c:pt>
                <c:pt idx="98">
                  <c:v>0.328142</c:v>
                </c:pt>
                <c:pt idx="99">
                  <c:v>0.257221</c:v>
                </c:pt>
                <c:pt idx="100">
                  <c:v>0.19333</c:v>
                </c:pt>
                <c:pt idx="101">
                  <c:v>0.156506</c:v>
                </c:pt>
                <c:pt idx="102">
                  <c:v>0.139482</c:v>
                </c:pt>
                <c:pt idx="103">
                  <c:v>0.131884</c:v>
                </c:pt>
                <c:pt idx="104">
                  <c:v>0.128899</c:v>
                </c:pt>
                <c:pt idx="105">
                  <c:v>0.128478</c:v>
                </c:pt>
                <c:pt idx="106">
                  <c:v>0.130458</c:v>
                </c:pt>
                <c:pt idx="107">
                  <c:v>0.136291</c:v>
                </c:pt>
                <c:pt idx="108">
                  <c:v>0.145815</c:v>
                </c:pt>
                <c:pt idx="109">
                  <c:v>0.157805</c:v>
                </c:pt>
                <c:pt idx="110">
                  <c:v>0.171516</c:v>
                </c:pt>
                <c:pt idx="111">
                  <c:v>0.186369</c:v>
                </c:pt>
                <c:pt idx="112">
                  <c:v>0.201837</c:v>
                </c:pt>
                <c:pt idx="113">
                  <c:v>0.217503</c:v>
                </c:pt>
                <c:pt idx="114">
                  <c:v>0.232963</c:v>
                </c:pt>
                <c:pt idx="115">
                  <c:v>0.247853</c:v>
                </c:pt>
                <c:pt idx="116">
                  <c:v>0.261878</c:v>
                </c:pt>
                <c:pt idx="117">
                  <c:v>0.274778</c:v>
                </c:pt>
                <c:pt idx="118">
                  <c:v>0.286539</c:v>
                </c:pt>
                <c:pt idx="119">
                  <c:v>0.297144</c:v>
                </c:pt>
                <c:pt idx="120">
                  <c:v>0.306611</c:v>
                </c:pt>
                <c:pt idx="121">
                  <c:v>0.31498</c:v>
                </c:pt>
                <c:pt idx="122">
                  <c:v>0.322336</c:v>
                </c:pt>
                <c:pt idx="123">
                  <c:v>0.328812</c:v>
                </c:pt>
                <c:pt idx="124">
                  <c:v>0.334358</c:v>
                </c:pt>
                <c:pt idx="125">
                  <c:v>0.338914</c:v>
                </c:pt>
                <c:pt idx="126">
                  <c:v>0.342361</c:v>
                </c:pt>
                <c:pt idx="127">
                  <c:v>0.344763</c:v>
                </c:pt>
                <c:pt idx="128">
                  <c:v>0.346755</c:v>
                </c:pt>
                <c:pt idx="129">
                  <c:v>0.349708</c:v>
                </c:pt>
                <c:pt idx="130">
                  <c:v>0.352792</c:v>
                </c:pt>
                <c:pt idx="131">
                  <c:v>0.354382</c:v>
                </c:pt>
                <c:pt idx="132">
                  <c:v>0.354754</c:v>
                </c:pt>
                <c:pt idx="133">
                  <c:v>0.347202</c:v>
                </c:pt>
                <c:pt idx="134">
                  <c:v>0.330447</c:v>
                </c:pt>
                <c:pt idx="135">
                  <c:v>0.31835</c:v>
                </c:pt>
                <c:pt idx="136">
                  <c:v>0.308085</c:v>
                </c:pt>
                <c:pt idx="137">
                  <c:v>0.294888</c:v>
                </c:pt>
                <c:pt idx="138">
                  <c:v>0.284881</c:v>
                </c:pt>
                <c:pt idx="139">
                  <c:v>0.280767</c:v>
                </c:pt>
                <c:pt idx="140">
                  <c:v>0.279971</c:v>
                </c:pt>
                <c:pt idx="141">
                  <c:v>0.28061</c:v>
                </c:pt>
                <c:pt idx="142">
                  <c:v>0.281499</c:v>
                </c:pt>
                <c:pt idx="143">
                  <c:v>0.278568</c:v>
                </c:pt>
                <c:pt idx="144">
                  <c:v>0.270028</c:v>
                </c:pt>
                <c:pt idx="145">
                  <c:v>0.252457</c:v>
                </c:pt>
                <c:pt idx="146">
                  <c:v>0.221148</c:v>
                </c:pt>
                <c:pt idx="147">
                  <c:v>0.175198</c:v>
                </c:pt>
                <c:pt idx="148">
                  <c:v>0.125897</c:v>
                </c:pt>
                <c:pt idx="149">
                  <c:v>0.091679</c:v>
                </c:pt>
                <c:pt idx="150">
                  <c:v>0.076309</c:v>
                </c:pt>
                <c:pt idx="151">
                  <c:v>0.071482</c:v>
                </c:pt>
                <c:pt idx="152">
                  <c:v>0.070186</c:v>
                </c:pt>
                <c:pt idx="153">
                  <c:v>0.070103</c:v>
                </c:pt>
                <c:pt idx="154">
                  <c:v>0.070649</c:v>
                </c:pt>
                <c:pt idx="155">
                  <c:v>0.07162</c:v>
                </c:pt>
                <c:pt idx="156">
                  <c:v>0.073006</c:v>
                </c:pt>
                <c:pt idx="157">
                  <c:v>0.074892</c:v>
                </c:pt>
                <c:pt idx="158">
                  <c:v>0.077277</c:v>
                </c:pt>
                <c:pt idx="159">
                  <c:v>0.080105</c:v>
                </c:pt>
                <c:pt idx="160">
                  <c:v>0.083437</c:v>
                </c:pt>
                <c:pt idx="161">
                  <c:v>0.087209</c:v>
                </c:pt>
                <c:pt idx="162">
                  <c:v>0.091356</c:v>
                </c:pt>
                <c:pt idx="163">
                  <c:v>0.095893</c:v>
                </c:pt>
                <c:pt idx="164">
                  <c:v>0.100716</c:v>
                </c:pt>
                <c:pt idx="165">
                  <c:v>0.105746</c:v>
                </c:pt>
                <c:pt idx="166">
                  <c:v>0.11112</c:v>
                </c:pt>
                <c:pt idx="167">
                  <c:v>0.116988</c:v>
                </c:pt>
                <c:pt idx="168">
                  <c:v>0.123258</c:v>
                </c:pt>
                <c:pt idx="169">
                  <c:v>0.129772</c:v>
                </c:pt>
                <c:pt idx="170">
                  <c:v>0.136448</c:v>
                </c:pt>
                <c:pt idx="171">
                  <c:v>0.143289</c:v>
                </c:pt>
                <c:pt idx="172">
                  <c:v>0.150142</c:v>
                </c:pt>
                <c:pt idx="173">
                  <c:v>0.156464</c:v>
                </c:pt>
                <c:pt idx="174">
                  <c:v>0.161701</c:v>
                </c:pt>
                <c:pt idx="175">
                  <c:v>0.165708</c:v>
                </c:pt>
                <c:pt idx="176">
                  <c:v>0.168691</c:v>
                </c:pt>
                <c:pt idx="177">
                  <c:v>0.171057</c:v>
                </c:pt>
                <c:pt idx="178">
                  <c:v>0.173263</c:v>
                </c:pt>
                <c:pt idx="179">
                  <c:v>0.175301</c:v>
                </c:pt>
                <c:pt idx="180">
                  <c:v>0.176924</c:v>
                </c:pt>
                <c:pt idx="181">
                  <c:v>0.178057</c:v>
                </c:pt>
                <c:pt idx="182">
                  <c:v>0.178585</c:v>
                </c:pt>
                <c:pt idx="183">
                  <c:v>0.17842</c:v>
                </c:pt>
                <c:pt idx="184">
                  <c:v>0.177889</c:v>
                </c:pt>
                <c:pt idx="185">
                  <c:v>0.17795</c:v>
                </c:pt>
                <c:pt idx="186">
                  <c:v>0.179382</c:v>
                </c:pt>
                <c:pt idx="187">
                  <c:v>0.181878</c:v>
                </c:pt>
                <c:pt idx="188">
                  <c:v>0.183373</c:v>
                </c:pt>
                <c:pt idx="189">
                  <c:v>0.185574</c:v>
                </c:pt>
                <c:pt idx="190">
                  <c:v>0.191799</c:v>
                </c:pt>
                <c:pt idx="191">
                  <c:v>0.188424</c:v>
                </c:pt>
                <c:pt idx="192">
                  <c:v>0.16945</c:v>
                </c:pt>
                <c:pt idx="193">
                  <c:v>0.158974</c:v>
                </c:pt>
                <c:pt idx="194">
                  <c:v>0.158677</c:v>
                </c:pt>
                <c:pt idx="195">
                  <c:v>0.155091</c:v>
                </c:pt>
                <c:pt idx="196">
                  <c:v>0.1431</c:v>
                </c:pt>
                <c:pt idx="197">
                  <c:v>0.136317</c:v>
                </c:pt>
                <c:pt idx="198">
                  <c:v>0.13114</c:v>
                </c:pt>
                <c:pt idx="199">
                  <c:v>0.12589</c:v>
                </c:pt>
                <c:pt idx="200">
                  <c:v>0.121811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660"/>
                    </a:solidFill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660"/>
                    </a:solidFill>
                    <a:latin typeface="Arial"/>
                  </a:rPr>
                  <a:t>Reflectance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Difference spectrum (D − 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Diseased − healthy</c:v>
                </c:pt>
              </c:strCache>
            </c:strRef>
          </c:tx>
          <c:spPr>
            <a:solidFill>
              <a:srgbClr val="B5452F"/>
            </a:solidFill>
            <a:ln w="25400" cap="flat">
              <a:solidFill>
                <a:srgbClr val="B54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5452F"/>
              </a:solidFill>
              <a:ln w="9525" cap="flat">
                <a:solidFill>
                  <a:srgbClr val="B54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0.000073</c:v>
                </c:pt>
                <c:pt idx="1">
                  <c:v>0.000608</c:v>
                </c:pt>
                <c:pt idx="2">
                  <c:v>0.001663</c:v>
                </c:pt>
                <c:pt idx="3">
                  <c:v>0.002466</c:v>
                </c:pt>
                <c:pt idx="4">
                  <c:v>0.003494</c:v>
                </c:pt>
                <c:pt idx="5">
                  <c:v>0.004546</c:v>
                </c:pt>
                <c:pt idx="6">
                  <c:v>0.005211</c:v>
                </c:pt>
                <c:pt idx="7">
                  <c:v>0.00583</c:v>
                </c:pt>
                <c:pt idx="8">
                  <c:v>0.006358</c:v>
                </c:pt>
                <c:pt idx="9">
                  <c:v>0.006981</c:v>
                </c:pt>
                <c:pt idx="10">
                  <c:v>0.008049</c:v>
                </c:pt>
                <c:pt idx="11">
                  <c:v>0.009036</c:v>
                </c:pt>
                <c:pt idx="12">
                  <c:v>0.008222</c:v>
                </c:pt>
                <c:pt idx="13">
                  <c:v>0.005374</c:v>
                </c:pt>
                <c:pt idx="14">
                  <c:v>0.004126</c:v>
                </c:pt>
                <c:pt idx="15">
                  <c:v>0.004313</c:v>
                </c:pt>
                <c:pt idx="16">
                  <c:v>0.005894</c:v>
                </c:pt>
                <c:pt idx="17">
                  <c:v>0.009323</c:v>
                </c:pt>
                <c:pt idx="18">
                  <c:v>0.012245</c:v>
                </c:pt>
                <c:pt idx="19">
                  <c:v>0.013655</c:v>
                </c:pt>
                <c:pt idx="20">
                  <c:v>0.014346</c:v>
                </c:pt>
                <c:pt idx="21">
                  <c:v>0.015283</c:v>
                </c:pt>
                <c:pt idx="22">
                  <c:v>0.016165</c:v>
                </c:pt>
                <c:pt idx="23">
                  <c:v>0.016771</c:v>
                </c:pt>
                <c:pt idx="24">
                  <c:v>0.01644</c:v>
                </c:pt>
                <c:pt idx="25">
                  <c:v>0.015219</c:v>
                </c:pt>
                <c:pt idx="26">
                  <c:v>0.014252</c:v>
                </c:pt>
                <c:pt idx="27">
                  <c:v>0.012648</c:v>
                </c:pt>
                <c:pt idx="28">
                  <c:v>0.012531</c:v>
                </c:pt>
                <c:pt idx="29">
                  <c:v>0.01741</c:v>
                </c:pt>
                <c:pt idx="30">
                  <c:v>0.02242</c:v>
                </c:pt>
                <c:pt idx="31">
                  <c:v>0.016461</c:v>
                </c:pt>
                <c:pt idx="32">
                  <c:v>0.004108</c:v>
                </c:pt>
                <c:pt idx="33">
                  <c:v>-0.008045</c:v>
                </c:pt>
                <c:pt idx="34">
                  <c:v>-0.01541</c:v>
                </c:pt>
                <c:pt idx="35">
                  <c:v>-0.018285</c:v>
                </c:pt>
                <c:pt idx="36">
                  <c:v>-0.018703</c:v>
                </c:pt>
                <c:pt idx="37">
                  <c:v>-0.01813</c:v>
                </c:pt>
                <c:pt idx="38">
                  <c:v>-0.01732</c:v>
                </c:pt>
                <c:pt idx="39">
                  <c:v>-0.016492</c:v>
                </c:pt>
                <c:pt idx="40">
                  <c:v>-0.015688</c:v>
                </c:pt>
                <c:pt idx="41">
                  <c:v>-0.014936</c:v>
                </c:pt>
                <c:pt idx="42">
                  <c:v>-0.01421</c:v>
                </c:pt>
                <c:pt idx="43">
                  <c:v>-0.013505</c:v>
                </c:pt>
                <c:pt idx="44">
                  <c:v>-0.012833</c:v>
                </c:pt>
                <c:pt idx="45">
                  <c:v>-0.012229</c:v>
                </c:pt>
                <c:pt idx="46">
                  <c:v>-0.011683</c:v>
                </c:pt>
                <c:pt idx="47">
                  <c:v>-0.011175</c:v>
                </c:pt>
                <c:pt idx="48">
                  <c:v>-0.010676</c:v>
                </c:pt>
                <c:pt idx="49">
                  <c:v>-0.010181</c:v>
                </c:pt>
                <c:pt idx="50">
                  <c:v>-0.009701</c:v>
                </c:pt>
                <c:pt idx="51">
                  <c:v>-0.009212</c:v>
                </c:pt>
                <c:pt idx="52">
                  <c:v>-0.008701</c:v>
                </c:pt>
                <c:pt idx="53">
                  <c:v>-0.008093</c:v>
                </c:pt>
                <c:pt idx="54">
                  <c:v>-0.007349</c:v>
                </c:pt>
                <c:pt idx="55">
                  <c:v>-0.006374</c:v>
                </c:pt>
                <c:pt idx="56">
                  <c:v>-0.005335</c:v>
                </c:pt>
                <c:pt idx="57">
                  <c:v>-0.004709</c:v>
                </c:pt>
                <c:pt idx="58">
                  <c:v>-0.004343</c:v>
                </c:pt>
                <c:pt idx="59">
                  <c:v>-0.00406</c:v>
                </c:pt>
                <c:pt idx="60">
                  <c:v>-0.00385</c:v>
                </c:pt>
                <c:pt idx="61">
                  <c:v>-0.003911</c:v>
                </c:pt>
                <c:pt idx="62">
                  <c:v>-0.004048</c:v>
                </c:pt>
                <c:pt idx="63">
                  <c:v>-0.004191</c:v>
                </c:pt>
                <c:pt idx="64">
                  <c:v>-0.004394</c:v>
                </c:pt>
                <c:pt idx="65">
                  <c:v>-0.004623</c:v>
                </c:pt>
                <c:pt idx="66">
                  <c:v>-0.00479</c:v>
                </c:pt>
                <c:pt idx="67">
                  <c:v>-0.00482</c:v>
                </c:pt>
                <c:pt idx="68">
                  <c:v>-0.004725</c:v>
                </c:pt>
                <c:pt idx="69">
                  <c:v>-0.004531</c:v>
                </c:pt>
                <c:pt idx="70">
                  <c:v>-0.004288</c:v>
                </c:pt>
                <c:pt idx="71">
                  <c:v>-0.004008</c:v>
                </c:pt>
                <c:pt idx="72">
                  <c:v>-0.00362</c:v>
                </c:pt>
                <c:pt idx="73">
                  <c:v>-0.002921</c:v>
                </c:pt>
                <c:pt idx="74">
                  <c:v>-0.00161</c:v>
                </c:pt>
                <c:pt idx="75">
                  <c:v>-0.000361</c:v>
                </c:pt>
                <c:pt idx="76">
                  <c:v>0.000144</c:v>
                </c:pt>
                <c:pt idx="77">
                  <c:v>0.000227</c:v>
                </c:pt>
                <c:pt idx="78">
                  <c:v>0.000185</c:v>
                </c:pt>
                <c:pt idx="79">
                  <c:v>0.000194</c:v>
                </c:pt>
                <c:pt idx="80">
                  <c:v>0.000079</c:v>
                </c:pt>
                <c:pt idx="81">
                  <c:v>-0.000106</c:v>
                </c:pt>
                <c:pt idx="82">
                  <c:v>-0.000068</c:v>
                </c:pt>
                <c:pt idx="83">
                  <c:v>0.00001</c:v>
                </c:pt>
                <c:pt idx="84">
                  <c:v>-0.000001</c:v>
                </c:pt>
                <c:pt idx="85">
                  <c:v>-0.000002</c:v>
                </c:pt>
                <c:pt idx="86">
                  <c:v>-0.000018</c:v>
                </c:pt>
                <c:pt idx="87">
                  <c:v>-0.000018</c:v>
                </c:pt>
                <c:pt idx="88">
                  <c:v>0.000093</c:v>
                </c:pt>
                <c:pt idx="89">
                  <c:v>0.000393</c:v>
                </c:pt>
                <c:pt idx="90">
                  <c:v>0.000963</c:v>
                </c:pt>
                <c:pt idx="91">
                  <c:v>0.001833</c:v>
                </c:pt>
                <c:pt idx="92">
                  <c:v>0.002898</c:v>
                </c:pt>
                <c:pt idx="93">
                  <c:v>0.004127</c:v>
                </c:pt>
                <c:pt idx="94">
                  <c:v>0.005361</c:v>
                </c:pt>
                <c:pt idx="95">
                  <c:v>0.006504</c:v>
                </c:pt>
                <c:pt idx="96">
                  <c:v>0.007618</c:v>
                </c:pt>
                <c:pt idx="97">
                  <c:v>0.009085</c:v>
                </c:pt>
                <c:pt idx="98">
                  <c:v>0.011584</c:v>
                </c:pt>
                <c:pt idx="99">
                  <c:v>0.014485</c:v>
                </c:pt>
                <c:pt idx="100">
                  <c:v>0.016203</c:v>
                </c:pt>
                <c:pt idx="101">
                  <c:v>0.016434</c:v>
                </c:pt>
                <c:pt idx="102">
                  <c:v>0.016159</c:v>
                </c:pt>
                <c:pt idx="103">
                  <c:v>0.015945</c:v>
                </c:pt>
                <c:pt idx="104">
                  <c:v>0.015883</c:v>
                </c:pt>
                <c:pt idx="105">
                  <c:v>0.015905</c:v>
                </c:pt>
                <c:pt idx="106">
                  <c:v>0.015965</c:v>
                </c:pt>
                <c:pt idx="107">
                  <c:v>0.016057</c:v>
                </c:pt>
                <c:pt idx="108">
                  <c:v>0.016147</c:v>
                </c:pt>
                <c:pt idx="109">
                  <c:v>0.016161</c:v>
                </c:pt>
                <c:pt idx="110">
                  <c:v>0.016045</c:v>
                </c:pt>
                <c:pt idx="111">
                  <c:v>0.015755</c:v>
                </c:pt>
                <c:pt idx="112">
                  <c:v>0.0153</c:v>
                </c:pt>
                <c:pt idx="113">
                  <c:v>0.014722</c:v>
                </c:pt>
                <c:pt idx="114">
                  <c:v>0.014045</c:v>
                </c:pt>
                <c:pt idx="115">
                  <c:v>0.013304</c:v>
                </c:pt>
                <c:pt idx="116">
                  <c:v>0.012537</c:v>
                </c:pt>
                <c:pt idx="117">
                  <c:v>0.011819</c:v>
                </c:pt>
                <c:pt idx="118">
                  <c:v>0.011193</c:v>
                </c:pt>
                <c:pt idx="119">
                  <c:v>0.010631</c:v>
                </c:pt>
                <c:pt idx="120">
                  <c:v>0.010117</c:v>
                </c:pt>
                <c:pt idx="121">
                  <c:v>0.009672</c:v>
                </c:pt>
                <c:pt idx="122">
                  <c:v>0.009298</c:v>
                </c:pt>
                <c:pt idx="123">
                  <c:v>0.008976</c:v>
                </c:pt>
                <c:pt idx="124">
                  <c:v>0.008694</c:v>
                </c:pt>
                <c:pt idx="125">
                  <c:v>0.008426</c:v>
                </c:pt>
                <c:pt idx="126">
                  <c:v>0.008184</c:v>
                </c:pt>
                <c:pt idx="127">
                  <c:v>0.00802</c:v>
                </c:pt>
                <c:pt idx="128">
                  <c:v>0.007937</c:v>
                </c:pt>
                <c:pt idx="129">
                  <c:v>0.007906</c:v>
                </c:pt>
                <c:pt idx="130">
                  <c:v>0.007972</c:v>
                </c:pt>
                <c:pt idx="131">
                  <c:v>0.008036</c:v>
                </c:pt>
                <c:pt idx="132">
                  <c:v>0.007872</c:v>
                </c:pt>
                <c:pt idx="133">
                  <c:v>0.007853</c:v>
                </c:pt>
                <c:pt idx="134">
                  <c:v>0.008672</c:v>
                </c:pt>
                <c:pt idx="135">
                  <c:v>0.009494</c:v>
                </c:pt>
                <c:pt idx="136">
                  <c:v>0.010011</c:v>
                </c:pt>
                <c:pt idx="137">
                  <c:v>0.010537</c:v>
                </c:pt>
                <c:pt idx="138">
                  <c:v>0.010987</c:v>
                </c:pt>
                <c:pt idx="139">
                  <c:v>0.011207</c:v>
                </c:pt>
                <c:pt idx="140">
                  <c:v>0.011243</c:v>
                </c:pt>
                <c:pt idx="141">
                  <c:v>0.011162</c:v>
                </c:pt>
                <c:pt idx="142">
                  <c:v>0.012402</c:v>
                </c:pt>
                <c:pt idx="143">
                  <c:v>0.013369</c:v>
                </c:pt>
                <c:pt idx="144">
                  <c:v>0.014098</c:v>
                </c:pt>
                <c:pt idx="145">
                  <c:v>0.015022</c:v>
                </c:pt>
                <c:pt idx="146">
                  <c:v>0.016219</c:v>
                </c:pt>
                <c:pt idx="147">
                  <c:v>0.017147</c:v>
                </c:pt>
                <c:pt idx="148">
                  <c:v>0.016517</c:v>
                </c:pt>
                <c:pt idx="149">
                  <c:v>0.014146</c:v>
                </c:pt>
                <c:pt idx="150">
                  <c:v>0.011511</c:v>
                </c:pt>
                <c:pt idx="151">
                  <c:v>0.009828</c:v>
                </c:pt>
                <c:pt idx="152">
                  <c:v>0.009067</c:v>
                </c:pt>
                <c:pt idx="153">
                  <c:v>0.008895</c:v>
                </c:pt>
                <c:pt idx="154">
                  <c:v>0.009117</c:v>
                </c:pt>
                <c:pt idx="155">
                  <c:v>0.009578</c:v>
                </c:pt>
                <c:pt idx="156">
                  <c:v>0.010147</c:v>
                </c:pt>
                <c:pt idx="157">
                  <c:v>0.010813</c:v>
                </c:pt>
                <c:pt idx="158">
                  <c:v>0.011597</c:v>
                </c:pt>
                <c:pt idx="159">
                  <c:v>0.012363</c:v>
                </c:pt>
                <c:pt idx="160">
                  <c:v>0.013107</c:v>
                </c:pt>
                <c:pt idx="161">
                  <c:v>0.013785</c:v>
                </c:pt>
                <c:pt idx="162">
                  <c:v>0.014377</c:v>
                </c:pt>
                <c:pt idx="163">
                  <c:v>0.014872</c:v>
                </c:pt>
                <c:pt idx="164">
                  <c:v>0.015252</c:v>
                </c:pt>
                <c:pt idx="165">
                  <c:v>0.015527</c:v>
                </c:pt>
                <c:pt idx="166">
                  <c:v>0.015748</c:v>
                </c:pt>
                <c:pt idx="167">
                  <c:v>0.01594</c:v>
                </c:pt>
                <c:pt idx="168">
                  <c:v>0.016073</c:v>
                </c:pt>
                <c:pt idx="169">
                  <c:v>0.016134</c:v>
                </c:pt>
                <c:pt idx="170">
                  <c:v>0.016163</c:v>
                </c:pt>
                <c:pt idx="171">
                  <c:v>0.016195</c:v>
                </c:pt>
                <c:pt idx="172">
                  <c:v>0.016234</c:v>
                </c:pt>
                <c:pt idx="173">
                  <c:v>0.016261</c:v>
                </c:pt>
                <c:pt idx="174">
                  <c:v>0.016221</c:v>
                </c:pt>
                <c:pt idx="175">
                  <c:v>0.016156</c:v>
                </c:pt>
                <c:pt idx="176">
                  <c:v>0.016065</c:v>
                </c:pt>
                <c:pt idx="177">
                  <c:v>0.015915</c:v>
                </c:pt>
                <c:pt idx="178">
                  <c:v>0.0158</c:v>
                </c:pt>
                <c:pt idx="179">
                  <c:v>0.015724</c:v>
                </c:pt>
                <c:pt idx="180">
                  <c:v>0.015719</c:v>
                </c:pt>
                <c:pt idx="181">
                  <c:v>0.01581</c:v>
                </c:pt>
                <c:pt idx="182">
                  <c:v>0.015943</c:v>
                </c:pt>
                <c:pt idx="183">
                  <c:v>0.01605</c:v>
                </c:pt>
                <c:pt idx="184">
                  <c:v>0.0161</c:v>
                </c:pt>
                <c:pt idx="185">
                  <c:v>0.016174</c:v>
                </c:pt>
                <c:pt idx="186">
                  <c:v>0.016394</c:v>
                </c:pt>
                <c:pt idx="187">
                  <c:v>0.016756</c:v>
                </c:pt>
                <c:pt idx="188">
                  <c:v>0.017159</c:v>
                </c:pt>
                <c:pt idx="189">
                  <c:v>0.017761</c:v>
                </c:pt>
                <c:pt idx="190">
                  <c:v>0.018506</c:v>
                </c:pt>
                <c:pt idx="191">
                  <c:v>0.018346</c:v>
                </c:pt>
                <c:pt idx="192">
                  <c:v>0.017746</c:v>
                </c:pt>
                <c:pt idx="193">
                  <c:v>0.017826</c:v>
                </c:pt>
                <c:pt idx="194">
                  <c:v>0.018358</c:v>
                </c:pt>
                <c:pt idx="195">
                  <c:v>0.018341</c:v>
                </c:pt>
                <c:pt idx="196">
                  <c:v>0.01781</c:v>
                </c:pt>
                <c:pt idx="197">
                  <c:v>0.01765</c:v>
                </c:pt>
                <c:pt idx="198">
                  <c:v>0.017422</c:v>
                </c:pt>
                <c:pt idx="199">
                  <c:v>0.017068</c:v>
                </c:pt>
                <c:pt idx="200">
                  <c:v>0.016768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660"/>
                    </a:solidFill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Difference spectra (D − H) on each date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 Feb</c:v>
                </c:pt>
              </c:strCache>
            </c:strRef>
          </c:tx>
          <c:spPr>
            <a:solidFill>
              <a:srgbClr val="9CC3A6"/>
            </a:solidFill>
            <a:ln w="25400" cap="flat">
              <a:solidFill>
                <a:srgbClr val="9CC3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CC3A6"/>
              </a:solidFill>
              <a:ln w="9525" cap="flat">
                <a:solidFill>
                  <a:srgbClr val="9CC3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-0.008145</c:v>
                </c:pt>
                <c:pt idx="1">
                  <c:v>-0.008566</c:v>
                </c:pt>
                <c:pt idx="2">
                  <c:v>-0.008767</c:v>
                </c:pt>
                <c:pt idx="3">
                  <c:v>-0.008871</c:v>
                </c:pt>
                <c:pt idx="4">
                  <c:v>-0.008762</c:v>
                </c:pt>
                <c:pt idx="5">
                  <c:v>-0.008437</c:v>
                </c:pt>
                <c:pt idx="6">
                  <c:v>-0.00813</c:v>
                </c:pt>
                <c:pt idx="7">
                  <c:v>-0.007821</c:v>
                </c:pt>
                <c:pt idx="8">
                  <c:v>-0.007436</c:v>
                </c:pt>
                <c:pt idx="9">
                  <c:v>-0.007026</c:v>
                </c:pt>
                <c:pt idx="10">
                  <c:v>-0.006672</c:v>
                </c:pt>
                <c:pt idx="11">
                  <c:v>-0.006733</c:v>
                </c:pt>
                <c:pt idx="12">
                  <c:v>-0.007639</c:v>
                </c:pt>
                <c:pt idx="13">
                  <c:v>-0.009433</c:v>
                </c:pt>
                <c:pt idx="14">
                  <c:v>-0.010528</c:v>
                </c:pt>
                <c:pt idx="15">
                  <c:v>-0.010628</c:v>
                </c:pt>
                <c:pt idx="16">
                  <c:v>-0.010097</c:v>
                </c:pt>
                <c:pt idx="17">
                  <c:v>-0.008819</c:v>
                </c:pt>
                <c:pt idx="18">
                  <c:v>-0.007292</c:v>
                </c:pt>
                <c:pt idx="19">
                  <c:v>-0.006378</c:v>
                </c:pt>
                <c:pt idx="20">
                  <c:v>-0.005948</c:v>
                </c:pt>
                <c:pt idx="21">
                  <c:v>-0.005327</c:v>
                </c:pt>
                <c:pt idx="22">
                  <c:v>-0.004558</c:v>
                </c:pt>
                <c:pt idx="23">
                  <c:v>-0.00421</c:v>
                </c:pt>
                <c:pt idx="24">
                  <c:v>-0.004183</c:v>
                </c:pt>
                <c:pt idx="25">
                  <c:v>-0.003871</c:v>
                </c:pt>
                <c:pt idx="26">
                  <c:v>-0.003315</c:v>
                </c:pt>
                <c:pt idx="27">
                  <c:v>-0.002902</c:v>
                </c:pt>
                <c:pt idx="28">
                  <c:v>-0.002655</c:v>
                </c:pt>
                <c:pt idx="29">
                  <c:v>-0.002518</c:v>
                </c:pt>
                <c:pt idx="30">
                  <c:v>-0.003901</c:v>
                </c:pt>
                <c:pt idx="31">
                  <c:v>-0.006436</c:v>
                </c:pt>
                <c:pt idx="32">
                  <c:v>-0.008392</c:v>
                </c:pt>
                <c:pt idx="33">
                  <c:v>-0.009602</c:v>
                </c:pt>
                <c:pt idx="34">
                  <c:v>-0.009976</c:v>
                </c:pt>
                <c:pt idx="35">
                  <c:v>-0.009993</c:v>
                </c:pt>
                <c:pt idx="36">
                  <c:v>-0.009928</c:v>
                </c:pt>
                <c:pt idx="37">
                  <c:v>-0.009769</c:v>
                </c:pt>
                <c:pt idx="38">
                  <c:v>-0.009639</c:v>
                </c:pt>
                <c:pt idx="39">
                  <c:v>-0.009462</c:v>
                </c:pt>
                <c:pt idx="40">
                  <c:v>-0.009242</c:v>
                </c:pt>
                <c:pt idx="41">
                  <c:v>-0.009055</c:v>
                </c:pt>
                <c:pt idx="42">
                  <c:v>-0.008819</c:v>
                </c:pt>
                <c:pt idx="43">
                  <c:v>-0.008563</c:v>
                </c:pt>
                <c:pt idx="44">
                  <c:v>-0.008249</c:v>
                </c:pt>
                <c:pt idx="45">
                  <c:v>-0.007938</c:v>
                </c:pt>
                <c:pt idx="46">
                  <c:v>-0.00759</c:v>
                </c:pt>
                <c:pt idx="47">
                  <c:v>-0.007275</c:v>
                </c:pt>
                <c:pt idx="48">
                  <c:v>-0.006909</c:v>
                </c:pt>
                <c:pt idx="49">
                  <c:v>-0.006533</c:v>
                </c:pt>
                <c:pt idx="50">
                  <c:v>-0.006213</c:v>
                </c:pt>
                <c:pt idx="51">
                  <c:v>-0.005844</c:v>
                </c:pt>
                <c:pt idx="52">
                  <c:v>-0.005528</c:v>
                </c:pt>
                <c:pt idx="53">
                  <c:v>-0.005071</c:v>
                </c:pt>
                <c:pt idx="54">
                  <c:v>-0.00462</c:v>
                </c:pt>
                <c:pt idx="55">
                  <c:v>-0.004036</c:v>
                </c:pt>
                <c:pt idx="56">
                  <c:v>-0.003374</c:v>
                </c:pt>
                <c:pt idx="57">
                  <c:v>-0.002879</c:v>
                </c:pt>
                <c:pt idx="58">
                  <c:v>-0.002532</c:v>
                </c:pt>
                <c:pt idx="59">
                  <c:v>-0.002192</c:v>
                </c:pt>
                <c:pt idx="60">
                  <c:v>-0.00191</c:v>
                </c:pt>
                <c:pt idx="61">
                  <c:v>-0.001831</c:v>
                </c:pt>
                <c:pt idx="62">
                  <c:v>-0.001781</c:v>
                </c:pt>
                <c:pt idx="63">
                  <c:v>-0.001823</c:v>
                </c:pt>
                <c:pt idx="64">
                  <c:v>-0.00196</c:v>
                </c:pt>
                <c:pt idx="65">
                  <c:v>-0.002149</c:v>
                </c:pt>
                <c:pt idx="66">
                  <c:v>-0.002235</c:v>
                </c:pt>
                <c:pt idx="67">
                  <c:v>-0.002215</c:v>
                </c:pt>
                <c:pt idx="68">
                  <c:v>-0.002096</c:v>
                </c:pt>
                <c:pt idx="69">
                  <c:v>-0.001885</c:v>
                </c:pt>
                <c:pt idx="70">
                  <c:v>-0.001604</c:v>
                </c:pt>
                <c:pt idx="71">
                  <c:v>-0.001313</c:v>
                </c:pt>
                <c:pt idx="72">
                  <c:v>-0.000932</c:v>
                </c:pt>
                <c:pt idx="73">
                  <c:v>-0.000518</c:v>
                </c:pt>
                <c:pt idx="74">
                  <c:v>0.00013</c:v>
                </c:pt>
                <c:pt idx="75">
                  <c:v>0.000796</c:v>
                </c:pt>
                <c:pt idx="76">
                  <c:v>0.001264</c:v>
                </c:pt>
                <c:pt idx="77">
                  <c:v>0.001535</c:v>
                </c:pt>
                <c:pt idx="78">
                  <c:v>0.0018</c:v>
                </c:pt>
                <c:pt idx="79">
                  <c:v>0.002216</c:v>
                </c:pt>
                <c:pt idx="80">
                  <c:v>0.002462</c:v>
                </c:pt>
                <c:pt idx="81">
                  <c:v>0.002545</c:v>
                </c:pt>
                <c:pt idx="82">
                  <c:v>0.002555</c:v>
                </c:pt>
                <c:pt idx="83">
                  <c:v>0.002397</c:v>
                </c:pt>
                <c:pt idx="84">
                  <c:v>0.002331</c:v>
                </c:pt>
                <c:pt idx="85">
                  <c:v>0.002338</c:v>
                </c:pt>
                <c:pt idx="86">
                  <c:v>0.002271</c:v>
                </c:pt>
                <c:pt idx="87">
                  <c:v>0.002192</c:v>
                </c:pt>
                <c:pt idx="88">
                  <c:v>0.002208</c:v>
                </c:pt>
                <c:pt idx="89">
                  <c:v>0.002429</c:v>
                </c:pt>
                <c:pt idx="90">
                  <c:v>0.002733</c:v>
                </c:pt>
                <c:pt idx="91">
                  <c:v>0.003317</c:v>
                </c:pt>
                <c:pt idx="92">
                  <c:v>0.003826</c:v>
                </c:pt>
                <c:pt idx="93">
                  <c:v>0.004252</c:v>
                </c:pt>
                <c:pt idx="94">
                  <c:v>0.004702</c:v>
                </c:pt>
                <c:pt idx="95">
                  <c:v>0.005633</c:v>
                </c:pt>
                <c:pt idx="96">
                  <c:v>0.006514</c:v>
                </c:pt>
                <c:pt idx="97">
                  <c:v>0.006158</c:v>
                </c:pt>
                <c:pt idx="98">
                  <c:v>0.005917</c:v>
                </c:pt>
                <c:pt idx="99">
                  <c:v>0.005092</c:v>
                </c:pt>
                <c:pt idx="100">
                  <c:v>0.004073</c:v>
                </c:pt>
                <c:pt idx="101">
                  <c:v>0.003217</c:v>
                </c:pt>
                <c:pt idx="102">
                  <c:v>0.002673</c:v>
                </c:pt>
                <c:pt idx="103">
                  <c:v>0.002466</c:v>
                </c:pt>
                <c:pt idx="104">
                  <c:v>0.002489</c:v>
                </c:pt>
                <c:pt idx="105">
                  <c:v>0.002597</c:v>
                </c:pt>
                <c:pt idx="106">
                  <c:v>0.002785</c:v>
                </c:pt>
                <c:pt idx="107">
                  <c:v>0.00316</c:v>
                </c:pt>
                <c:pt idx="108">
                  <c:v>0.003684</c:v>
                </c:pt>
                <c:pt idx="109">
                  <c:v>0.00427</c:v>
                </c:pt>
                <c:pt idx="110">
                  <c:v>0.004856</c:v>
                </c:pt>
                <c:pt idx="111">
                  <c:v>0.005387</c:v>
                </c:pt>
                <c:pt idx="112">
                  <c:v>0.005824</c:v>
                </c:pt>
                <c:pt idx="113">
                  <c:v>0.006195</c:v>
                </c:pt>
                <c:pt idx="114">
                  <c:v>0.006488</c:v>
                </c:pt>
                <c:pt idx="115">
                  <c:v>0.006687</c:v>
                </c:pt>
                <c:pt idx="116">
                  <c:v>0.00674</c:v>
                </c:pt>
                <c:pt idx="117">
                  <c:v>0.006783</c:v>
                </c:pt>
                <c:pt idx="118">
                  <c:v>0.006859</c:v>
                </c:pt>
                <c:pt idx="119">
                  <c:v>0.006889</c:v>
                </c:pt>
                <c:pt idx="120">
                  <c:v>0.006888</c:v>
                </c:pt>
                <c:pt idx="121">
                  <c:v>0.006919</c:v>
                </c:pt>
                <c:pt idx="122">
                  <c:v>0.006991</c:v>
                </c:pt>
                <c:pt idx="123">
                  <c:v>0.007108</c:v>
                </c:pt>
                <c:pt idx="124">
                  <c:v>0.007173</c:v>
                </c:pt>
                <c:pt idx="125">
                  <c:v>0.007213</c:v>
                </c:pt>
                <c:pt idx="126">
                  <c:v>0.007239</c:v>
                </c:pt>
                <c:pt idx="127">
                  <c:v>0.007361</c:v>
                </c:pt>
                <c:pt idx="128">
                  <c:v>0.007586</c:v>
                </c:pt>
                <c:pt idx="129">
                  <c:v>0.008007</c:v>
                </c:pt>
                <c:pt idx="130">
                  <c:v>0.008527</c:v>
                </c:pt>
                <c:pt idx="131">
                  <c:v>0.008989</c:v>
                </c:pt>
                <c:pt idx="132">
                  <c:v>0.009236</c:v>
                </c:pt>
                <c:pt idx="133">
                  <c:v>0.008722</c:v>
                </c:pt>
                <c:pt idx="134">
                  <c:v>0.008143</c:v>
                </c:pt>
                <c:pt idx="135">
                  <c:v>0.008273</c:v>
                </c:pt>
                <c:pt idx="136">
                  <c:v>0.008173</c:v>
                </c:pt>
                <c:pt idx="137">
                  <c:v>0.00761</c:v>
                </c:pt>
                <c:pt idx="138">
                  <c:v>0.007232</c:v>
                </c:pt>
                <c:pt idx="139">
                  <c:v>0.007126</c:v>
                </c:pt>
                <c:pt idx="140">
                  <c:v>0.007162</c:v>
                </c:pt>
                <c:pt idx="141">
                  <c:v>0.007252</c:v>
                </c:pt>
                <c:pt idx="142">
                  <c:v>0.0085</c:v>
                </c:pt>
                <c:pt idx="143">
                  <c:v>0.009135</c:v>
                </c:pt>
                <c:pt idx="144">
                  <c:v>0.009295</c:v>
                </c:pt>
                <c:pt idx="145">
                  <c:v>0.00868</c:v>
                </c:pt>
                <c:pt idx="146">
                  <c:v>0.007664</c:v>
                </c:pt>
                <c:pt idx="147">
                  <c:v>0.006234</c:v>
                </c:pt>
                <c:pt idx="148">
                  <c:v>0.003567</c:v>
                </c:pt>
                <c:pt idx="149">
                  <c:v>0.001171</c:v>
                </c:pt>
                <c:pt idx="150">
                  <c:v>-0.000338</c:v>
                </c:pt>
                <c:pt idx="151">
                  <c:v>-0.001353</c:v>
                </c:pt>
                <c:pt idx="152">
                  <c:v>-0.001897</c:v>
                </c:pt>
                <c:pt idx="153">
                  <c:v>-0.002059</c:v>
                </c:pt>
                <c:pt idx="154">
                  <c:v>-0.001925</c:v>
                </c:pt>
                <c:pt idx="155">
                  <c:v>-0.001638</c:v>
                </c:pt>
                <c:pt idx="156">
                  <c:v>-0.001296</c:v>
                </c:pt>
                <c:pt idx="157">
                  <c:v>-0.000885</c:v>
                </c:pt>
                <c:pt idx="158">
                  <c:v>-0.000386</c:v>
                </c:pt>
                <c:pt idx="159">
                  <c:v>0.000113</c:v>
                </c:pt>
                <c:pt idx="160">
                  <c:v>0.000622</c:v>
                </c:pt>
                <c:pt idx="161">
                  <c:v>0.001112</c:v>
                </c:pt>
                <c:pt idx="162">
                  <c:v>0.001609</c:v>
                </c:pt>
                <c:pt idx="163">
                  <c:v>0.002075</c:v>
                </c:pt>
                <c:pt idx="164">
                  <c:v>0.00249</c:v>
                </c:pt>
                <c:pt idx="165">
                  <c:v>0.00288</c:v>
                </c:pt>
                <c:pt idx="166">
                  <c:v>0.003301</c:v>
                </c:pt>
                <c:pt idx="167">
                  <c:v>0.00374</c:v>
                </c:pt>
                <c:pt idx="168">
                  <c:v>0.004153</c:v>
                </c:pt>
                <c:pt idx="169">
                  <c:v>0.004494</c:v>
                </c:pt>
                <c:pt idx="170">
                  <c:v>0.004826</c:v>
                </c:pt>
                <c:pt idx="171">
                  <c:v>0.005162</c:v>
                </c:pt>
                <c:pt idx="172">
                  <c:v>0.005502</c:v>
                </c:pt>
                <c:pt idx="173">
                  <c:v>0.005836</c:v>
                </c:pt>
                <c:pt idx="174">
                  <c:v>0.006094</c:v>
                </c:pt>
                <c:pt idx="175">
                  <c:v>0.00628</c:v>
                </c:pt>
                <c:pt idx="176">
                  <c:v>0.006417</c:v>
                </c:pt>
                <c:pt idx="177">
                  <c:v>0.006492</c:v>
                </c:pt>
                <c:pt idx="178">
                  <c:v>0.006565</c:v>
                </c:pt>
                <c:pt idx="179">
                  <c:v>0.006667</c:v>
                </c:pt>
                <c:pt idx="180">
                  <c:v>0.006813</c:v>
                </c:pt>
                <c:pt idx="181">
                  <c:v>0.006997</c:v>
                </c:pt>
                <c:pt idx="182">
                  <c:v>0.007147</c:v>
                </c:pt>
                <c:pt idx="183">
                  <c:v>0.007285</c:v>
                </c:pt>
                <c:pt idx="184">
                  <c:v>0.007444</c:v>
                </c:pt>
                <c:pt idx="185">
                  <c:v>0.007786</c:v>
                </c:pt>
                <c:pt idx="186">
                  <c:v>0.008377</c:v>
                </c:pt>
                <c:pt idx="187">
                  <c:v>0.009134</c:v>
                </c:pt>
                <c:pt idx="188">
                  <c:v>0.009767</c:v>
                </c:pt>
                <c:pt idx="189">
                  <c:v>0.010548</c:v>
                </c:pt>
                <c:pt idx="190">
                  <c:v>0.011647</c:v>
                </c:pt>
                <c:pt idx="191">
                  <c:v>0.011115</c:v>
                </c:pt>
                <c:pt idx="192">
                  <c:v>0.009403</c:v>
                </c:pt>
                <c:pt idx="193">
                  <c:v>0.008881</c:v>
                </c:pt>
                <c:pt idx="194">
                  <c:v>0.00925</c:v>
                </c:pt>
                <c:pt idx="195">
                  <c:v>0.008922</c:v>
                </c:pt>
                <c:pt idx="196">
                  <c:v>0.007798</c:v>
                </c:pt>
                <c:pt idx="197">
                  <c:v>0.00722</c:v>
                </c:pt>
                <c:pt idx="198">
                  <c:v>0.006718</c:v>
                </c:pt>
                <c:pt idx="199">
                  <c:v>0.006162</c:v>
                </c:pt>
                <c:pt idx="200">
                  <c:v>0.005731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 Feb</c:v>
                </c:pt>
              </c:strCache>
            </c:strRef>
          </c:tx>
          <c:spPr>
            <a:solidFill>
              <a:srgbClr val="2E7D4F"/>
            </a:solidFill>
            <a:ln w="2540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-0.000399</c:v>
                </c:pt>
                <c:pt idx="1">
                  <c:v>0.001866</c:v>
                </c:pt>
                <c:pt idx="2">
                  <c:v>0.004911</c:v>
                </c:pt>
                <c:pt idx="3">
                  <c:v>0.006604</c:v>
                </c:pt>
                <c:pt idx="4">
                  <c:v>0.008012</c:v>
                </c:pt>
                <c:pt idx="5">
                  <c:v>0.009209</c:v>
                </c:pt>
                <c:pt idx="6">
                  <c:v>0.00961</c:v>
                </c:pt>
                <c:pt idx="7">
                  <c:v>0.009835</c:v>
                </c:pt>
                <c:pt idx="8">
                  <c:v>0.009983</c:v>
                </c:pt>
                <c:pt idx="9">
                  <c:v>0.010269</c:v>
                </c:pt>
                <c:pt idx="10">
                  <c:v>0.011469</c:v>
                </c:pt>
                <c:pt idx="11">
                  <c:v>0.013469</c:v>
                </c:pt>
                <c:pt idx="12">
                  <c:v>0.015085</c:v>
                </c:pt>
                <c:pt idx="13">
                  <c:v>0.015145</c:v>
                </c:pt>
                <c:pt idx="14">
                  <c:v>0.01533</c:v>
                </c:pt>
                <c:pt idx="15">
                  <c:v>0.015643</c:v>
                </c:pt>
                <c:pt idx="16">
                  <c:v>0.016223</c:v>
                </c:pt>
                <c:pt idx="17">
                  <c:v>0.017778</c:v>
                </c:pt>
                <c:pt idx="18">
                  <c:v>0.018733</c:v>
                </c:pt>
                <c:pt idx="19">
                  <c:v>0.018687</c:v>
                </c:pt>
                <c:pt idx="20">
                  <c:v>0.018342</c:v>
                </c:pt>
                <c:pt idx="21">
                  <c:v>0.018098</c:v>
                </c:pt>
                <c:pt idx="22">
                  <c:v>0.017701</c:v>
                </c:pt>
                <c:pt idx="23">
                  <c:v>0.017522</c:v>
                </c:pt>
                <c:pt idx="24">
                  <c:v>0.016292</c:v>
                </c:pt>
                <c:pt idx="25">
                  <c:v>0.014191</c:v>
                </c:pt>
                <c:pt idx="26">
                  <c:v>0.012624</c:v>
                </c:pt>
                <c:pt idx="27">
                  <c:v>0.01039</c:v>
                </c:pt>
                <c:pt idx="28">
                  <c:v>0.01014</c:v>
                </c:pt>
                <c:pt idx="29">
                  <c:v>0.016341</c:v>
                </c:pt>
                <c:pt idx="30">
                  <c:v>0.026334</c:v>
                </c:pt>
                <c:pt idx="31">
                  <c:v>0.023646</c:v>
                </c:pt>
                <c:pt idx="32">
                  <c:v>0.011926</c:v>
                </c:pt>
                <c:pt idx="33">
                  <c:v>-0.00083</c:v>
                </c:pt>
                <c:pt idx="34">
                  <c:v>-0.009323</c:v>
                </c:pt>
                <c:pt idx="35">
                  <c:v>-0.01327</c:v>
                </c:pt>
                <c:pt idx="36">
                  <c:v>-0.014529</c:v>
                </c:pt>
                <c:pt idx="37">
                  <c:v>-0.01442</c:v>
                </c:pt>
                <c:pt idx="38">
                  <c:v>-0.013954</c:v>
                </c:pt>
                <c:pt idx="39">
                  <c:v>-0.013415</c:v>
                </c:pt>
                <c:pt idx="40">
                  <c:v>-0.012847</c:v>
                </c:pt>
                <c:pt idx="41">
                  <c:v>-0.01233</c:v>
                </c:pt>
                <c:pt idx="42">
                  <c:v>-0.011779</c:v>
                </c:pt>
                <c:pt idx="43">
                  <c:v>-0.011202</c:v>
                </c:pt>
                <c:pt idx="44">
                  <c:v>-0.010606</c:v>
                </c:pt>
                <c:pt idx="45">
                  <c:v>-0.010043</c:v>
                </c:pt>
                <c:pt idx="46">
                  <c:v>-0.009566</c:v>
                </c:pt>
                <c:pt idx="47">
                  <c:v>-0.009096</c:v>
                </c:pt>
                <c:pt idx="48">
                  <c:v>-0.008686</c:v>
                </c:pt>
                <c:pt idx="49">
                  <c:v>-0.008325</c:v>
                </c:pt>
                <c:pt idx="50">
                  <c:v>-0.007985</c:v>
                </c:pt>
                <c:pt idx="51">
                  <c:v>-0.007707</c:v>
                </c:pt>
                <c:pt idx="52">
                  <c:v>-0.007425</c:v>
                </c:pt>
                <c:pt idx="53">
                  <c:v>-0.007123</c:v>
                </c:pt>
                <c:pt idx="54">
                  <c:v>-0.006806</c:v>
                </c:pt>
                <c:pt idx="55">
                  <c:v>-0.006522</c:v>
                </c:pt>
                <c:pt idx="56">
                  <c:v>-0.006217</c:v>
                </c:pt>
                <c:pt idx="57">
                  <c:v>-0.006224</c:v>
                </c:pt>
                <c:pt idx="58">
                  <c:v>-0.006342</c:v>
                </c:pt>
                <c:pt idx="59">
                  <c:v>-0.00658</c:v>
                </c:pt>
                <c:pt idx="60">
                  <c:v>-0.006668</c:v>
                </c:pt>
                <c:pt idx="61">
                  <c:v>-0.006707</c:v>
                </c:pt>
                <c:pt idx="62">
                  <c:v>-0.006693</c:v>
                </c:pt>
                <c:pt idx="63">
                  <c:v>-0.006683</c:v>
                </c:pt>
                <c:pt idx="64">
                  <c:v>-0.006703</c:v>
                </c:pt>
                <c:pt idx="65">
                  <c:v>-0.006865</c:v>
                </c:pt>
                <c:pt idx="66">
                  <c:v>-0.007013</c:v>
                </c:pt>
                <c:pt idx="67">
                  <c:v>-0.007027</c:v>
                </c:pt>
                <c:pt idx="68">
                  <c:v>-0.006961</c:v>
                </c:pt>
                <c:pt idx="69">
                  <c:v>-0.00688</c:v>
                </c:pt>
                <c:pt idx="70">
                  <c:v>-0.006858</c:v>
                </c:pt>
                <c:pt idx="71">
                  <c:v>-0.00672</c:v>
                </c:pt>
                <c:pt idx="72">
                  <c:v>-0.00646</c:v>
                </c:pt>
                <c:pt idx="73">
                  <c:v>-0.006063</c:v>
                </c:pt>
                <c:pt idx="74">
                  <c:v>-0.005403</c:v>
                </c:pt>
                <c:pt idx="75">
                  <c:v>-0.0049</c:v>
                </c:pt>
                <c:pt idx="76">
                  <c:v>-0.005158</c:v>
                </c:pt>
                <c:pt idx="77">
                  <c:v>-0.005583</c:v>
                </c:pt>
                <c:pt idx="78">
                  <c:v>-0.005989</c:v>
                </c:pt>
                <c:pt idx="79">
                  <c:v>-0.006301</c:v>
                </c:pt>
                <c:pt idx="80">
                  <c:v>-0.006667</c:v>
                </c:pt>
                <c:pt idx="81">
                  <c:v>-0.007043</c:v>
                </c:pt>
                <c:pt idx="82">
                  <c:v>-0.007222</c:v>
                </c:pt>
                <c:pt idx="83">
                  <c:v>-0.007245</c:v>
                </c:pt>
                <c:pt idx="84">
                  <c:v>-0.007264</c:v>
                </c:pt>
                <c:pt idx="85">
                  <c:v>-0.007223</c:v>
                </c:pt>
                <c:pt idx="86">
                  <c:v>-0.007122</c:v>
                </c:pt>
                <c:pt idx="87">
                  <c:v>-0.007005</c:v>
                </c:pt>
                <c:pt idx="88">
                  <c:v>-0.006906</c:v>
                </c:pt>
                <c:pt idx="89">
                  <c:v>-0.006772</c:v>
                </c:pt>
                <c:pt idx="90">
                  <c:v>-0.006474</c:v>
                </c:pt>
                <c:pt idx="91">
                  <c:v>-0.005972</c:v>
                </c:pt>
                <c:pt idx="92">
                  <c:v>-0.005364</c:v>
                </c:pt>
                <c:pt idx="93">
                  <c:v>-0.004539</c:v>
                </c:pt>
                <c:pt idx="94">
                  <c:v>-0.003523</c:v>
                </c:pt>
                <c:pt idx="95">
                  <c:v>-0.001917</c:v>
                </c:pt>
                <c:pt idx="96">
                  <c:v>-0.000115</c:v>
                </c:pt>
                <c:pt idx="97">
                  <c:v>0.00119</c:v>
                </c:pt>
                <c:pt idx="98">
                  <c:v>0.003829</c:v>
                </c:pt>
                <c:pt idx="99">
                  <c:v>0.006639</c:v>
                </c:pt>
                <c:pt idx="100">
                  <c:v>0.008381</c:v>
                </c:pt>
                <c:pt idx="101">
                  <c:v>0.008472</c:v>
                </c:pt>
                <c:pt idx="102">
                  <c:v>0.007744</c:v>
                </c:pt>
                <c:pt idx="103">
                  <c:v>0.006999</c:v>
                </c:pt>
                <c:pt idx="104">
                  <c:v>0.006444</c:v>
                </c:pt>
                <c:pt idx="105">
                  <c:v>0.006044</c:v>
                </c:pt>
                <c:pt idx="106">
                  <c:v>0.00571</c:v>
                </c:pt>
                <c:pt idx="107">
                  <c:v>0.005281</c:v>
                </c:pt>
                <c:pt idx="108">
                  <c:v>0.004706</c:v>
                </c:pt>
                <c:pt idx="109">
                  <c:v>0.00402</c:v>
                </c:pt>
                <c:pt idx="110">
                  <c:v>0.003221</c:v>
                </c:pt>
                <c:pt idx="111">
                  <c:v>0.002269</c:v>
                </c:pt>
                <c:pt idx="112">
                  <c:v>0.001244</c:v>
                </c:pt>
                <c:pt idx="113">
                  <c:v>0.000165</c:v>
                </c:pt>
                <c:pt idx="114">
                  <c:v>-0.000989</c:v>
                </c:pt>
                <c:pt idx="115">
                  <c:v>-0.002127</c:v>
                </c:pt>
                <c:pt idx="116">
                  <c:v>-0.003176</c:v>
                </c:pt>
                <c:pt idx="117">
                  <c:v>-0.004109</c:v>
                </c:pt>
                <c:pt idx="118">
                  <c:v>-0.004892</c:v>
                </c:pt>
                <c:pt idx="119">
                  <c:v>-0.005535</c:v>
                </c:pt>
                <c:pt idx="120">
                  <c:v>-0.00611</c:v>
                </c:pt>
                <c:pt idx="121">
                  <c:v>-0.006598</c:v>
                </c:pt>
                <c:pt idx="122">
                  <c:v>-0.006911</c:v>
                </c:pt>
                <c:pt idx="123">
                  <c:v>-0.007163</c:v>
                </c:pt>
                <c:pt idx="124">
                  <c:v>-0.007376</c:v>
                </c:pt>
                <c:pt idx="125">
                  <c:v>-0.007557</c:v>
                </c:pt>
                <c:pt idx="126">
                  <c:v>-0.007658</c:v>
                </c:pt>
                <c:pt idx="127">
                  <c:v>-0.007607</c:v>
                </c:pt>
                <c:pt idx="128">
                  <c:v>-0.007378</c:v>
                </c:pt>
                <c:pt idx="129">
                  <c:v>-0.006972</c:v>
                </c:pt>
                <c:pt idx="130">
                  <c:v>-0.00638</c:v>
                </c:pt>
                <c:pt idx="131">
                  <c:v>-0.005745</c:v>
                </c:pt>
                <c:pt idx="132">
                  <c:v>-0.005813</c:v>
                </c:pt>
                <c:pt idx="133">
                  <c:v>-0.006152</c:v>
                </c:pt>
                <c:pt idx="134">
                  <c:v>-0.005249</c:v>
                </c:pt>
                <c:pt idx="135">
                  <c:v>-0.004106</c:v>
                </c:pt>
                <c:pt idx="136">
                  <c:v>-0.003514</c:v>
                </c:pt>
                <c:pt idx="137">
                  <c:v>-0.002954</c:v>
                </c:pt>
                <c:pt idx="138">
                  <c:v>-0.002313</c:v>
                </c:pt>
                <c:pt idx="139">
                  <c:v>-0.001834</c:v>
                </c:pt>
                <c:pt idx="140">
                  <c:v>-0.001514</c:v>
                </c:pt>
                <c:pt idx="141">
                  <c:v>-0.001909</c:v>
                </c:pt>
                <c:pt idx="142">
                  <c:v>-0.00098</c:v>
                </c:pt>
                <c:pt idx="143">
                  <c:v>0.000124</c:v>
                </c:pt>
                <c:pt idx="144">
                  <c:v>0.001163</c:v>
                </c:pt>
                <c:pt idx="145">
                  <c:v>0.002262</c:v>
                </c:pt>
                <c:pt idx="146">
                  <c:v>0.004149</c:v>
                </c:pt>
                <c:pt idx="147">
                  <c:v>0.006495</c:v>
                </c:pt>
                <c:pt idx="148">
                  <c:v>0.007002</c:v>
                </c:pt>
                <c:pt idx="149">
                  <c:v>0.00542</c:v>
                </c:pt>
                <c:pt idx="150">
                  <c:v>0.003111</c:v>
                </c:pt>
                <c:pt idx="151">
                  <c:v>0.001243</c:v>
                </c:pt>
                <c:pt idx="152">
                  <c:v>0.000208</c:v>
                </c:pt>
                <c:pt idx="153">
                  <c:v>-0.000147</c:v>
                </c:pt>
                <c:pt idx="154">
                  <c:v>-0.000016</c:v>
                </c:pt>
                <c:pt idx="155">
                  <c:v>0.000385</c:v>
                </c:pt>
                <c:pt idx="156">
                  <c:v>0.000884</c:v>
                </c:pt>
                <c:pt idx="157">
                  <c:v>0.001414</c:v>
                </c:pt>
                <c:pt idx="158">
                  <c:v>0.002017</c:v>
                </c:pt>
                <c:pt idx="159">
                  <c:v>0.002569</c:v>
                </c:pt>
                <c:pt idx="160">
                  <c:v>0.003056</c:v>
                </c:pt>
                <c:pt idx="161">
                  <c:v>0.003434</c:v>
                </c:pt>
                <c:pt idx="162">
                  <c:v>0.003684</c:v>
                </c:pt>
                <c:pt idx="163">
                  <c:v>0.003831</c:v>
                </c:pt>
                <c:pt idx="164">
                  <c:v>0.003815</c:v>
                </c:pt>
                <c:pt idx="165">
                  <c:v>0.003687</c:v>
                </c:pt>
                <c:pt idx="166">
                  <c:v>0.00349</c:v>
                </c:pt>
                <c:pt idx="167">
                  <c:v>0.003221</c:v>
                </c:pt>
                <c:pt idx="168">
                  <c:v>0.0029</c:v>
                </c:pt>
                <c:pt idx="169">
                  <c:v>0.002546</c:v>
                </c:pt>
                <c:pt idx="170">
                  <c:v>0.002194</c:v>
                </c:pt>
                <c:pt idx="171">
                  <c:v>0.001879</c:v>
                </c:pt>
                <c:pt idx="172">
                  <c:v>0.001611</c:v>
                </c:pt>
                <c:pt idx="173">
                  <c:v>0.001386</c:v>
                </c:pt>
                <c:pt idx="174">
                  <c:v>0.001232</c:v>
                </c:pt>
                <c:pt idx="175">
                  <c:v>0.001158</c:v>
                </c:pt>
                <c:pt idx="176">
                  <c:v>0.001141</c:v>
                </c:pt>
                <c:pt idx="177">
                  <c:v>0.001134</c:v>
                </c:pt>
                <c:pt idx="178">
                  <c:v>0.001189</c:v>
                </c:pt>
                <c:pt idx="179">
                  <c:v>0.001282</c:v>
                </c:pt>
                <c:pt idx="180">
                  <c:v>0.001436</c:v>
                </c:pt>
                <c:pt idx="181">
                  <c:v>0.00166</c:v>
                </c:pt>
                <c:pt idx="182">
                  <c:v>0.001977</c:v>
                </c:pt>
                <c:pt idx="183">
                  <c:v>0.002303</c:v>
                </c:pt>
                <c:pt idx="184">
                  <c:v>0.002615</c:v>
                </c:pt>
                <c:pt idx="185">
                  <c:v>0.002982</c:v>
                </c:pt>
                <c:pt idx="186">
                  <c:v>0.003486</c:v>
                </c:pt>
                <c:pt idx="187">
                  <c:v>0.004077</c:v>
                </c:pt>
                <c:pt idx="188">
                  <c:v>0.004676</c:v>
                </c:pt>
                <c:pt idx="189">
                  <c:v>0.00557</c:v>
                </c:pt>
                <c:pt idx="190">
                  <c:v>0.006442</c:v>
                </c:pt>
                <c:pt idx="191">
                  <c:v>0.006048</c:v>
                </c:pt>
                <c:pt idx="192">
                  <c:v>0.005884</c:v>
                </c:pt>
                <c:pt idx="193">
                  <c:v>0.006523</c:v>
                </c:pt>
                <c:pt idx="194">
                  <c:v>0.007312</c:v>
                </c:pt>
                <c:pt idx="195">
                  <c:v>0.00724</c:v>
                </c:pt>
                <c:pt idx="196">
                  <c:v>0.006996</c:v>
                </c:pt>
                <c:pt idx="197">
                  <c:v>0.00714</c:v>
                </c:pt>
                <c:pt idx="198">
                  <c:v>0.00711</c:v>
                </c:pt>
                <c:pt idx="199">
                  <c:v>0.006937</c:v>
                </c:pt>
                <c:pt idx="200">
                  <c:v>0.006829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03 Mar</c:v>
                </c:pt>
              </c:strCache>
            </c:strRef>
          </c:tx>
          <c:spPr>
            <a:solidFill>
              <a:srgbClr val="D98A1C"/>
            </a:solidFill>
            <a:ln w="25400" cap="flat">
              <a:solidFill>
                <a:srgbClr val="D98A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A1C"/>
              </a:solidFill>
              <a:ln w="9525" cap="flat">
                <a:solidFill>
                  <a:srgbClr val="D98A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Sheet1!$D$2:$D$202</c:f>
              <c:numCache>
                <c:formatCode>General</c:formatCode>
                <c:ptCount val="201"/>
                <c:pt idx="0">
                  <c:v>0.0194</c:v>
                </c:pt>
                <c:pt idx="1">
                  <c:v>0.018901</c:v>
                </c:pt>
                <c:pt idx="2">
                  <c:v>0.018616</c:v>
                </c:pt>
                <c:pt idx="3">
                  <c:v>0.018233</c:v>
                </c:pt>
                <c:pt idx="4">
                  <c:v>0.018576</c:v>
                </c:pt>
                <c:pt idx="5">
                  <c:v>0.019245</c:v>
                </c:pt>
                <c:pt idx="6">
                  <c:v>0.019247</c:v>
                </c:pt>
                <c:pt idx="7">
                  <c:v>0.019032</c:v>
                </c:pt>
                <c:pt idx="8">
                  <c:v>0.018937</c:v>
                </c:pt>
                <c:pt idx="9">
                  <c:v>0.019269</c:v>
                </c:pt>
                <c:pt idx="10">
                  <c:v>0.020831</c:v>
                </c:pt>
                <c:pt idx="11">
                  <c:v>0.023138</c:v>
                </c:pt>
                <c:pt idx="12">
                  <c:v>0.02298</c:v>
                </c:pt>
                <c:pt idx="13">
                  <c:v>0.019001</c:v>
                </c:pt>
                <c:pt idx="14">
                  <c:v>0.017185</c:v>
                </c:pt>
                <c:pt idx="15">
                  <c:v>0.017467</c:v>
                </c:pt>
                <c:pt idx="16">
                  <c:v>0.019349</c:v>
                </c:pt>
                <c:pt idx="17">
                  <c:v>0.02342</c:v>
                </c:pt>
                <c:pt idx="18">
                  <c:v>0.026458</c:v>
                </c:pt>
                <c:pt idx="19">
                  <c:v>0.027455</c:v>
                </c:pt>
                <c:pt idx="20">
                  <c:v>0.027594</c:v>
                </c:pt>
                <c:pt idx="21">
                  <c:v>0.027856</c:v>
                </c:pt>
                <c:pt idx="22">
                  <c:v>0.027948</c:v>
                </c:pt>
                <c:pt idx="23">
                  <c:v>0.028026</c:v>
                </c:pt>
                <c:pt idx="24">
                  <c:v>0.026797</c:v>
                </c:pt>
                <c:pt idx="25">
                  <c:v>0.02406</c:v>
                </c:pt>
                <c:pt idx="26">
                  <c:v>0.021728</c:v>
                </c:pt>
                <c:pt idx="27">
                  <c:v>0.01842</c:v>
                </c:pt>
                <c:pt idx="28">
                  <c:v>0.017338</c:v>
                </c:pt>
                <c:pt idx="29">
                  <c:v>0.024866</c:v>
                </c:pt>
                <c:pt idx="30">
                  <c:v>0.033216</c:v>
                </c:pt>
                <c:pt idx="31">
                  <c:v>0.022541</c:v>
                </c:pt>
                <c:pt idx="32">
                  <c:v>-0.000618</c:v>
                </c:pt>
                <c:pt idx="33">
                  <c:v>-0.024307</c:v>
                </c:pt>
                <c:pt idx="34">
                  <c:v>-0.039034</c:v>
                </c:pt>
                <c:pt idx="35">
                  <c:v>-0.044864</c:v>
                </c:pt>
                <c:pt idx="36">
                  <c:v>-0.045778</c:v>
                </c:pt>
                <c:pt idx="37">
                  <c:v>-0.044851</c:v>
                </c:pt>
                <c:pt idx="38">
                  <c:v>-0.043447</c:v>
                </c:pt>
                <c:pt idx="39">
                  <c:v>-0.042041</c:v>
                </c:pt>
                <c:pt idx="40">
                  <c:v>-0.040701</c:v>
                </c:pt>
                <c:pt idx="41">
                  <c:v>-0.039425</c:v>
                </c:pt>
                <c:pt idx="42">
                  <c:v>-0.03823</c:v>
                </c:pt>
                <c:pt idx="43">
                  <c:v>-0.037098</c:v>
                </c:pt>
                <c:pt idx="44">
                  <c:v>-0.036057</c:v>
                </c:pt>
                <c:pt idx="45">
                  <c:v>-0.035108</c:v>
                </c:pt>
                <c:pt idx="46">
                  <c:v>-0.034245</c:v>
                </c:pt>
                <c:pt idx="47">
                  <c:v>-0.033442</c:v>
                </c:pt>
                <c:pt idx="48">
                  <c:v>-0.032634</c:v>
                </c:pt>
                <c:pt idx="49">
                  <c:v>-0.031785</c:v>
                </c:pt>
                <c:pt idx="50">
                  <c:v>-0.030945</c:v>
                </c:pt>
                <c:pt idx="51">
                  <c:v>-0.030033</c:v>
                </c:pt>
                <c:pt idx="52">
                  <c:v>-0.029054</c:v>
                </c:pt>
                <c:pt idx="53">
                  <c:v>-0.027996</c:v>
                </c:pt>
                <c:pt idx="54">
                  <c:v>-0.026628</c:v>
                </c:pt>
                <c:pt idx="55">
                  <c:v>-0.024812</c:v>
                </c:pt>
                <c:pt idx="56">
                  <c:v>-0.022849</c:v>
                </c:pt>
                <c:pt idx="57">
                  <c:v>-0.021427</c:v>
                </c:pt>
                <c:pt idx="58">
                  <c:v>-0.020422</c:v>
                </c:pt>
                <c:pt idx="59">
                  <c:v>-0.0195</c:v>
                </c:pt>
                <c:pt idx="60">
                  <c:v>-0.018751</c:v>
                </c:pt>
                <c:pt idx="61">
                  <c:v>-0.018769</c:v>
                </c:pt>
                <c:pt idx="62">
                  <c:v>-0.019068</c:v>
                </c:pt>
                <c:pt idx="63">
                  <c:v>-0.019308</c:v>
                </c:pt>
                <c:pt idx="64">
                  <c:v>-0.019643</c:v>
                </c:pt>
                <c:pt idx="65">
                  <c:v>-0.019968</c:v>
                </c:pt>
                <c:pt idx="66">
                  <c:v>-0.020205</c:v>
                </c:pt>
                <c:pt idx="67">
                  <c:v>-0.020326</c:v>
                </c:pt>
                <c:pt idx="68">
                  <c:v>-0.020261</c:v>
                </c:pt>
                <c:pt idx="69">
                  <c:v>-0.019998</c:v>
                </c:pt>
                <c:pt idx="70">
                  <c:v>-0.019636</c:v>
                </c:pt>
                <c:pt idx="71">
                  <c:v>-0.019233</c:v>
                </c:pt>
                <c:pt idx="72">
                  <c:v>-0.018689</c:v>
                </c:pt>
                <c:pt idx="73">
                  <c:v>-0.017608</c:v>
                </c:pt>
                <c:pt idx="74">
                  <c:v>-0.015452</c:v>
                </c:pt>
                <c:pt idx="75">
                  <c:v>-0.013299</c:v>
                </c:pt>
                <c:pt idx="76">
                  <c:v>-0.012069</c:v>
                </c:pt>
                <c:pt idx="77">
                  <c:v>-0.011459</c:v>
                </c:pt>
                <c:pt idx="78">
                  <c:v>-0.011174</c:v>
                </c:pt>
                <c:pt idx="79">
                  <c:v>-0.010847</c:v>
                </c:pt>
                <c:pt idx="80">
                  <c:v>-0.010775</c:v>
                </c:pt>
                <c:pt idx="81">
                  <c:v>-0.010902</c:v>
                </c:pt>
                <c:pt idx="82">
                  <c:v>-0.010834</c:v>
                </c:pt>
                <c:pt idx="83">
                  <c:v>-0.010793</c:v>
                </c:pt>
                <c:pt idx="84">
                  <c:v>-0.010946</c:v>
                </c:pt>
                <c:pt idx="85">
                  <c:v>-0.011056</c:v>
                </c:pt>
                <c:pt idx="86">
                  <c:v>-0.011133</c:v>
                </c:pt>
                <c:pt idx="87">
                  <c:v>-0.011179</c:v>
                </c:pt>
                <c:pt idx="88">
                  <c:v>-0.011032</c:v>
                </c:pt>
                <c:pt idx="89">
                  <c:v>-0.010608</c:v>
                </c:pt>
                <c:pt idx="90">
                  <c:v>-0.009741</c:v>
                </c:pt>
                <c:pt idx="91">
                  <c:v>-0.008462</c:v>
                </c:pt>
                <c:pt idx="92">
                  <c:v>-0.00678</c:v>
                </c:pt>
                <c:pt idx="93">
                  <c:v>-0.004729</c:v>
                </c:pt>
                <c:pt idx="94">
                  <c:v>-0.002661</c:v>
                </c:pt>
                <c:pt idx="95">
                  <c:v>-0.001182</c:v>
                </c:pt>
                <c:pt idx="96">
                  <c:v>0.000206</c:v>
                </c:pt>
                <c:pt idx="97">
                  <c:v>0.003056</c:v>
                </c:pt>
                <c:pt idx="98">
                  <c:v>0.007787</c:v>
                </c:pt>
                <c:pt idx="99">
                  <c:v>0.014223</c:v>
                </c:pt>
                <c:pt idx="100">
                  <c:v>0.019196</c:v>
                </c:pt>
                <c:pt idx="101">
                  <c:v>0.021525</c:v>
                </c:pt>
                <c:pt idx="102">
                  <c:v>0.022513</c:v>
                </c:pt>
                <c:pt idx="103">
                  <c:v>0.023094</c:v>
                </c:pt>
                <c:pt idx="104">
                  <c:v>0.023548</c:v>
                </c:pt>
                <c:pt idx="105">
                  <c:v>0.023888</c:v>
                </c:pt>
                <c:pt idx="106">
                  <c:v>0.024123</c:v>
                </c:pt>
                <c:pt idx="107">
                  <c:v>0.024278</c:v>
                </c:pt>
                <c:pt idx="108">
                  <c:v>0.024329</c:v>
                </c:pt>
                <c:pt idx="109">
                  <c:v>0.024194</c:v>
                </c:pt>
                <c:pt idx="110">
                  <c:v>0.02381</c:v>
                </c:pt>
                <c:pt idx="111">
                  <c:v>0.023132</c:v>
                </c:pt>
                <c:pt idx="112">
                  <c:v>0.022171</c:v>
                </c:pt>
                <c:pt idx="113">
                  <c:v>0.021022</c:v>
                </c:pt>
                <c:pt idx="114">
                  <c:v>0.019754</c:v>
                </c:pt>
                <c:pt idx="115">
                  <c:v>0.018406</c:v>
                </c:pt>
                <c:pt idx="116">
                  <c:v>0.017048</c:v>
                </c:pt>
                <c:pt idx="117">
                  <c:v>0.015776</c:v>
                </c:pt>
                <c:pt idx="118">
                  <c:v>0.014638</c:v>
                </c:pt>
                <c:pt idx="119">
                  <c:v>0.01361</c:v>
                </c:pt>
                <c:pt idx="120">
                  <c:v>0.012666</c:v>
                </c:pt>
                <c:pt idx="121">
                  <c:v>0.011848</c:v>
                </c:pt>
                <c:pt idx="122">
                  <c:v>0.011121</c:v>
                </c:pt>
                <c:pt idx="123">
                  <c:v>0.010473</c:v>
                </c:pt>
                <c:pt idx="124">
                  <c:v>0.009917</c:v>
                </c:pt>
                <c:pt idx="125">
                  <c:v>0.009431</c:v>
                </c:pt>
                <c:pt idx="126">
                  <c:v>0.009022</c:v>
                </c:pt>
                <c:pt idx="127">
                  <c:v>0.008763</c:v>
                </c:pt>
                <c:pt idx="128">
                  <c:v>0.008757</c:v>
                </c:pt>
                <c:pt idx="129">
                  <c:v>0.00892</c:v>
                </c:pt>
                <c:pt idx="130">
                  <c:v>0.009238</c:v>
                </c:pt>
                <c:pt idx="131">
                  <c:v>0.009502</c:v>
                </c:pt>
                <c:pt idx="132">
                  <c:v>0.00969</c:v>
                </c:pt>
                <c:pt idx="133">
                  <c:v>0.010006</c:v>
                </c:pt>
                <c:pt idx="134">
                  <c:v>0.010876</c:v>
                </c:pt>
                <c:pt idx="135">
                  <c:v>0.011952</c:v>
                </c:pt>
                <c:pt idx="136">
                  <c:v>0.012887</c:v>
                </c:pt>
                <c:pt idx="137">
                  <c:v>0.013563</c:v>
                </c:pt>
                <c:pt idx="138">
                  <c:v>0.013989</c:v>
                </c:pt>
                <c:pt idx="139">
                  <c:v>0.014112</c:v>
                </c:pt>
                <c:pt idx="140">
                  <c:v>0.013918</c:v>
                </c:pt>
                <c:pt idx="141">
                  <c:v>0.013727</c:v>
                </c:pt>
                <c:pt idx="142">
                  <c:v>0.016131</c:v>
                </c:pt>
                <c:pt idx="143">
                  <c:v>0.017921</c:v>
                </c:pt>
                <c:pt idx="144">
                  <c:v>0.019017</c:v>
                </c:pt>
                <c:pt idx="145">
                  <c:v>0.020792</c:v>
                </c:pt>
                <c:pt idx="146">
                  <c:v>0.02315</c:v>
                </c:pt>
                <c:pt idx="147">
                  <c:v>0.025356</c:v>
                </c:pt>
                <c:pt idx="148">
                  <c:v>0.026063</c:v>
                </c:pt>
                <c:pt idx="149">
                  <c:v>0.024199</c:v>
                </c:pt>
                <c:pt idx="150">
                  <c:v>0.02137</c:v>
                </c:pt>
                <c:pt idx="151">
                  <c:v>0.019662</c:v>
                </c:pt>
                <c:pt idx="152">
                  <c:v>0.019067</c:v>
                </c:pt>
                <c:pt idx="153">
                  <c:v>0.019079</c:v>
                </c:pt>
                <c:pt idx="154">
                  <c:v>0.019459</c:v>
                </c:pt>
                <c:pt idx="155">
                  <c:v>0.020065</c:v>
                </c:pt>
                <c:pt idx="156">
                  <c:v>0.02078</c:v>
                </c:pt>
                <c:pt idx="157">
                  <c:v>0.021638</c:v>
                </c:pt>
                <c:pt idx="158">
                  <c:v>0.02272</c:v>
                </c:pt>
                <c:pt idx="159">
                  <c:v>0.02375</c:v>
                </c:pt>
                <c:pt idx="160">
                  <c:v>0.024742</c:v>
                </c:pt>
                <c:pt idx="161">
                  <c:v>0.025651</c:v>
                </c:pt>
                <c:pt idx="162">
                  <c:v>0.02645</c:v>
                </c:pt>
                <c:pt idx="163">
                  <c:v>0.027146</c:v>
                </c:pt>
                <c:pt idx="164">
                  <c:v>0.027733</c:v>
                </c:pt>
                <c:pt idx="165">
                  <c:v>0.028154</c:v>
                </c:pt>
                <c:pt idx="166">
                  <c:v>0.028442</c:v>
                </c:pt>
                <c:pt idx="167">
                  <c:v>0.02869</c:v>
                </c:pt>
                <c:pt idx="168">
                  <c:v>0.028853</c:v>
                </c:pt>
                <c:pt idx="169">
                  <c:v>0.028923</c:v>
                </c:pt>
                <c:pt idx="170">
                  <c:v>0.028926</c:v>
                </c:pt>
                <c:pt idx="171">
                  <c:v>0.028904</c:v>
                </c:pt>
                <c:pt idx="172">
                  <c:v>0.028901</c:v>
                </c:pt>
                <c:pt idx="173">
                  <c:v>0.028895</c:v>
                </c:pt>
                <c:pt idx="174">
                  <c:v>0.028741</c:v>
                </c:pt>
                <c:pt idx="175">
                  <c:v>0.028528</c:v>
                </c:pt>
                <c:pt idx="176">
                  <c:v>0.028299</c:v>
                </c:pt>
                <c:pt idx="177">
                  <c:v>0.028002</c:v>
                </c:pt>
                <c:pt idx="178">
                  <c:v>0.027713</c:v>
                </c:pt>
                <c:pt idx="179">
                  <c:v>0.027469</c:v>
                </c:pt>
                <c:pt idx="180">
                  <c:v>0.027328</c:v>
                </c:pt>
                <c:pt idx="181">
                  <c:v>0.02737</c:v>
                </c:pt>
                <c:pt idx="182">
                  <c:v>0.027509</c:v>
                </c:pt>
                <c:pt idx="183">
                  <c:v>0.027704</c:v>
                </c:pt>
                <c:pt idx="184">
                  <c:v>0.028014</c:v>
                </c:pt>
                <c:pt idx="185">
                  <c:v>0.02868</c:v>
                </c:pt>
                <c:pt idx="186">
                  <c:v>0.029962</c:v>
                </c:pt>
                <c:pt idx="187">
                  <c:v>0.031683</c:v>
                </c:pt>
                <c:pt idx="188">
                  <c:v>0.033352</c:v>
                </c:pt>
                <c:pt idx="189">
                  <c:v>0.035456</c:v>
                </c:pt>
                <c:pt idx="190">
                  <c:v>0.038598</c:v>
                </c:pt>
                <c:pt idx="191">
                  <c:v>0.039231</c:v>
                </c:pt>
                <c:pt idx="192">
                  <c:v>0.036199</c:v>
                </c:pt>
                <c:pt idx="193">
                  <c:v>0.035443</c:v>
                </c:pt>
                <c:pt idx="194">
                  <c:v>0.037299</c:v>
                </c:pt>
                <c:pt idx="195">
                  <c:v>0.037984</c:v>
                </c:pt>
                <c:pt idx="196">
                  <c:v>0.036161</c:v>
                </c:pt>
                <c:pt idx="197">
                  <c:v>0.035779</c:v>
                </c:pt>
                <c:pt idx="198">
                  <c:v>0.035576</c:v>
                </c:pt>
                <c:pt idx="199">
                  <c:v>0.035091</c:v>
                </c:pt>
                <c:pt idx="200">
                  <c:v>0.03463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13 Mar</c:v>
                </c:pt>
              </c:strCache>
            </c:strRef>
          </c:tx>
          <c:spPr>
            <a:solidFill>
              <a:srgbClr val="B5452F"/>
            </a:solidFill>
            <a:ln w="25400" cap="flat">
              <a:solidFill>
                <a:srgbClr val="B54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5452F"/>
              </a:solidFill>
              <a:ln w="9525" cap="flat">
                <a:solidFill>
                  <a:srgbClr val="B54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Sheet1!$E$2:$E$202</c:f>
              <c:numCache>
                <c:formatCode>General</c:formatCode>
                <c:ptCount val="201"/>
                <c:pt idx="0">
                  <c:v>0.006375</c:v>
                </c:pt>
                <c:pt idx="1">
                  <c:v>0.006031</c:v>
                </c:pt>
                <c:pt idx="2">
                  <c:v>0.006112</c:v>
                </c:pt>
                <c:pt idx="3">
                  <c:v>0.006136</c:v>
                </c:pt>
                <c:pt idx="4">
                  <c:v>0.006364</c:v>
                </c:pt>
                <c:pt idx="5">
                  <c:v>0.006666</c:v>
                </c:pt>
                <c:pt idx="6">
                  <c:v>0.006945</c:v>
                </c:pt>
                <c:pt idx="7">
                  <c:v>0.007473</c:v>
                </c:pt>
                <c:pt idx="8">
                  <c:v>0.007827</c:v>
                </c:pt>
                <c:pt idx="9">
                  <c:v>0.008169</c:v>
                </c:pt>
                <c:pt idx="10">
                  <c:v>0.008509</c:v>
                </c:pt>
                <c:pt idx="11">
                  <c:v>0.008093</c:v>
                </c:pt>
                <c:pt idx="12">
                  <c:v>0.005726</c:v>
                </c:pt>
                <c:pt idx="13">
                  <c:v>0.002169</c:v>
                </c:pt>
                <c:pt idx="14">
                  <c:v>0.000349</c:v>
                </c:pt>
                <c:pt idx="15">
                  <c:v>0.000034</c:v>
                </c:pt>
                <c:pt idx="16">
                  <c:v>0.001701</c:v>
                </c:pt>
                <c:pt idx="17">
                  <c:v>0.005759</c:v>
                </c:pt>
                <c:pt idx="18">
                  <c:v>0.009527</c:v>
                </c:pt>
                <c:pt idx="19">
                  <c:v>0.011886</c:v>
                </c:pt>
                <c:pt idx="20">
                  <c:v>0.013518</c:v>
                </c:pt>
                <c:pt idx="21">
                  <c:v>0.015556</c:v>
                </c:pt>
                <c:pt idx="22">
                  <c:v>0.017632</c:v>
                </c:pt>
                <c:pt idx="23">
                  <c:v>0.019158</c:v>
                </c:pt>
                <c:pt idx="24">
                  <c:v>0.019939</c:v>
                </c:pt>
                <c:pt idx="25">
                  <c:v>0.019674</c:v>
                </c:pt>
                <c:pt idx="26">
                  <c:v>0.019259</c:v>
                </c:pt>
                <c:pt idx="27">
                  <c:v>0.018366</c:v>
                </c:pt>
                <c:pt idx="28">
                  <c:v>0.018987</c:v>
                </c:pt>
                <c:pt idx="29">
                  <c:v>0.023157</c:v>
                </c:pt>
                <c:pt idx="30">
                  <c:v>0.025873</c:v>
                </c:pt>
                <c:pt idx="31">
                  <c:v>0.022028</c:v>
                </c:pt>
                <c:pt idx="32">
                  <c:v>0.01584</c:v>
                </c:pt>
                <c:pt idx="33">
                  <c:v>0.010785</c:v>
                </c:pt>
                <c:pt idx="34">
                  <c:v>0.008356</c:v>
                </c:pt>
                <c:pt idx="35">
                  <c:v>0.007884</c:v>
                </c:pt>
                <c:pt idx="36">
                  <c:v>0.008363</c:v>
                </c:pt>
                <c:pt idx="37">
                  <c:v>0.009136</c:v>
                </c:pt>
                <c:pt idx="38">
                  <c:v>0.009952</c:v>
                </c:pt>
                <c:pt idx="39">
                  <c:v>0.010752</c:v>
                </c:pt>
                <c:pt idx="40">
                  <c:v>0.011509</c:v>
                </c:pt>
                <c:pt idx="41">
                  <c:v>0.012226</c:v>
                </c:pt>
                <c:pt idx="42">
                  <c:v>0.01289</c:v>
                </c:pt>
                <c:pt idx="43">
                  <c:v>0.013525</c:v>
                </c:pt>
                <c:pt idx="44">
                  <c:v>0.014103</c:v>
                </c:pt>
                <c:pt idx="45">
                  <c:v>0.014585</c:v>
                </c:pt>
                <c:pt idx="46">
                  <c:v>0.01501</c:v>
                </c:pt>
                <c:pt idx="47">
                  <c:v>0.015399</c:v>
                </c:pt>
                <c:pt idx="48">
                  <c:v>0.015769</c:v>
                </c:pt>
                <c:pt idx="49">
                  <c:v>0.01613</c:v>
                </c:pt>
                <c:pt idx="50">
                  <c:v>0.01651</c:v>
                </c:pt>
                <c:pt idx="51">
                  <c:v>0.016899</c:v>
                </c:pt>
                <c:pt idx="52">
                  <c:v>0.01732</c:v>
                </c:pt>
                <c:pt idx="53">
                  <c:v>0.017815</c:v>
                </c:pt>
                <c:pt idx="54">
                  <c:v>0.018371</c:v>
                </c:pt>
                <c:pt idx="55">
                  <c:v>0.019137</c:v>
                </c:pt>
                <c:pt idx="56">
                  <c:v>0.019918</c:v>
                </c:pt>
                <c:pt idx="57">
                  <c:v>0.020354</c:v>
                </c:pt>
                <c:pt idx="58">
                  <c:v>0.020583</c:v>
                </c:pt>
                <c:pt idx="59">
                  <c:v>0.020795</c:v>
                </c:pt>
                <c:pt idx="60">
                  <c:v>0.020875</c:v>
                </c:pt>
                <c:pt idx="61">
                  <c:v>0.020838</c:v>
                </c:pt>
                <c:pt idx="62">
                  <c:v>0.020778</c:v>
                </c:pt>
                <c:pt idx="63">
                  <c:v>0.020665</c:v>
                </c:pt>
                <c:pt idx="64">
                  <c:v>0.020478</c:v>
                </c:pt>
                <c:pt idx="65">
                  <c:v>0.020317</c:v>
                </c:pt>
                <c:pt idx="66">
                  <c:v>0.020197</c:v>
                </c:pt>
                <c:pt idx="67">
                  <c:v>0.020249</c:v>
                </c:pt>
                <c:pt idx="68">
                  <c:v>0.0204</c:v>
                </c:pt>
                <c:pt idx="69">
                  <c:v>0.020604</c:v>
                </c:pt>
                <c:pt idx="70">
                  <c:v>0.020874</c:v>
                </c:pt>
                <c:pt idx="71">
                  <c:v>0.021114</c:v>
                </c:pt>
                <c:pt idx="72">
                  <c:v>0.0214</c:v>
                </c:pt>
                <c:pt idx="73">
                  <c:v>0.021958</c:v>
                </c:pt>
                <c:pt idx="74">
                  <c:v>0.022941</c:v>
                </c:pt>
                <c:pt idx="75">
                  <c:v>0.023825</c:v>
                </c:pt>
                <c:pt idx="76">
                  <c:v>0.024103</c:v>
                </c:pt>
                <c:pt idx="77">
                  <c:v>0.024036</c:v>
                </c:pt>
                <c:pt idx="78">
                  <c:v>0.023981</c:v>
                </c:pt>
                <c:pt idx="79">
                  <c:v>0.023957</c:v>
                </c:pt>
                <c:pt idx="80">
                  <c:v>0.023908</c:v>
                </c:pt>
                <c:pt idx="81">
                  <c:v>0.023863</c:v>
                </c:pt>
                <c:pt idx="82">
                  <c:v>0.023868</c:v>
                </c:pt>
                <c:pt idx="83">
                  <c:v>0.023873</c:v>
                </c:pt>
                <c:pt idx="84">
                  <c:v>0.023895</c:v>
                </c:pt>
                <c:pt idx="85">
                  <c:v>0.023944</c:v>
                </c:pt>
                <c:pt idx="86">
                  <c:v>0.02392</c:v>
                </c:pt>
                <c:pt idx="87">
                  <c:v>0.023876</c:v>
                </c:pt>
                <c:pt idx="88">
                  <c:v>0.023948</c:v>
                </c:pt>
                <c:pt idx="89">
                  <c:v>0.02419</c:v>
                </c:pt>
                <c:pt idx="90">
                  <c:v>0.024667</c:v>
                </c:pt>
                <c:pt idx="91">
                  <c:v>0.025312</c:v>
                </c:pt>
                <c:pt idx="92">
                  <c:v>0.026068</c:v>
                </c:pt>
                <c:pt idx="93">
                  <c:v>0.0268</c:v>
                </c:pt>
                <c:pt idx="94">
                  <c:v>0.027363</c:v>
                </c:pt>
                <c:pt idx="95">
                  <c:v>0.027514</c:v>
                </c:pt>
                <c:pt idx="96">
                  <c:v>0.027597</c:v>
                </c:pt>
                <c:pt idx="97">
                  <c:v>0.028411</c:v>
                </c:pt>
                <c:pt idx="98">
                  <c:v>0.029233</c:v>
                </c:pt>
                <c:pt idx="99">
                  <c:v>0.029538</c:v>
                </c:pt>
                <c:pt idx="100">
                  <c:v>0.028486</c:v>
                </c:pt>
                <c:pt idx="101">
                  <c:v>0.026904</c:v>
                </c:pt>
                <c:pt idx="102">
                  <c:v>0.02571</c:v>
                </c:pt>
                <c:pt idx="103">
                  <c:v>0.025033</c:v>
                </c:pt>
                <c:pt idx="104">
                  <c:v>0.024747</c:v>
                </c:pt>
                <c:pt idx="105">
                  <c:v>0.024698</c:v>
                </c:pt>
                <c:pt idx="106">
                  <c:v>0.024815</c:v>
                </c:pt>
                <c:pt idx="107">
                  <c:v>0.025135</c:v>
                </c:pt>
                <c:pt idx="108">
                  <c:v>0.025628</c:v>
                </c:pt>
                <c:pt idx="109">
                  <c:v>0.026143</c:v>
                </c:pt>
                <c:pt idx="110">
                  <c:v>0.026598</c:v>
                </c:pt>
                <c:pt idx="111">
                  <c:v>0.026948</c:v>
                </c:pt>
                <c:pt idx="112">
                  <c:v>0.02717</c:v>
                </c:pt>
                <c:pt idx="113">
                  <c:v>0.027278</c:v>
                </c:pt>
                <c:pt idx="114">
                  <c:v>0.027294</c:v>
                </c:pt>
                <c:pt idx="115">
                  <c:v>0.027222</c:v>
                </c:pt>
                <c:pt idx="116">
                  <c:v>0.027097</c:v>
                </c:pt>
                <c:pt idx="117">
                  <c:v>0.026949</c:v>
                </c:pt>
                <c:pt idx="118">
                  <c:v>0.026831</c:v>
                </c:pt>
                <c:pt idx="119">
                  <c:v>0.026717</c:v>
                </c:pt>
                <c:pt idx="120">
                  <c:v>0.026632</c:v>
                </c:pt>
                <c:pt idx="121">
                  <c:v>0.02655</c:v>
                </c:pt>
                <c:pt idx="122">
                  <c:v>0.026449</c:v>
                </c:pt>
                <c:pt idx="123">
                  <c:v>0.026356</c:v>
                </c:pt>
                <c:pt idx="124">
                  <c:v>0.026279</c:v>
                </c:pt>
                <c:pt idx="125">
                  <c:v>0.026176</c:v>
                </c:pt>
                <c:pt idx="126">
                  <c:v>0.026042</c:v>
                </c:pt>
                <c:pt idx="127">
                  <c:v>0.025873</c:v>
                </c:pt>
                <c:pt idx="128">
                  <c:v>0.025678</c:v>
                </c:pt>
                <c:pt idx="129">
                  <c:v>0.025557</c:v>
                </c:pt>
                <c:pt idx="130">
                  <c:v>0.025534</c:v>
                </c:pt>
                <c:pt idx="131">
                  <c:v>0.02549</c:v>
                </c:pt>
                <c:pt idx="132">
                  <c:v>0.025446</c:v>
                </c:pt>
                <c:pt idx="133">
                  <c:v>0.025495</c:v>
                </c:pt>
                <c:pt idx="134">
                  <c:v>0.025704</c:v>
                </c:pt>
                <c:pt idx="135">
                  <c:v>0.025951</c:v>
                </c:pt>
                <c:pt idx="136">
                  <c:v>0.026192</c:v>
                </c:pt>
                <c:pt idx="137">
                  <c:v>0.026415</c:v>
                </c:pt>
                <c:pt idx="138">
                  <c:v>0.026552</c:v>
                </c:pt>
                <c:pt idx="139">
                  <c:v>0.026632</c:v>
                </c:pt>
                <c:pt idx="140">
                  <c:v>0.026639</c:v>
                </c:pt>
                <c:pt idx="141">
                  <c:v>0.026861</c:v>
                </c:pt>
                <c:pt idx="142">
                  <c:v>0.027357</c:v>
                </c:pt>
                <c:pt idx="143">
                  <c:v>0.027563</c:v>
                </c:pt>
                <c:pt idx="144">
                  <c:v>0.027743</c:v>
                </c:pt>
                <c:pt idx="145">
                  <c:v>0.028069</c:v>
                </c:pt>
                <c:pt idx="146">
                  <c:v>0.028031</c:v>
                </c:pt>
                <c:pt idx="147">
                  <c:v>0.026871</c:v>
                </c:pt>
                <c:pt idx="148">
                  <c:v>0.024258</c:v>
                </c:pt>
                <c:pt idx="149">
                  <c:v>0.020315</c:v>
                </c:pt>
                <c:pt idx="150">
                  <c:v>0.016889</c:v>
                </c:pt>
                <c:pt idx="151">
                  <c:v>0.015079</c:v>
                </c:pt>
                <c:pt idx="152">
                  <c:v>0.014341</c:v>
                </c:pt>
                <c:pt idx="153">
                  <c:v>0.014186</c:v>
                </c:pt>
                <c:pt idx="154">
                  <c:v>0.014394</c:v>
                </c:pt>
                <c:pt idx="155">
                  <c:v>0.014844</c:v>
                </c:pt>
                <c:pt idx="156">
                  <c:v>0.015438</c:v>
                </c:pt>
                <c:pt idx="157">
                  <c:v>0.016154</c:v>
                </c:pt>
                <c:pt idx="158">
                  <c:v>0.016952</c:v>
                </c:pt>
                <c:pt idx="159">
                  <c:v>0.017783</c:v>
                </c:pt>
                <c:pt idx="160">
                  <c:v>0.018634</c:v>
                </c:pt>
                <c:pt idx="161">
                  <c:v>0.019455</c:v>
                </c:pt>
                <c:pt idx="162">
                  <c:v>0.020207</c:v>
                </c:pt>
                <c:pt idx="163">
                  <c:v>0.020862</c:v>
                </c:pt>
                <c:pt idx="164">
                  <c:v>0.021426</c:v>
                </c:pt>
                <c:pt idx="165">
                  <c:v>0.021909</c:v>
                </c:pt>
                <c:pt idx="166">
                  <c:v>0.022382</c:v>
                </c:pt>
                <c:pt idx="167">
                  <c:v>0.022867</c:v>
                </c:pt>
                <c:pt idx="168">
                  <c:v>0.023314</c:v>
                </c:pt>
                <c:pt idx="169">
                  <c:v>0.023692</c:v>
                </c:pt>
                <c:pt idx="170">
                  <c:v>0.024043</c:v>
                </c:pt>
                <c:pt idx="171">
                  <c:v>0.024412</c:v>
                </c:pt>
                <c:pt idx="172">
                  <c:v>0.024764</c:v>
                </c:pt>
                <c:pt idx="173">
                  <c:v>0.025037</c:v>
                </c:pt>
                <c:pt idx="174">
                  <c:v>0.025196</c:v>
                </c:pt>
                <c:pt idx="175">
                  <c:v>0.02527</c:v>
                </c:pt>
                <c:pt idx="176">
                  <c:v>0.025247</c:v>
                </c:pt>
                <c:pt idx="177">
                  <c:v>0.025128</c:v>
                </c:pt>
                <c:pt idx="178">
                  <c:v>0.02508</c:v>
                </c:pt>
                <c:pt idx="179">
                  <c:v>0.025086</c:v>
                </c:pt>
                <c:pt idx="180">
                  <c:v>0.025136</c:v>
                </c:pt>
                <c:pt idx="181">
                  <c:v>0.025237</c:v>
                </c:pt>
                <c:pt idx="182">
                  <c:v>0.025328</c:v>
                </c:pt>
                <c:pt idx="183">
                  <c:v>0.025304</c:v>
                </c:pt>
                <c:pt idx="184">
                  <c:v>0.025087</c:v>
                </c:pt>
                <c:pt idx="185">
                  <c:v>0.024696</c:v>
                </c:pt>
                <c:pt idx="186">
                  <c:v>0.024254</c:v>
                </c:pt>
                <c:pt idx="187">
                  <c:v>0.02389</c:v>
                </c:pt>
                <c:pt idx="188">
                  <c:v>0.023623</c:v>
                </c:pt>
                <c:pt idx="189">
                  <c:v>0.023388</c:v>
                </c:pt>
                <c:pt idx="190">
                  <c:v>0.023106</c:v>
                </c:pt>
                <c:pt idx="191">
                  <c:v>0.022788</c:v>
                </c:pt>
                <c:pt idx="192">
                  <c:v>0.022622</c:v>
                </c:pt>
                <c:pt idx="193">
                  <c:v>0.022458</c:v>
                </c:pt>
                <c:pt idx="194">
                  <c:v>0.022199</c:v>
                </c:pt>
                <c:pt idx="195">
                  <c:v>0.021852</c:v>
                </c:pt>
                <c:pt idx="196">
                  <c:v>0.021503</c:v>
                </c:pt>
                <c:pt idx="197">
                  <c:v>0.021134</c:v>
                </c:pt>
                <c:pt idx="198">
                  <c:v>0.020676</c:v>
                </c:pt>
                <c:pt idx="199">
                  <c:v>0.020177</c:v>
                </c:pt>
                <c:pt idx="200">
                  <c:v>0.019757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660"/>
                    </a:solidFill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Cohen's d per band (diseased − healthy)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Cohen's d (D - H)</c:v>
                </c:pt>
              </c:strCache>
            </c:strRef>
          </c:tx>
          <c:spPr>
            <a:solidFill>
              <a:srgbClr val="2E7D4F"/>
            </a:solidFill>
            <a:ln w="2540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0.0454</c:v>
                </c:pt>
                <c:pt idx="1">
                  <c:v>0.05269</c:v>
                </c:pt>
                <c:pt idx="2">
                  <c:v>0.0673</c:v>
                </c:pt>
                <c:pt idx="3">
                  <c:v>0.08086</c:v>
                </c:pt>
                <c:pt idx="4">
                  <c:v>0.10092</c:v>
                </c:pt>
                <c:pt idx="5">
                  <c:v>0.12556</c:v>
                </c:pt>
                <c:pt idx="6">
                  <c:v>0.14843</c:v>
                </c:pt>
                <c:pt idx="7">
                  <c:v>0.17604</c:v>
                </c:pt>
                <c:pt idx="8">
                  <c:v>0.20664</c:v>
                </c:pt>
                <c:pt idx="9">
                  <c:v>0.24492</c:v>
                </c:pt>
                <c:pt idx="10">
                  <c:v>0.29439</c:v>
                </c:pt>
                <c:pt idx="11">
                  <c:v>0.31763</c:v>
                </c:pt>
                <c:pt idx="12">
                  <c:v>0.25292</c:v>
                </c:pt>
                <c:pt idx="13">
                  <c:v>0.15221</c:v>
                </c:pt>
                <c:pt idx="14">
                  <c:v>0.11819</c:v>
                </c:pt>
                <c:pt idx="15">
                  <c:v>0.12388</c:v>
                </c:pt>
                <c:pt idx="16">
                  <c:v>0.17338</c:v>
                </c:pt>
                <c:pt idx="17">
                  <c:v>0.31176</c:v>
                </c:pt>
                <c:pt idx="18">
                  <c:v>0.49272</c:v>
                </c:pt>
                <c:pt idx="19">
                  <c:v>0.62371</c:v>
                </c:pt>
                <c:pt idx="20">
                  <c:v>0.70757</c:v>
                </c:pt>
                <c:pt idx="21">
                  <c:v>0.80917</c:v>
                </c:pt>
                <c:pt idx="22">
                  <c:v>0.89945</c:v>
                </c:pt>
                <c:pt idx="23">
                  <c:v>0.93977</c:v>
                </c:pt>
                <c:pt idx="24">
                  <c:v>0.96627</c:v>
                </c:pt>
                <c:pt idx="25">
                  <c:v>0.98019</c:v>
                </c:pt>
                <c:pt idx="26">
                  <c:v>0.9472</c:v>
                </c:pt>
                <c:pt idx="27">
                  <c:v>0.8803</c:v>
                </c:pt>
                <c:pt idx="28">
                  <c:v>0.84193</c:v>
                </c:pt>
                <c:pt idx="29">
                  <c:v>0.91794</c:v>
                </c:pt>
                <c:pt idx="30">
                  <c:v>0.89041</c:v>
                </c:pt>
                <c:pt idx="31">
                  <c:v>0.572</c:v>
                </c:pt>
                <c:pt idx="32">
                  <c:v>0.09654</c:v>
                </c:pt>
                <c:pt idx="33">
                  <c:v>-0.16946</c:v>
                </c:pt>
                <c:pt idx="34">
                  <c:v>-0.2653</c:v>
                </c:pt>
                <c:pt idx="35">
                  <c:v>-0.29426</c:v>
                </c:pt>
                <c:pt idx="36">
                  <c:v>-0.29808</c:v>
                </c:pt>
                <c:pt idx="37">
                  <c:v>-0.29159</c:v>
                </c:pt>
                <c:pt idx="38">
                  <c:v>-0.28282</c:v>
                </c:pt>
                <c:pt idx="39">
                  <c:v>-0.27341</c:v>
                </c:pt>
                <c:pt idx="40">
                  <c:v>-0.26354</c:v>
                </c:pt>
                <c:pt idx="41">
                  <c:v>-0.254</c:v>
                </c:pt>
                <c:pt idx="42">
                  <c:v>-0.24416</c:v>
                </c:pt>
                <c:pt idx="43">
                  <c:v>-0.23416</c:v>
                </c:pt>
                <c:pt idx="44">
                  <c:v>-0.2238</c:v>
                </c:pt>
                <c:pt idx="45">
                  <c:v>-0.21384</c:v>
                </c:pt>
                <c:pt idx="46">
                  <c:v>-0.20447</c:v>
                </c:pt>
                <c:pt idx="47">
                  <c:v>-0.19562</c:v>
                </c:pt>
                <c:pt idx="48">
                  <c:v>-0.18681</c:v>
                </c:pt>
                <c:pt idx="49">
                  <c:v>-0.17793</c:v>
                </c:pt>
                <c:pt idx="50">
                  <c:v>-0.16917</c:v>
                </c:pt>
                <c:pt idx="51">
                  <c:v>-0.15984</c:v>
                </c:pt>
                <c:pt idx="52">
                  <c:v>-0.15049</c:v>
                </c:pt>
                <c:pt idx="53">
                  <c:v>-0.14074</c:v>
                </c:pt>
                <c:pt idx="54">
                  <c:v>-0.13063</c:v>
                </c:pt>
                <c:pt idx="55">
                  <c:v>-0.11776</c:v>
                </c:pt>
                <c:pt idx="56">
                  <c:v>-0.10284</c:v>
                </c:pt>
                <c:pt idx="57">
                  <c:v>-0.09161</c:v>
                </c:pt>
                <c:pt idx="58">
                  <c:v>-0.08348</c:v>
                </c:pt>
                <c:pt idx="59">
                  <c:v>-0.07577</c:v>
                </c:pt>
                <c:pt idx="60">
                  <c:v>-0.06877</c:v>
                </c:pt>
                <c:pt idx="61">
                  <c:v>-0.0673</c:v>
                </c:pt>
                <c:pt idx="62">
                  <c:v>-0.06727</c:v>
                </c:pt>
                <c:pt idx="63">
                  <c:v>-0.06777</c:v>
                </c:pt>
                <c:pt idx="64">
                  <c:v>-0.06994</c:v>
                </c:pt>
                <c:pt idx="65">
                  <c:v>-0.07321</c:v>
                </c:pt>
                <c:pt idx="66">
                  <c:v>-0.07545</c:v>
                </c:pt>
                <c:pt idx="67">
                  <c:v>-0.07544</c:v>
                </c:pt>
                <c:pt idx="68">
                  <c:v>-0.07354</c:v>
                </c:pt>
                <c:pt idx="69">
                  <c:v>-0.07015</c:v>
                </c:pt>
                <c:pt idx="70">
                  <c:v>-0.06614</c:v>
                </c:pt>
                <c:pt idx="71">
                  <c:v>-0.06158</c:v>
                </c:pt>
                <c:pt idx="72">
                  <c:v>-0.05532</c:v>
                </c:pt>
                <c:pt idx="73">
                  <c:v>-0.04528</c:v>
                </c:pt>
                <c:pt idx="74">
                  <c:v>-0.02567</c:v>
                </c:pt>
                <c:pt idx="75">
                  <c:v>-0.00466</c:v>
                </c:pt>
                <c:pt idx="76">
                  <c:v>0.00483</c:v>
                </c:pt>
                <c:pt idx="77">
                  <c:v>0.00719</c:v>
                </c:pt>
                <c:pt idx="78">
                  <c:v>0.00761</c:v>
                </c:pt>
                <c:pt idx="79">
                  <c:v>0.00973</c:v>
                </c:pt>
                <c:pt idx="80">
                  <c:v>0.00902</c:v>
                </c:pt>
                <c:pt idx="81">
                  <c:v>0.00652</c:v>
                </c:pt>
                <c:pt idx="82">
                  <c:v>0.00644</c:v>
                </c:pt>
                <c:pt idx="83">
                  <c:v>0.0062</c:v>
                </c:pt>
                <c:pt idx="84">
                  <c:v>0.00529</c:v>
                </c:pt>
                <c:pt idx="85">
                  <c:v>0.00536</c:v>
                </c:pt>
                <c:pt idx="86">
                  <c:v>0.00511</c:v>
                </c:pt>
                <c:pt idx="87">
                  <c:v>0.00498</c:v>
                </c:pt>
                <c:pt idx="88">
                  <c:v>0.00694</c:v>
                </c:pt>
                <c:pt idx="89">
                  <c:v>0.01275</c:v>
                </c:pt>
                <c:pt idx="90">
                  <c:v>0.02427</c:v>
                </c:pt>
                <c:pt idx="91">
                  <c:v>0.04335</c:v>
                </c:pt>
                <c:pt idx="92">
                  <c:v>0.06831</c:v>
                </c:pt>
                <c:pt idx="93">
                  <c:v>0.10066</c:v>
                </c:pt>
                <c:pt idx="94">
                  <c:v>0.13751</c:v>
                </c:pt>
                <c:pt idx="95">
                  <c:v>0.17603</c:v>
                </c:pt>
                <c:pt idx="96">
                  <c:v>0.21569</c:v>
                </c:pt>
                <c:pt idx="97">
                  <c:v>0.26976</c:v>
                </c:pt>
                <c:pt idx="98">
                  <c:v>0.37584</c:v>
                </c:pt>
                <c:pt idx="99">
                  <c:v>0.51535</c:v>
                </c:pt>
                <c:pt idx="100">
                  <c:v>0.62029</c:v>
                </c:pt>
                <c:pt idx="101">
                  <c:v>0.67003</c:v>
                </c:pt>
                <c:pt idx="102">
                  <c:v>0.68452</c:v>
                </c:pt>
                <c:pt idx="103">
                  <c:v>0.68417</c:v>
                </c:pt>
                <c:pt idx="104">
                  <c:v>0.67933</c:v>
                </c:pt>
                <c:pt idx="105">
                  <c:v>0.67231</c:v>
                </c:pt>
                <c:pt idx="106">
                  <c:v>0.66176</c:v>
                </c:pt>
                <c:pt idx="107">
                  <c:v>0.64314</c:v>
                </c:pt>
                <c:pt idx="108">
                  <c:v>0.61827</c:v>
                </c:pt>
                <c:pt idx="109">
                  <c:v>0.59137</c:v>
                </c:pt>
                <c:pt idx="110">
                  <c:v>0.56376</c:v>
                </c:pt>
                <c:pt idx="111">
                  <c:v>0.53495</c:v>
                </c:pt>
                <c:pt idx="112">
                  <c:v>0.50551</c:v>
                </c:pt>
                <c:pt idx="113">
                  <c:v>0.47618</c:v>
                </c:pt>
                <c:pt idx="114">
                  <c:v>0.4466</c:v>
                </c:pt>
                <c:pt idx="115">
                  <c:v>0.41711</c:v>
                </c:pt>
                <c:pt idx="116">
                  <c:v>0.38776</c:v>
                </c:pt>
                <c:pt idx="117">
                  <c:v>0.36115</c:v>
                </c:pt>
                <c:pt idx="118">
                  <c:v>0.33824</c:v>
                </c:pt>
                <c:pt idx="119">
                  <c:v>0.31753</c:v>
                </c:pt>
                <c:pt idx="120">
                  <c:v>0.29831</c:v>
                </c:pt>
                <c:pt idx="121">
                  <c:v>0.2817</c:v>
                </c:pt>
                <c:pt idx="122">
                  <c:v>0.26769</c:v>
                </c:pt>
                <c:pt idx="123">
                  <c:v>0.25561</c:v>
                </c:pt>
                <c:pt idx="124">
                  <c:v>0.24487</c:v>
                </c:pt>
                <c:pt idx="125">
                  <c:v>0.23463</c:v>
                </c:pt>
                <c:pt idx="126">
                  <c:v>0.22502</c:v>
                </c:pt>
                <c:pt idx="127">
                  <c:v>0.21773</c:v>
                </c:pt>
                <c:pt idx="128">
                  <c:v>0.21089</c:v>
                </c:pt>
                <c:pt idx="129">
                  <c:v>0.2017</c:v>
                </c:pt>
                <c:pt idx="130">
                  <c:v>0.19403</c:v>
                </c:pt>
                <c:pt idx="131">
                  <c:v>0.1877</c:v>
                </c:pt>
                <c:pt idx="132">
                  <c:v>0.17586</c:v>
                </c:pt>
                <c:pt idx="133">
                  <c:v>0.17557</c:v>
                </c:pt>
                <c:pt idx="134">
                  <c:v>0.20842</c:v>
                </c:pt>
                <c:pt idx="135">
                  <c:v>0.23575</c:v>
                </c:pt>
                <c:pt idx="136">
                  <c:v>0.25092</c:v>
                </c:pt>
                <c:pt idx="137">
                  <c:v>0.27799</c:v>
                </c:pt>
                <c:pt idx="138">
                  <c:v>0.30441</c:v>
                </c:pt>
                <c:pt idx="139">
                  <c:v>0.31634</c:v>
                </c:pt>
                <c:pt idx="140">
                  <c:v>0.31908</c:v>
                </c:pt>
                <c:pt idx="141">
                  <c:v>0.31589</c:v>
                </c:pt>
                <c:pt idx="142">
                  <c:v>0.35148</c:v>
                </c:pt>
                <c:pt idx="143">
                  <c:v>0.38321</c:v>
                </c:pt>
                <c:pt idx="144">
                  <c:v>0.41487</c:v>
                </c:pt>
                <c:pt idx="145">
                  <c:v>0.46137</c:v>
                </c:pt>
                <c:pt idx="146">
                  <c:v>0.53885</c:v>
                </c:pt>
                <c:pt idx="147">
                  <c:v>0.65458</c:v>
                </c:pt>
                <c:pt idx="148">
                  <c:v>0.77534</c:v>
                </c:pt>
                <c:pt idx="149">
                  <c:v>0.85541</c:v>
                </c:pt>
                <c:pt idx="150">
                  <c:v>0.84267</c:v>
                </c:pt>
                <c:pt idx="151">
                  <c:v>0.77447</c:v>
                </c:pt>
                <c:pt idx="152">
                  <c:v>0.72544</c:v>
                </c:pt>
                <c:pt idx="153">
                  <c:v>0.70942</c:v>
                </c:pt>
                <c:pt idx="154">
                  <c:v>0.71962</c:v>
                </c:pt>
                <c:pt idx="155">
                  <c:v>0.74294</c:v>
                </c:pt>
                <c:pt idx="156">
                  <c:v>0.76761</c:v>
                </c:pt>
                <c:pt idx="157">
                  <c:v>0.7906</c:v>
                </c:pt>
                <c:pt idx="158">
                  <c:v>0.81137</c:v>
                </c:pt>
                <c:pt idx="159">
                  <c:v>0.82331</c:v>
                </c:pt>
                <c:pt idx="160">
                  <c:v>0.82707</c:v>
                </c:pt>
                <c:pt idx="161">
                  <c:v>0.82283</c:v>
                </c:pt>
                <c:pt idx="162">
                  <c:v>0.81255</c:v>
                </c:pt>
                <c:pt idx="163">
                  <c:v>0.79723</c:v>
                </c:pt>
                <c:pt idx="164">
                  <c:v>0.77707</c:v>
                </c:pt>
                <c:pt idx="165">
                  <c:v>0.75431</c:v>
                </c:pt>
                <c:pt idx="166">
                  <c:v>0.73063</c:v>
                </c:pt>
                <c:pt idx="167">
                  <c:v>0.70641</c:v>
                </c:pt>
                <c:pt idx="168">
                  <c:v>0.68185</c:v>
                </c:pt>
                <c:pt idx="169">
                  <c:v>0.65695</c:v>
                </c:pt>
                <c:pt idx="170">
                  <c:v>0.63352</c:v>
                </c:pt>
                <c:pt idx="171">
                  <c:v>0.61245</c:v>
                </c:pt>
                <c:pt idx="172">
                  <c:v>0.59379</c:v>
                </c:pt>
                <c:pt idx="173">
                  <c:v>0.57827</c:v>
                </c:pt>
                <c:pt idx="174">
                  <c:v>0.56522</c:v>
                </c:pt>
                <c:pt idx="175">
                  <c:v>0.55545</c:v>
                </c:pt>
                <c:pt idx="176">
                  <c:v>0.54755</c:v>
                </c:pt>
                <c:pt idx="177">
                  <c:v>0.5387</c:v>
                </c:pt>
                <c:pt idx="178">
                  <c:v>0.5309</c:v>
                </c:pt>
                <c:pt idx="179">
                  <c:v>0.52397</c:v>
                </c:pt>
                <c:pt idx="180">
                  <c:v>0.51978</c:v>
                </c:pt>
                <c:pt idx="181">
                  <c:v>0.51963</c:v>
                </c:pt>
                <c:pt idx="182">
                  <c:v>0.52127</c:v>
                </c:pt>
                <c:pt idx="183">
                  <c:v>0.52186</c:v>
                </c:pt>
                <c:pt idx="184">
                  <c:v>0.51724</c:v>
                </c:pt>
                <c:pt idx="185">
                  <c:v>0.50431</c:v>
                </c:pt>
                <c:pt idx="186">
                  <c:v>0.4824</c:v>
                </c:pt>
                <c:pt idx="187">
                  <c:v>0.45678</c:v>
                </c:pt>
                <c:pt idx="188">
                  <c:v>0.43915</c:v>
                </c:pt>
                <c:pt idx="189">
                  <c:v>0.42454</c:v>
                </c:pt>
                <c:pt idx="190">
                  <c:v>0.396</c:v>
                </c:pt>
                <c:pt idx="191">
                  <c:v>0.38945</c:v>
                </c:pt>
                <c:pt idx="192">
                  <c:v>0.44787</c:v>
                </c:pt>
                <c:pt idx="193">
                  <c:v>0.49208</c:v>
                </c:pt>
                <c:pt idx="194">
                  <c:v>0.48507</c:v>
                </c:pt>
                <c:pt idx="195">
                  <c:v>0.48407</c:v>
                </c:pt>
                <c:pt idx="196">
                  <c:v>0.53024</c:v>
                </c:pt>
                <c:pt idx="197">
                  <c:v>0.55498</c:v>
                </c:pt>
                <c:pt idx="198">
                  <c:v>0.56752</c:v>
                </c:pt>
                <c:pt idx="199">
                  <c:v>0.57953</c:v>
                </c:pt>
                <c:pt idx="200">
                  <c:v>0.58956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Jeffries–Matusita distance per band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Reflectance</c:v>
                </c:pt>
              </c:strCache>
            </c:strRef>
          </c:tx>
          <c:spPr>
            <a:solidFill>
              <a:srgbClr val="1F3B2D"/>
            </a:solidFill>
            <a:ln w="19050" cap="flat">
              <a:solidFill>
                <a:srgbClr val="1F3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3B2D"/>
              </a:solidFill>
              <a:ln w="9525" cap="flat">
                <a:solidFill>
                  <a:srgbClr val="1F3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0.00048</c:v>
                </c:pt>
                <c:pt idx="1">
                  <c:v>0.00061</c:v>
                </c:pt>
                <c:pt idx="2">
                  <c:v>0.00086</c:v>
                </c:pt>
                <c:pt idx="3">
                  <c:v>0.00117</c:v>
                </c:pt>
                <c:pt idx="4">
                  <c:v>0.00189</c:v>
                </c:pt>
                <c:pt idx="5">
                  <c:v>0.00318</c:v>
                </c:pt>
                <c:pt idx="6">
                  <c:v>0.0047</c:v>
                </c:pt>
                <c:pt idx="7">
                  <c:v>0.00664</c:v>
                </c:pt>
                <c:pt idx="8">
                  <c:v>0.00936</c:v>
                </c:pt>
                <c:pt idx="9">
                  <c:v>0.0138</c:v>
                </c:pt>
                <c:pt idx="10">
                  <c:v>0.02253</c:v>
                </c:pt>
                <c:pt idx="11">
                  <c:v>0.03258</c:v>
                </c:pt>
                <c:pt idx="12">
                  <c:v>0.02849</c:v>
                </c:pt>
                <c:pt idx="13">
                  <c:v>0.01822</c:v>
                </c:pt>
                <c:pt idx="14">
                  <c:v>0.01713</c:v>
                </c:pt>
                <c:pt idx="15">
                  <c:v>0.01972</c:v>
                </c:pt>
                <c:pt idx="16">
                  <c:v>0.02691</c:v>
                </c:pt>
                <c:pt idx="17">
                  <c:v>0.0489</c:v>
                </c:pt>
                <c:pt idx="18">
                  <c:v>0.08469</c:v>
                </c:pt>
                <c:pt idx="19">
                  <c:v>0.11252</c:v>
                </c:pt>
                <c:pt idx="20">
                  <c:v>0.13058</c:v>
                </c:pt>
                <c:pt idx="21">
                  <c:v>0.15715</c:v>
                </c:pt>
                <c:pt idx="22">
                  <c:v>0.18583</c:v>
                </c:pt>
                <c:pt idx="23">
                  <c:v>0.2029</c:v>
                </c:pt>
                <c:pt idx="24">
                  <c:v>0.21316</c:v>
                </c:pt>
                <c:pt idx="25">
                  <c:v>0.21634</c:v>
                </c:pt>
                <c:pt idx="26">
                  <c:v>0.211</c:v>
                </c:pt>
                <c:pt idx="27">
                  <c:v>0.18966</c:v>
                </c:pt>
                <c:pt idx="28">
                  <c:v>0.18825</c:v>
                </c:pt>
                <c:pt idx="29">
                  <c:v>0.23296</c:v>
                </c:pt>
                <c:pt idx="30">
                  <c:v>0.17823</c:v>
                </c:pt>
                <c:pt idx="31">
                  <c:v>0.0712</c:v>
                </c:pt>
                <c:pt idx="32">
                  <c:v>0.00231</c:v>
                </c:pt>
                <c:pt idx="33">
                  <c:v>0.00951</c:v>
                </c:pt>
                <c:pt idx="34">
                  <c:v>0.02108</c:v>
                </c:pt>
                <c:pt idx="35">
                  <c:v>0.02555</c:v>
                </c:pt>
                <c:pt idx="36">
                  <c:v>0.02666</c:v>
                </c:pt>
                <c:pt idx="37">
                  <c:v>0.02644</c:v>
                </c:pt>
                <c:pt idx="38">
                  <c:v>0.02592</c:v>
                </c:pt>
                <c:pt idx="39">
                  <c:v>0.02533</c:v>
                </c:pt>
                <c:pt idx="40">
                  <c:v>0.02473</c:v>
                </c:pt>
                <c:pt idx="41">
                  <c:v>0.02421</c:v>
                </c:pt>
                <c:pt idx="42">
                  <c:v>0.02364</c:v>
                </c:pt>
                <c:pt idx="43">
                  <c:v>0.02309</c:v>
                </c:pt>
                <c:pt idx="44">
                  <c:v>0.0225</c:v>
                </c:pt>
                <c:pt idx="45">
                  <c:v>0.02187</c:v>
                </c:pt>
                <c:pt idx="46">
                  <c:v>0.02128</c:v>
                </c:pt>
                <c:pt idx="47">
                  <c:v>0.02075</c:v>
                </c:pt>
                <c:pt idx="48">
                  <c:v>0.02024</c:v>
                </c:pt>
                <c:pt idx="49">
                  <c:v>0.01974</c:v>
                </c:pt>
                <c:pt idx="50">
                  <c:v>0.0193</c:v>
                </c:pt>
                <c:pt idx="51">
                  <c:v>0.01886</c:v>
                </c:pt>
                <c:pt idx="52">
                  <c:v>0.01851</c:v>
                </c:pt>
                <c:pt idx="53">
                  <c:v>0.01822</c:v>
                </c:pt>
                <c:pt idx="54">
                  <c:v>0.01819</c:v>
                </c:pt>
                <c:pt idx="55">
                  <c:v>0.0184</c:v>
                </c:pt>
                <c:pt idx="56">
                  <c:v>0.01864</c:v>
                </c:pt>
                <c:pt idx="57">
                  <c:v>0.01861</c:v>
                </c:pt>
                <c:pt idx="58">
                  <c:v>0.0184</c:v>
                </c:pt>
                <c:pt idx="59">
                  <c:v>0.01806</c:v>
                </c:pt>
                <c:pt idx="60">
                  <c:v>0.01744</c:v>
                </c:pt>
                <c:pt idx="61">
                  <c:v>0.01706</c:v>
                </c:pt>
                <c:pt idx="62">
                  <c:v>0.01674</c:v>
                </c:pt>
                <c:pt idx="63">
                  <c:v>0.01644</c:v>
                </c:pt>
                <c:pt idx="64">
                  <c:v>0.01627</c:v>
                </c:pt>
                <c:pt idx="65">
                  <c:v>0.01629</c:v>
                </c:pt>
                <c:pt idx="66">
                  <c:v>0.01632</c:v>
                </c:pt>
                <c:pt idx="67">
                  <c:v>0.0164</c:v>
                </c:pt>
                <c:pt idx="68">
                  <c:v>0.01646</c:v>
                </c:pt>
                <c:pt idx="69">
                  <c:v>0.01652</c:v>
                </c:pt>
                <c:pt idx="70">
                  <c:v>0.01661</c:v>
                </c:pt>
                <c:pt idx="71">
                  <c:v>0.01661</c:v>
                </c:pt>
                <c:pt idx="72">
                  <c:v>0.01656</c:v>
                </c:pt>
                <c:pt idx="73">
                  <c:v>0.01699</c:v>
                </c:pt>
                <c:pt idx="74">
                  <c:v>0.01806</c:v>
                </c:pt>
                <c:pt idx="75">
                  <c:v>0.01917</c:v>
                </c:pt>
                <c:pt idx="76">
                  <c:v>0.0196</c:v>
                </c:pt>
                <c:pt idx="77">
                  <c:v>0.01939</c:v>
                </c:pt>
                <c:pt idx="78">
                  <c:v>0.01893</c:v>
                </c:pt>
                <c:pt idx="79">
                  <c:v>0.01822</c:v>
                </c:pt>
                <c:pt idx="80">
                  <c:v>0.01765</c:v>
                </c:pt>
                <c:pt idx="81">
                  <c:v>0.01738</c:v>
                </c:pt>
                <c:pt idx="82">
                  <c:v>0.01787</c:v>
                </c:pt>
                <c:pt idx="83">
                  <c:v>0.01867</c:v>
                </c:pt>
                <c:pt idx="84">
                  <c:v>0.01915</c:v>
                </c:pt>
                <c:pt idx="85">
                  <c:v>0.01929</c:v>
                </c:pt>
                <c:pt idx="86">
                  <c:v>0.01928</c:v>
                </c:pt>
                <c:pt idx="87">
                  <c:v>0.01932</c:v>
                </c:pt>
                <c:pt idx="88">
                  <c:v>0.01947</c:v>
                </c:pt>
                <c:pt idx="89">
                  <c:v>0.01978</c:v>
                </c:pt>
                <c:pt idx="90">
                  <c:v>0.02032</c:v>
                </c:pt>
                <c:pt idx="91">
                  <c:v>0.02094</c:v>
                </c:pt>
                <c:pt idx="92">
                  <c:v>0.02166</c:v>
                </c:pt>
                <c:pt idx="93">
                  <c:v>0.02206</c:v>
                </c:pt>
                <c:pt idx="94">
                  <c:v>0.02185</c:v>
                </c:pt>
                <c:pt idx="95">
                  <c:v>0.02102</c:v>
                </c:pt>
                <c:pt idx="96">
                  <c:v>0.02049</c:v>
                </c:pt>
                <c:pt idx="97">
                  <c:v>0.02118</c:v>
                </c:pt>
                <c:pt idx="98">
                  <c:v>0.0251</c:v>
                </c:pt>
                <c:pt idx="99">
                  <c:v>0.04384</c:v>
                </c:pt>
                <c:pt idx="100">
                  <c:v>0.08606</c:v>
                </c:pt>
                <c:pt idx="101">
                  <c:v>0.12841</c:v>
                </c:pt>
                <c:pt idx="102">
                  <c:v>0.15465</c:v>
                </c:pt>
                <c:pt idx="103">
                  <c:v>0.16771</c:v>
                </c:pt>
                <c:pt idx="104">
                  <c:v>0.17301</c:v>
                </c:pt>
                <c:pt idx="105">
                  <c:v>0.17342</c:v>
                </c:pt>
                <c:pt idx="106">
                  <c:v>0.16846</c:v>
                </c:pt>
                <c:pt idx="107">
                  <c:v>0.15533</c:v>
                </c:pt>
                <c:pt idx="108">
                  <c:v>0.13687</c:v>
                </c:pt>
                <c:pt idx="109">
                  <c:v>0.11743</c:v>
                </c:pt>
                <c:pt idx="110">
                  <c:v>0.09901</c:v>
                </c:pt>
                <c:pt idx="111">
                  <c:v>0.08226</c:v>
                </c:pt>
                <c:pt idx="112">
                  <c:v>0.06757</c:v>
                </c:pt>
                <c:pt idx="113">
                  <c:v>0.0551</c:v>
                </c:pt>
                <c:pt idx="114">
                  <c:v>0.04474</c:v>
                </c:pt>
                <c:pt idx="115">
                  <c:v>0.03632</c:v>
                </c:pt>
                <c:pt idx="116">
                  <c:v>0.02965</c:v>
                </c:pt>
                <c:pt idx="117">
                  <c:v>0.0247</c:v>
                </c:pt>
                <c:pt idx="118">
                  <c:v>0.02119</c:v>
                </c:pt>
                <c:pt idx="119">
                  <c:v>0.01865</c:v>
                </c:pt>
                <c:pt idx="120">
                  <c:v>0.01681</c:v>
                </c:pt>
                <c:pt idx="121">
                  <c:v>0.01555</c:v>
                </c:pt>
                <c:pt idx="122">
                  <c:v>0.01473</c:v>
                </c:pt>
                <c:pt idx="123">
                  <c:v>0.01418</c:v>
                </c:pt>
                <c:pt idx="124">
                  <c:v>0.01381</c:v>
                </c:pt>
                <c:pt idx="125">
                  <c:v>0.01349</c:v>
                </c:pt>
                <c:pt idx="126">
                  <c:v>0.01319</c:v>
                </c:pt>
                <c:pt idx="127">
                  <c:v>0.01294</c:v>
                </c:pt>
                <c:pt idx="128">
                  <c:v>0.01254</c:v>
                </c:pt>
                <c:pt idx="129">
                  <c:v>0.01183</c:v>
                </c:pt>
                <c:pt idx="130">
                  <c:v>0.01097</c:v>
                </c:pt>
                <c:pt idx="131">
                  <c:v>0.01008</c:v>
                </c:pt>
                <c:pt idx="132">
                  <c:v>0.00896</c:v>
                </c:pt>
                <c:pt idx="133">
                  <c:v>0.00886</c:v>
                </c:pt>
                <c:pt idx="134">
                  <c:v>0.01056</c:v>
                </c:pt>
                <c:pt idx="135">
                  <c:v>0.01178</c:v>
                </c:pt>
                <c:pt idx="136">
                  <c:v>0.01245</c:v>
                </c:pt>
                <c:pt idx="137">
                  <c:v>0.01435</c:v>
                </c:pt>
                <c:pt idx="138">
                  <c:v>0.01652</c:v>
                </c:pt>
                <c:pt idx="139">
                  <c:v>0.01757</c:v>
                </c:pt>
                <c:pt idx="140">
                  <c:v>0.01777</c:v>
                </c:pt>
                <c:pt idx="141">
                  <c:v>0.01754</c:v>
                </c:pt>
                <c:pt idx="142">
                  <c:v>0.02092</c:v>
                </c:pt>
                <c:pt idx="143">
                  <c:v>0.0244</c:v>
                </c:pt>
                <c:pt idx="144">
                  <c:v>0.02835</c:v>
                </c:pt>
                <c:pt idx="145">
                  <c:v>0.03587</c:v>
                </c:pt>
                <c:pt idx="146">
                  <c:v>0.05342</c:v>
                </c:pt>
                <c:pt idx="147">
                  <c:v>0.09647</c:v>
                </c:pt>
                <c:pt idx="148">
                  <c:v>0.18898</c:v>
                </c:pt>
                <c:pt idx="149">
                  <c:v>0.28009</c:v>
                </c:pt>
                <c:pt idx="150">
                  <c:v>0.25899</c:v>
                </c:pt>
                <c:pt idx="151">
                  <c:v>0.20956</c:v>
                </c:pt>
                <c:pt idx="152">
                  <c:v>0.18268</c:v>
                </c:pt>
                <c:pt idx="153">
                  <c:v>0.17498</c:v>
                </c:pt>
                <c:pt idx="154">
                  <c:v>0.18126</c:v>
                </c:pt>
                <c:pt idx="155">
                  <c:v>0.19648</c:v>
                </c:pt>
                <c:pt idx="156">
                  <c:v>0.21493</c:v>
                </c:pt>
                <c:pt idx="157">
                  <c:v>0.2344</c:v>
                </c:pt>
                <c:pt idx="158">
                  <c:v>0.25486</c:v>
                </c:pt>
                <c:pt idx="159">
                  <c:v>0.27094</c:v>
                </c:pt>
                <c:pt idx="160">
                  <c:v>0.28071</c:v>
                </c:pt>
                <c:pt idx="161">
                  <c:v>0.28285</c:v>
                </c:pt>
                <c:pt idx="162">
                  <c:v>0.27762</c:v>
                </c:pt>
                <c:pt idx="163">
                  <c:v>0.26583</c:v>
                </c:pt>
                <c:pt idx="164">
                  <c:v>0.24947</c:v>
                </c:pt>
                <c:pt idx="165">
                  <c:v>0.23056</c:v>
                </c:pt>
                <c:pt idx="166">
                  <c:v>0.21048</c:v>
                </c:pt>
                <c:pt idx="167">
                  <c:v>0.19007</c:v>
                </c:pt>
                <c:pt idx="168">
                  <c:v>0.16999</c:v>
                </c:pt>
                <c:pt idx="169">
                  <c:v>0.15122</c:v>
                </c:pt>
                <c:pt idx="170">
                  <c:v>0.13454</c:v>
                </c:pt>
                <c:pt idx="171">
                  <c:v>0.12012</c:v>
                </c:pt>
                <c:pt idx="172">
                  <c:v>0.10798</c:v>
                </c:pt>
                <c:pt idx="173">
                  <c:v>0.09825</c:v>
                </c:pt>
                <c:pt idx="174">
                  <c:v>0.09043</c:v>
                </c:pt>
                <c:pt idx="175">
                  <c:v>0.08467</c:v>
                </c:pt>
                <c:pt idx="176">
                  <c:v>0.0801</c:v>
                </c:pt>
                <c:pt idx="177">
                  <c:v>0.07547</c:v>
                </c:pt>
                <c:pt idx="178">
                  <c:v>0.07117</c:v>
                </c:pt>
                <c:pt idx="179">
                  <c:v>0.06723</c:v>
                </c:pt>
                <c:pt idx="180">
                  <c:v>0.06439</c:v>
                </c:pt>
                <c:pt idx="181">
                  <c:v>0.06304</c:v>
                </c:pt>
                <c:pt idx="182">
                  <c:v>0.06254</c:v>
                </c:pt>
                <c:pt idx="183">
                  <c:v>0.06211</c:v>
                </c:pt>
                <c:pt idx="184">
                  <c:v>0.06071</c:v>
                </c:pt>
                <c:pt idx="185">
                  <c:v>0.05762</c:v>
                </c:pt>
                <c:pt idx="186">
                  <c:v>0.05302</c:v>
                </c:pt>
                <c:pt idx="187">
                  <c:v>0.04819</c:v>
                </c:pt>
                <c:pt idx="188">
                  <c:v>0.04558</c:v>
                </c:pt>
                <c:pt idx="189">
                  <c:v>0.04385</c:v>
                </c:pt>
                <c:pt idx="190">
                  <c:v>0.03958</c:v>
                </c:pt>
                <c:pt idx="191">
                  <c:v>0.03966</c:v>
                </c:pt>
                <c:pt idx="192">
                  <c:v>0.05368</c:v>
                </c:pt>
                <c:pt idx="193">
                  <c:v>0.06698</c:v>
                </c:pt>
                <c:pt idx="194">
                  <c:v>0.06791</c:v>
                </c:pt>
                <c:pt idx="195">
                  <c:v>0.07054</c:v>
                </c:pt>
                <c:pt idx="196">
                  <c:v>0.08726</c:v>
                </c:pt>
                <c:pt idx="197">
                  <c:v>0.09908</c:v>
                </c:pt>
                <c:pt idx="198">
                  <c:v>0.10721</c:v>
                </c:pt>
                <c:pt idx="199">
                  <c:v>0.11508</c:v>
                </c:pt>
                <c:pt idx="200">
                  <c:v>0.12146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derivative</c:v>
                </c:pt>
              </c:strCache>
            </c:strRef>
          </c:tx>
          <c:spPr>
            <a:solidFill>
              <a:srgbClr val="D98A1C"/>
            </a:solidFill>
            <a:ln w="19050" cap="flat">
              <a:solidFill>
                <a:srgbClr val="D98A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A1C"/>
              </a:solidFill>
              <a:ln w="9525" cap="flat">
                <a:solidFill>
                  <a:srgbClr val="D98A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0.00162</c:v>
                </c:pt>
                <c:pt idx="1">
                  <c:v>0.00538</c:v>
                </c:pt>
                <c:pt idx="2">
                  <c:v>0.00271</c:v>
                </c:pt>
                <c:pt idx="3">
                  <c:v>0.0029</c:v>
                </c:pt>
                <c:pt idx="4">
                  <c:v>0.00561</c:v>
                </c:pt>
                <c:pt idx="5">
                  <c:v>0.00341</c:v>
                </c:pt>
                <c:pt idx="6">
                  <c:v>0.00358</c:v>
                </c:pt>
                <c:pt idx="7">
                  <c:v>0.00369</c:v>
                </c:pt>
                <c:pt idx="8">
                  <c:v>0.00338</c:v>
                </c:pt>
                <c:pt idx="9">
                  <c:v>0.00942</c:v>
                </c:pt>
                <c:pt idx="10">
                  <c:v>0.01988</c:v>
                </c:pt>
                <c:pt idx="11">
                  <c:v>0.0084</c:v>
                </c:pt>
                <c:pt idx="12">
                  <c:v>0.01662</c:v>
                </c:pt>
                <c:pt idx="13">
                  <c:v>0.04162</c:v>
                </c:pt>
                <c:pt idx="14">
                  <c:v>0.01332</c:v>
                </c:pt>
                <c:pt idx="15">
                  <c:v>0.01053</c:v>
                </c:pt>
                <c:pt idx="16">
                  <c:v>0.03894</c:v>
                </c:pt>
                <c:pt idx="17">
                  <c:v>0.04393</c:v>
                </c:pt>
                <c:pt idx="18">
                  <c:v>0.0354</c:v>
                </c:pt>
                <c:pt idx="19">
                  <c:v>0.04287</c:v>
                </c:pt>
                <c:pt idx="20">
                  <c:v>0.06071</c:v>
                </c:pt>
                <c:pt idx="21">
                  <c:v>0.04308</c:v>
                </c:pt>
                <c:pt idx="22">
                  <c:v>0.06856</c:v>
                </c:pt>
                <c:pt idx="23">
                  <c:v>0.18287</c:v>
                </c:pt>
                <c:pt idx="24">
                  <c:v>0.07012</c:v>
                </c:pt>
                <c:pt idx="25">
                  <c:v>0.0586</c:v>
                </c:pt>
                <c:pt idx="26">
                  <c:v>0.10487</c:v>
                </c:pt>
                <c:pt idx="27">
                  <c:v>0.13736</c:v>
                </c:pt>
                <c:pt idx="28">
                  <c:v>0.12511</c:v>
                </c:pt>
                <c:pt idx="29">
                  <c:v>0.10439</c:v>
                </c:pt>
                <c:pt idx="30">
                  <c:v>0.00364</c:v>
                </c:pt>
                <c:pt idx="31">
                  <c:v>0.06351</c:v>
                </c:pt>
                <c:pt idx="32">
                  <c:v>0.07726</c:v>
                </c:pt>
                <c:pt idx="33">
                  <c:v>0.07272</c:v>
                </c:pt>
                <c:pt idx="34">
                  <c:v>0.06282</c:v>
                </c:pt>
                <c:pt idx="35">
                  <c:v>0.0344</c:v>
                </c:pt>
                <c:pt idx="36">
                  <c:v>0.00535</c:v>
                </c:pt>
                <c:pt idx="37">
                  <c:v>0.12106</c:v>
                </c:pt>
                <c:pt idx="38">
                  <c:v>0.17575</c:v>
                </c:pt>
                <c:pt idx="39">
                  <c:v>0.20438</c:v>
                </c:pt>
                <c:pt idx="40">
                  <c:v>0.23748</c:v>
                </c:pt>
                <c:pt idx="41">
                  <c:v>0.23793</c:v>
                </c:pt>
                <c:pt idx="42">
                  <c:v>0.26802</c:v>
                </c:pt>
                <c:pt idx="43">
                  <c:v>0.28608</c:v>
                </c:pt>
                <c:pt idx="44">
                  <c:v>0.32723</c:v>
                </c:pt>
                <c:pt idx="45">
                  <c:v>0.34504</c:v>
                </c:pt>
                <c:pt idx="46">
                  <c:v>0.35041</c:v>
                </c:pt>
                <c:pt idx="47">
                  <c:v>0.35268</c:v>
                </c:pt>
                <c:pt idx="48">
                  <c:v>0.34421</c:v>
                </c:pt>
                <c:pt idx="49">
                  <c:v>0.34771</c:v>
                </c:pt>
                <c:pt idx="50">
                  <c:v>0.32835</c:v>
                </c:pt>
                <c:pt idx="51">
                  <c:v>0.31274</c:v>
                </c:pt>
                <c:pt idx="52">
                  <c:v>0.20138</c:v>
                </c:pt>
                <c:pt idx="53">
                  <c:v>0.08669</c:v>
                </c:pt>
                <c:pt idx="54">
                  <c:v>0.04684</c:v>
                </c:pt>
                <c:pt idx="55">
                  <c:v>0.03644</c:v>
                </c:pt>
                <c:pt idx="56">
                  <c:v>0.05133</c:v>
                </c:pt>
                <c:pt idx="57">
                  <c:v>0.18665</c:v>
                </c:pt>
                <c:pt idx="58">
                  <c:v>0.08206</c:v>
                </c:pt>
                <c:pt idx="59">
                  <c:v>0.0135</c:v>
                </c:pt>
                <c:pt idx="60">
                  <c:v>0.00188</c:v>
                </c:pt>
                <c:pt idx="61">
                  <c:v>0.00296</c:v>
                </c:pt>
                <c:pt idx="62">
                  <c:v>0.00331</c:v>
                </c:pt>
                <c:pt idx="63">
                  <c:v>0.006</c:v>
                </c:pt>
                <c:pt idx="64">
                  <c:v>0.02331</c:v>
                </c:pt>
                <c:pt idx="65">
                  <c:v>0.03115</c:v>
                </c:pt>
                <c:pt idx="66">
                  <c:v>0.02563</c:v>
                </c:pt>
                <c:pt idx="67">
                  <c:v>0.00758</c:v>
                </c:pt>
                <c:pt idx="68">
                  <c:v>0.0752</c:v>
                </c:pt>
                <c:pt idx="69">
                  <c:v>0.06822</c:v>
                </c:pt>
                <c:pt idx="70">
                  <c:v>0.05416</c:v>
                </c:pt>
                <c:pt idx="71">
                  <c:v>0.05332</c:v>
                </c:pt>
                <c:pt idx="72">
                  <c:v>0.02754</c:v>
                </c:pt>
                <c:pt idx="73">
                  <c:v>0.0181</c:v>
                </c:pt>
                <c:pt idx="74">
                  <c:v>0.01571</c:v>
                </c:pt>
                <c:pt idx="75">
                  <c:v>0.01278</c:v>
                </c:pt>
                <c:pt idx="76">
                  <c:v>0.00799</c:v>
                </c:pt>
                <c:pt idx="77">
                  <c:v>0.00408</c:v>
                </c:pt>
                <c:pt idx="78">
                  <c:v>0.00174</c:v>
                </c:pt>
                <c:pt idx="79">
                  <c:v>0.00166</c:v>
                </c:pt>
                <c:pt idx="80">
                  <c:v>0.0052</c:v>
                </c:pt>
                <c:pt idx="81">
                  <c:v>0.01229</c:v>
                </c:pt>
                <c:pt idx="82">
                  <c:v>0.00108</c:v>
                </c:pt>
                <c:pt idx="83">
                  <c:v>0.00058</c:v>
                </c:pt>
                <c:pt idx="84">
                  <c:v>0.00059</c:v>
                </c:pt>
                <c:pt idx="85">
                  <c:v>0.00073</c:v>
                </c:pt>
                <c:pt idx="86">
                  <c:v>0.00223</c:v>
                </c:pt>
                <c:pt idx="87">
                  <c:v>0.00151</c:v>
                </c:pt>
                <c:pt idx="88">
                  <c:v>0.01292</c:v>
                </c:pt>
                <c:pt idx="89">
                  <c:v>0.01842</c:v>
                </c:pt>
                <c:pt idx="90">
                  <c:v>0.02411</c:v>
                </c:pt>
                <c:pt idx="91">
                  <c:v>0.02156</c:v>
                </c:pt>
                <c:pt idx="92">
                  <c:v>0.01874</c:v>
                </c:pt>
                <c:pt idx="93">
                  <c:v>0.0184</c:v>
                </c:pt>
                <c:pt idx="94">
                  <c:v>0.02276</c:v>
                </c:pt>
                <c:pt idx="95">
                  <c:v>0.03911</c:v>
                </c:pt>
                <c:pt idx="96">
                  <c:v>0.02768</c:v>
                </c:pt>
                <c:pt idx="97">
                  <c:v>0.02443</c:v>
                </c:pt>
                <c:pt idx="98">
                  <c:v>0.02258</c:v>
                </c:pt>
                <c:pt idx="99">
                  <c:v>0.01565</c:v>
                </c:pt>
                <c:pt idx="100">
                  <c:v>0.01203</c:v>
                </c:pt>
                <c:pt idx="101">
                  <c:v>0.01093</c:v>
                </c:pt>
                <c:pt idx="102">
                  <c:v>0.01174</c:v>
                </c:pt>
                <c:pt idx="103">
                  <c:v>0.00589</c:v>
                </c:pt>
                <c:pt idx="104">
                  <c:v>0.00061</c:v>
                </c:pt>
                <c:pt idx="105">
                  <c:v>0.00629</c:v>
                </c:pt>
                <c:pt idx="106">
                  <c:v>0.00362</c:v>
                </c:pt>
                <c:pt idx="107">
                  <c:v>0.00685</c:v>
                </c:pt>
                <c:pt idx="108">
                  <c:v>0.00894</c:v>
                </c:pt>
                <c:pt idx="109">
                  <c:v>0.01088</c:v>
                </c:pt>
                <c:pt idx="110">
                  <c:v>0.01483</c:v>
                </c:pt>
                <c:pt idx="111">
                  <c:v>0.02</c:v>
                </c:pt>
                <c:pt idx="112">
                  <c:v>0.02411</c:v>
                </c:pt>
                <c:pt idx="113">
                  <c:v>0.02716</c:v>
                </c:pt>
                <c:pt idx="114">
                  <c:v>0.03113</c:v>
                </c:pt>
                <c:pt idx="115">
                  <c:v>0.03265</c:v>
                </c:pt>
                <c:pt idx="116">
                  <c:v>0.03316</c:v>
                </c:pt>
                <c:pt idx="117">
                  <c:v>0.02927</c:v>
                </c:pt>
                <c:pt idx="118">
                  <c:v>0.02399</c:v>
                </c:pt>
                <c:pt idx="119">
                  <c:v>0.0243</c:v>
                </c:pt>
                <c:pt idx="120">
                  <c:v>0.02223</c:v>
                </c:pt>
                <c:pt idx="121">
                  <c:v>0.01776</c:v>
                </c:pt>
                <c:pt idx="122">
                  <c:v>0.01383</c:v>
                </c:pt>
                <c:pt idx="123">
                  <c:v>0.01299</c:v>
                </c:pt>
                <c:pt idx="124">
                  <c:v>0.01378</c:v>
                </c:pt>
                <c:pt idx="125">
                  <c:v>0.01129</c:v>
                </c:pt>
                <c:pt idx="126">
                  <c:v>0.00881</c:v>
                </c:pt>
                <c:pt idx="127">
                  <c:v>0.00607</c:v>
                </c:pt>
                <c:pt idx="128">
                  <c:v>0.00452</c:v>
                </c:pt>
                <c:pt idx="129">
                  <c:v>0.00325</c:v>
                </c:pt>
                <c:pt idx="130">
                  <c:v>0.00342</c:v>
                </c:pt>
                <c:pt idx="131">
                  <c:v>0.00246</c:v>
                </c:pt>
                <c:pt idx="132">
                  <c:v>0.00178</c:v>
                </c:pt>
                <c:pt idx="133">
                  <c:v>0.00201</c:v>
                </c:pt>
                <c:pt idx="134">
                  <c:v>0.00881</c:v>
                </c:pt>
                <c:pt idx="135">
                  <c:v>0.04823</c:v>
                </c:pt>
                <c:pt idx="136">
                  <c:v>0.00863</c:v>
                </c:pt>
                <c:pt idx="137">
                  <c:v>0.00387</c:v>
                </c:pt>
                <c:pt idx="138">
                  <c:v>0.00582</c:v>
                </c:pt>
                <c:pt idx="139">
                  <c:v>0.0174</c:v>
                </c:pt>
                <c:pt idx="140">
                  <c:v>0.03108</c:v>
                </c:pt>
                <c:pt idx="141">
                  <c:v>0.06156</c:v>
                </c:pt>
                <c:pt idx="142">
                  <c:v>0.69049</c:v>
                </c:pt>
                <c:pt idx="143">
                  <c:v>0.1238</c:v>
                </c:pt>
                <c:pt idx="144">
                  <c:v>0.02757</c:v>
                </c:pt>
                <c:pt idx="145">
                  <c:v>0.01604</c:v>
                </c:pt>
                <c:pt idx="146">
                  <c:v>0.01479</c:v>
                </c:pt>
                <c:pt idx="147">
                  <c:v>0.00938</c:v>
                </c:pt>
                <c:pt idx="148">
                  <c:v>0.01265</c:v>
                </c:pt>
                <c:pt idx="149">
                  <c:v>0.03603</c:v>
                </c:pt>
                <c:pt idx="150">
                  <c:v>0.12446</c:v>
                </c:pt>
                <c:pt idx="151">
                  <c:v>0.21175</c:v>
                </c:pt>
                <c:pt idx="152">
                  <c:v>0.17461</c:v>
                </c:pt>
                <c:pt idx="153">
                  <c:v>0.11381</c:v>
                </c:pt>
                <c:pt idx="154">
                  <c:v>0.27773</c:v>
                </c:pt>
                <c:pt idx="155">
                  <c:v>0.22183</c:v>
                </c:pt>
                <c:pt idx="156">
                  <c:v>0.19313</c:v>
                </c:pt>
                <c:pt idx="157">
                  <c:v>0.18261</c:v>
                </c:pt>
                <c:pt idx="158">
                  <c:v>0.14259</c:v>
                </c:pt>
                <c:pt idx="159">
                  <c:v>0.10276</c:v>
                </c:pt>
                <c:pt idx="160">
                  <c:v>0.07435</c:v>
                </c:pt>
                <c:pt idx="161">
                  <c:v>0.04924</c:v>
                </c:pt>
                <c:pt idx="162">
                  <c:v>0.03329</c:v>
                </c:pt>
                <c:pt idx="163">
                  <c:v>0.02017</c:v>
                </c:pt>
                <c:pt idx="164">
                  <c:v>0.01179</c:v>
                </c:pt>
                <c:pt idx="165">
                  <c:v>0.00897</c:v>
                </c:pt>
                <c:pt idx="166">
                  <c:v>0.0091</c:v>
                </c:pt>
                <c:pt idx="167">
                  <c:v>0.0092</c:v>
                </c:pt>
                <c:pt idx="168">
                  <c:v>0.0087</c:v>
                </c:pt>
                <c:pt idx="169">
                  <c:v>0.00898</c:v>
                </c:pt>
                <c:pt idx="170">
                  <c:v>0.00928</c:v>
                </c:pt>
                <c:pt idx="171">
                  <c:v>0.00901</c:v>
                </c:pt>
                <c:pt idx="172">
                  <c:v>0.00725</c:v>
                </c:pt>
                <c:pt idx="173">
                  <c:v>0.0057</c:v>
                </c:pt>
                <c:pt idx="174">
                  <c:v>0.00608</c:v>
                </c:pt>
                <c:pt idx="175">
                  <c:v>0.00244</c:v>
                </c:pt>
                <c:pt idx="176">
                  <c:v>0.00624</c:v>
                </c:pt>
                <c:pt idx="177">
                  <c:v>0.00693</c:v>
                </c:pt>
                <c:pt idx="178">
                  <c:v>0.0028</c:v>
                </c:pt>
                <c:pt idx="179">
                  <c:v>0.00068</c:v>
                </c:pt>
                <c:pt idx="180">
                  <c:v>0.00131</c:v>
                </c:pt>
                <c:pt idx="181">
                  <c:v>0.01391</c:v>
                </c:pt>
                <c:pt idx="182">
                  <c:v>0.02551</c:v>
                </c:pt>
                <c:pt idx="183">
                  <c:v>0.02646</c:v>
                </c:pt>
                <c:pt idx="184">
                  <c:v>0.02524</c:v>
                </c:pt>
                <c:pt idx="185">
                  <c:v>0.02384</c:v>
                </c:pt>
                <c:pt idx="186">
                  <c:v>0.02214</c:v>
                </c:pt>
                <c:pt idx="187">
                  <c:v>0.02407</c:v>
                </c:pt>
                <c:pt idx="188">
                  <c:v>0.03437</c:v>
                </c:pt>
                <c:pt idx="189">
                  <c:v>0.02933</c:v>
                </c:pt>
                <c:pt idx="190">
                  <c:v>0.02077</c:v>
                </c:pt>
                <c:pt idx="191">
                  <c:v>0.00761</c:v>
                </c:pt>
                <c:pt idx="192">
                  <c:v>0.00375</c:v>
                </c:pt>
                <c:pt idx="193">
                  <c:v>0.03127</c:v>
                </c:pt>
                <c:pt idx="194">
                  <c:v>0.04402</c:v>
                </c:pt>
                <c:pt idx="195">
                  <c:v>0.00583</c:v>
                </c:pt>
                <c:pt idx="196">
                  <c:v>0.00247</c:v>
                </c:pt>
                <c:pt idx="197">
                  <c:v>0.00679</c:v>
                </c:pt>
                <c:pt idx="198">
                  <c:v>0.00894</c:v>
                </c:pt>
                <c:pt idx="199">
                  <c:v>0.00974</c:v>
                </c:pt>
                <c:pt idx="200">
                  <c:v>0.01275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First-derivative spectra (400–1400 nm)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2E7D4F"/>
            </a:solidFill>
            <a:ln w="2540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-0.000449</c:v>
                </c:pt>
                <c:pt idx="1">
                  <c:v>-0.000796</c:v>
                </c:pt>
                <c:pt idx="2">
                  <c:v>-0.00106</c:v>
                </c:pt>
                <c:pt idx="3">
                  <c:v>-0.001295</c:v>
                </c:pt>
                <c:pt idx="4">
                  <c:v>-0.001144</c:v>
                </c:pt>
                <c:pt idx="5">
                  <c:v>-0.000917</c:v>
                </c:pt>
                <c:pt idx="6">
                  <c:v>-0.00101</c:v>
                </c:pt>
                <c:pt idx="7">
                  <c:v>-0.000921</c:v>
                </c:pt>
                <c:pt idx="8">
                  <c:v>-0.000735</c:v>
                </c:pt>
                <c:pt idx="9">
                  <c:v>-0.000337</c:v>
                </c:pt>
                <c:pt idx="10">
                  <c:v>0.000502</c:v>
                </c:pt>
                <c:pt idx="11">
                  <c:v>0.002131</c:v>
                </c:pt>
                <c:pt idx="12">
                  <c:v>0.003931</c:v>
                </c:pt>
                <c:pt idx="13">
                  <c:v>0.002847</c:v>
                </c:pt>
                <c:pt idx="14">
                  <c:v>0.000672</c:v>
                </c:pt>
                <c:pt idx="15">
                  <c:v>-0.000259</c:v>
                </c:pt>
                <c:pt idx="16">
                  <c:v>-0.00205</c:v>
                </c:pt>
                <c:pt idx="17">
                  <c:v>-0.003016</c:v>
                </c:pt>
                <c:pt idx="18">
                  <c:v>-0.002183</c:v>
                </c:pt>
                <c:pt idx="19">
                  <c:v>-0.001112</c:v>
                </c:pt>
                <c:pt idx="20">
                  <c:v>-0.000846</c:v>
                </c:pt>
                <c:pt idx="21">
                  <c:v>-0.001341</c:v>
                </c:pt>
                <c:pt idx="22">
                  <c:v>-0.000884</c:v>
                </c:pt>
                <c:pt idx="23">
                  <c:v>-0.000372</c:v>
                </c:pt>
                <c:pt idx="24">
                  <c:v>-0.000947</c:v>
                </c:pt>
                <c:pt idx="25">
                  <c:v>-0.000934</c:v>
                </c:pt>
                <c:pt idx="26">
                  <c:v>-0.000851</c:v>
                </c:pt>
                <c:pt idx="27">
                  <c:v>-0.0002</c:v>
                </c:pt>
                <c:pt idx="28">
                  <c:v>0.0007</c:v>
                </c:pt>
                <c:pt idx="29">
                  <c:v>0.00415</c:v>
                </c:pt>
                <c:pt idx="30">
                  <c:v>0.010581</c:v>
                </c:pt>
                <c:pt idx="31">
                  <c:v>0.012059</c:v>
                </c:pt>
                <c:pt idx="32">
                  <c:v>0.010618</c:v>
                </c:pt>
                <c:pt idx="33">
                  <c:v>0.007022</c:v>
                </c:pt>
                <c:pt idx="34">
                  <c:v>0.003425</c:v>
                </c:pt>
                <c:pt idx="35">
                  <c:v>0.0012</c:v>
                </c:pt>
                <c:pt idx="36">
                  <c:v>0.000243</c:v>
                </c:pt>
                <c:pt idx="37">
                  <c:v>-0.000056</c:v>
                </c:pt>
                <c:pt idx="38">
                  <c:v>-0.000077</c:v>
                </c:pt>
                <c:pt idx="39">
                  <c:v>-0.000049</c:v>
                </c:pt>
                <c:pt idx="40">
                  <c:v>-0.000037</c:v>
                </c:pt>
                <c:pt idx="41">
                  <c:v>-0.000045</c:v>
                </c:pt>
                <c:pt idx="42">
                  <c:v>-0.000058</c:v>
                </c:pt>
                <c:pt idx="43">
                  <c:v>-0.000093</c:v>
                </c:pt>
                <c:pt idx="44">
                  <c:v>-0.000041</c:v>
                </c:pt>
                <c:pt idx="45">
                  <c:v>-0.00003</c:v>
                </c:pt>
                <c:pt idx="46">
                  <c:v>-0.000028</c:v>
                </c:pt>
                <c:pt idx="47">
                  <c:v>-0.00004</c:v>
                </c:pt>
                <c:pt idx="48">
                  <c:v>-0.000046</c:v>
                </c:pt>
                <c:pt idx="49">
                  <c:v>-0.000045</c:v>
                </c:pt>
                <c:pt idx="50">
                  <c:v>-0.000033</c:v>
                </c:pt>
                <c:pt idx="51">
                  <c:v>-0.000042</c:v>
                </c:pt>
                <c:pt idx="52">
                  <c:v>-0.000151</c:v>
                </c:pt>
                <c:pt idx="53">
                  <c:v>-0.000374</c:v>
                </c:pt>
                <c:pt idx="54">
                  <c:v>-0.000625</c:v>
                </c:pt>
                <c:pt idx="55">
                  <c:v>-0.000957</c:v>
                </c:pt>
                <c:pt idx="56">
                  <c:v>-0.000655</c:v>
                </c:pt>
                <c:pt idx="57">
                  <c:v>-0.000101</c:v>
                </c:pt>
                <c:pt idx="58">
                  <c:v>0.000155</c:v>
                </c:pt>
                <c:pt idx="59">
                  <c:v>0.000326</c:v>
                </c:pt>
                <c:pt idx="60">
                  <c:v>0.000401</c:v>
                </c:pt>
                <c:pt idx="61">
                  <c:v>0.000424</c:v>
                </c:pt>
                <c:pt idx="62">
                  <c:v>0.000403</c:v>
                </c:pt>
                <c:pt idx="63">
                  <c:v>0.000309</c:v>
                </c:pt>
                <c:pt idx="64">
                  <c:v>0.000198</c:v>
                </c:pt>
                <c:pt idx="65">
                  <c:v>0.000114</c:v>
                </c:pt>
                <c:pt idx="66">
                  <c:v>0.000054</c:v>
                </c:pt>
                <c:pt idx="67">
                  <c:v>-0.000009</c:v>
                </c:pt>
                <c:pt idx="68">
                  <c:v>-0.000084</c:v>
                </c:pt>
                <c:pt idx="69">
                  <c:v>-0.000153</c:v>
                </c:pt>
                <c:pt idx="70">
                  <c:v>-0.000205</c:v>
                </c:pt>
                <c:pt idx="71">
                  <c:v>-0.000277</c:v>
                </c:pt>
                <c:pt idx="72">
                  <c:v>-0.000549</c:v>
                </c:pt>
                <c:pt idx="73">
                  <c:v>-0.0014</c:v>
                </c:pt>
                <c:pt idx="74">
                  <c:v>-0.002175</c:v>
                </c:pt>
                <c:pt idx="75">
                  <c:v>-0.001554</c:v>
                </c:pt>
                <c:pt idx="76">
                  <c:v>-0.000485</c:v>
                </c:pt>
                <c:pt idx="77">
                  <c:v>-0.000048</c:v>
                </c:pt>
                <c:pt idx="78">
                  <c:v>0.000058</c:v>
                </c:pt>
                <c:pt idx="79">
                  <c:v>0.000131</c:v>
                </c:pt>
                <c:pt idx="80">
                  <c:v>0.000303</c:v>
                </c:pt>
                <c:pt idx="81">
                  <c:v>0.000203</c:v>
                </c:pt>
                <c:pt idx="82">
                  <c:v>-0.000059</c:v>
                </c:pt>
                <c:pt idx="83">
                  <c:v>0.000008</c:v>
                </c:pt>
                <c:pt idx="84">
                  <c:v>0.000126</c:v>
                </c:pt>
                <c:pt idx="85">
                  <c:v>0.00011</c:v>
                </c:pt>
                <c:pt idx="86">
                  <c:v>-0.00002</c:v>
                </c:pt>
                <c:pt idx="87">
                  <c:v>-0.000197</c:v>
                </c:pt>
                <c:pt idx="88">
                  <c:v>-0.000386</c:v>
                </c:pt>
                <c:pt idx="89">
                  <c:v>-0.000646</c:v>
                </c:pt>
                <c:pt idx="90">
                  <c:v>-0.000988</c:v>
                </c:pt>
                <c:pt idx="91">
                  <c:v>-0.001413</c:v>
                </c:pt>
                <c:pt idx="92">
                  <c:v>-0.00188</c:v>
                </c:pt>
                <c:pt idx="93">
                  <c:v>-0.002155</c:v>
                </c:pt>
                <c:pt idx="94">
                  <c:v>-0.002078</c:v>
                </c:pt>
                <c:pt idx="95">
                  <c:v>-0.001867</c:v>
                </c:pt>
                <c:pt idx="96">
                  <c:v>-0.002175</c:v>
                </c:pt>
                <c:pt idx="97">
                  <c:v>-0.003814</c:v>
                </c:pt>
                <c:pt idx="98">
                  <c:v>-0.006551</c:v>
                </c:pt>
                <c:pt idx="99">
                  <c:v>-0.00745</c:v>
                </c:pt>
                <c:pt idx="100">
                  <c:v>-0.005167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Diseased</c:v>
                </c:pt>
              </c:strCache>
            </c:strRef>
          </c:tx>
          <c:spPr>
            <a:solidFill>
              <a:srgbClr val="D98A1C"/>
            </a:solidFill>
            <a:ln w="25400" cap="flat">
              <a:solidFill>
                <a:srgbClr val="D98A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A1C"/>
              </a:solidFill>
              <a:ln w="9525" cap="flat">
                <a:solidFill>
                  <a:srgbClr val="D98A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</c:lvl>
              </c:multiLvlStrCache>
            </c:multiLvlStrRef>
          </c:cat>
          <c:val>
            <c:numRef>
              <c:f>Sheet1!$C$2:$C$102</c:f>
              <c:numCache>
                <c:formatCode>General</c:formatCode>
                <c:ptCount val="101"/>
                <c:pt idx="0">
                  <c:v>-0.000519</c:v>
                </c:pt>
                <c:pt idx="1">
                  <c:v>-0.000683</c:v>
                </c:pt>
                <c:pt idx="2">
                  <c:v>-0.000982</c:v>
                </c:pt>
                <c:pt idx="3">
                  <c:v>-0.001206</c:v>
                </c:pt>
                <c:pt idx="4">
                  <c:v>-0.001026</c:v>
                </c:pt>
                <c:pt idx="5">
                  <c:v>-0.000837</c:v>
                </c:pt>
                <c:pt idx="6">
                  <c:v>-0.000947</c:v>
                </c:pt>
                <c:pt idx="7">
                  <c:v>-0.000864</c:v>
                </c:pt>
                <c:pt idx="8">
                  <c:v>-0.000683</c:v>
                </c:pt>
                <c:pt idx="9">
                  <c:v>-0.000252</c:v>
                </c:pt>
                <c:pt idx="10">
                  <c:v>0.000618</c:v>
                </c:pt>
                <c:pt idx="11">
                  <c:v>0.002171</c:v>
                </c:pt>
                <c:pt idx="12">
                  <c:v>0.003711</c:v>
                </c:pt>
                <c:pt idx="13">
                  <c:v>0.002604</c:v>
                </c:pt>
                <c:pt idx="14">
                  <c:v>0.000647</c:v>
                </c:pt>
                <c:pt idx="15">
                  <c:v>-0.000198</c:v>
                </c:pt>
                <c:pt idx="16">
                  <c:v>-0.001778</c:v>
                </c:pt>
                <c:pt idx="17">
                  <c:v>-0.002664</c:v>
                </c:pt>
                <c:pt idx="18">
                  <c:v>-0.001974</c:v>
                </c:pt>
                <c:pt idx="19">
                  <c:v>-0.001019</c:v>
                </c:pt>
                <c:pt idx="20">
                  <c:v>-0.000774</c:v>
                </c:pt>
                <c:pt idx="21">
                  <c:v>-0.001238</c:v>
                </c:pt>
                <c:pt idx="22">
                  <c:v>-0.000812</c:v>
                </c:pt>
                <c:pt idx="23">
                  <c:v>-0.000339</c:v>
                </c:pt>
                <c:pt idx="24">
                  <c:v>-0.001054</c:v>
                </c:pt>
                <c:pt idx="25">
                  <c:v>-0.001026</c:v>
                </c:pt>
                <c:pt idx="26">
                  <c:v>-0.000998</c:v>
                </c:pt>
                <c:pt idx="27">
                  <c:v>-0.00031</c:v>
                </c:pt>
                <c:pt idx="28">
                  <c:v>0.000869</c:v>
                </c:pt>
                <c:pt idx="29">
                  <c:v>0.004868</c:v>
                </c:pt>
                <c:pt idx="30">
                  <c:v>0.010547</c:v>
                </c:pt>
                <c:pt idx="31">
                  <c:v>0.01105</c:v>
                </c:pt>
                <c:pt idx="32">
                  <c:v>0.009303</c:v>
                </c:pt>
                <c:pt idx="33">
                  <c:v>0.00602</c:v>
                </c:pt>
                <c:pt idx="34">
                  <c:v>0.002938</c:v>
                </c:pt>
                <c:pt idx="35">
                  <c:v>0.001064</c:v>
                </c:pt>
                <c:pt idx="36">
                  <c:v>0.000263</c:v>
                </c:pt>
                <c:pt idx="37">
                  <c:v>0.00002</c:v>
                </c:pt>
                <c:pt idx="38">
                  <c:v>0.000006</c:v>
                </c:pt>
                <c:pt idx="39">
                  <c:v>0.000031</c:v>
                </c:pt>
                <c:pt idx="40">
                  <c:v>0.000043</c:v>
                </c:pt>
                <c:pt idx="41">
                  <c:v>0.000028</c:v>
                </c:pt>
                <c:pt idx="42">
                  <c:v>0.000013</c:v>
                </c:pt>
                <c:pt idx="43">
                  <c:v>-0.000023</c:v>
                </c:pt>
                <c:pt idx="44">
                  <c:v>0.000022</c:v>
                </c:pt>
                <c:pt idx="45">
                  <c:v>0.000028</c:v>
                </c:pt>
                <c:pt idx="46">
                  <c:v>0.000025</c:v>
                </c:pt>
                <c:pt idx="47">
                  <c:v>0.00001</c:v>
                </c:pt>
                <c:pt idx="48">
                  <c:v>0.000003</c:v>
                </c:pt>
                <c:pt idx="49">
                  <c:v>0.000004</c:v>
                </c:pt>
                <c:pt idx="50">
                  <c:v>0.000016</c:v>
                </c:pt>
                <c:pt idx="51">
                  <c:v>0.000008</c:v>
                </c:pt>
                <c:pt idx="52">
                  <c:v>-0.000097</c:v>
                </c:pt>
                <c:pt idx="53">
                  <c:v>-0.000305</c:v>
                </c:pt>
                <c:pt idx="54">
                  <c:v>-0.000542</c:v>
                </c:pt>
                <c:pt idx="55">
                  <c:v>-0.000849</c:v>
                </c:pt>
                <c:pt idx="56">
                  <c:v>-0.000569</c:v>
                </c:pt>
                <c:pt idx="57">
                  <c:v>-0.000056</c:v>
                </c:pt>
                <c:pt idx="58">
                  <c:v>0.000188</c:v>
                </c:pt>
                <c:pt idx="59">
                  <c:v>0.00035</c:v>
                </c:pt>
                <c:pt idx="60">
                  <c:v>0.000412</c:v>
                </c:pt>
                <c:pt idx="61">
                  <c:v>0.00041</c:v>
                </c:pt>
                <c:pt idx="62">
                  <c:v>0.000389</c:v>
                </c:pt>
                <c:pt idx="63">
                  <c:v>0.000293</c:v>
                </c:pt>
                <c:pt idx="64">
                  <c:v>0.000174</c:v>
                </c:pt>
                <c:pt idx="65">
                  <c:v>0.000094</c:v>
                </c:pt>
                <c:pt idx="66">
                  <c:v>0.000042</c:v>
                </c:pt>
                <c:pt idx="67">
                  <c:v>-0.000005</c:v>
                </c:pt>
                <c:pt idx="68">
                  <c:v>-0.000069</c:v>
                </c:pt>
                <c:pt idx="69">
                  <c:v>-0.000131</c:v>
                </c:pt>
                <c:pt idx="70">
                  <c:v>-0.000179</c:v>
                </c:pt>
                <c:pt idx="71">
                  <c:v>-0.000244</c:v>
                </c:pt>
                <c:pt idx="72">
                  <c:v>-0.000501</c:v>
                </c:pt>
                <c:pt idx="73">
                  <c:v>-0.001298</c:v>
                </c:pt>
                <c:pt idx="74">
                  <c:v>-0.002032</c:v>
                </c:pt>
                <c:pt idx="75">
                  <c:v>-0.001465</c:v>
                </c:pt>
                <c:pt idx="76">
                  <c:v>-0.000462</c:v>
                </c:pt>
                <c:pt idx="77">
                  <c:v>-0.00005</c:v>
                </c:pt>
                <c:pt idx="78">
                  <c:v>0.000057</c:v>
                </c:pt>
                <c:pt idx="79">
                  <c:v>0.000129</c:v>
                </c:pt>
                <c:pt idx="80">
                  <c:v>0.000283</c:v>
                </c:pt>
                <c:pt idx="81">
                  <c:v>0.000194</c:v>
                </c:pt>
                <c:pt idx="82">
                  <c:v>-0.000049</c:v>
                </c:pt>
                <c:pt idx="83">
                  <c:v>0.000011</c:v>
                </c:pt>
                <c:pt idx="84">
                  <c:v>0.000124</c:v>
                </c:pt>
                <c:pt idx="85">
                  <c:v>0.000109</c:v>
                </c:pt>
                <c:pt idx="86">
                  <c:v>-0.000021</c:v>
                </c:pt>
                <c:pt idx="87">
                  <c:v>-0.000193</c:v>
                </c:pt>
                <c:pt idx="88">
                  <c:v>-0.000365</c:v>
                </c:pt>
                <c:pt idx="89">
                  <c:v>-0.000604</c:v>
                </c:pt>
                <c:pt idx="90">
                  <c:v>-0.000915</c:v>
                </c:pt>
                <c:pt idx="91">
                  <c:v>-0.001316</c:v>
                </c:pt>
                <c:pt idx="92">
                  <c:v>-0.001764</c:v>
                </c:pt>
                <c:pt idx="93">
                  <c:v>-0.00203</c:v>
                </c:pt>
                <c:pt idx="94">
                  <c:v>-0.001958</c:v>
                </c:pt>
                <c:pt idx="95">
                  <c:v>-0.001757</c:v>
                </c:pt>
                <c:pt idx="96">
                  <c:v>-0.002054</c:v>
                </c:pt>
                <c:pt idx="97">
                  <c:v>-0.003621</c:v>
                </c:pt>
                <c:pt idx="98">
                  <c:v>-0.00626</c:v>
                </c:pt>
                <c:pt idx="99">
                  <c:v>-0.0072</c:v>
                </c:pt>
                <c:pt idx="100">
                  <c:v>-0.00508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PERMANOVA: spectral variance explained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(%)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Disease</c:v>
                  </c:pt>
                  <c:pt idx="1">
                    <c:v>Date</c:v>
                  </c:pt>
                  <c:pt idx="2">
                    <c:v>Variety</c:v>
                  </c:pt>
                  <c:pt idx="3">
                    <c:v>Stage</c:v>
                  </c:pt>
                  <c:pt idx="4">
                    <c:v>Disease:Date</c:v>
                  </c:pt>
                  <c:pt idx="5">
                    <c:v>Disease:Variety</c:v>
                  </c:pt>
                  <c:pt idx="6">
                    <c:v>Residual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1.12</c:v>
                </c:pt>
                <c:pt idx="1">
                  <c:v>31.16</c:v>
                </c:pt>
                <c:pt idx="2">
                  <c:v>0.32</c:v>
                </c:pt>
                <c:pt idx="3">
                  <c:v>0.71</c:v>
                </c:pt>
                <c:pt idx="4">
                  <c:v>1.61</c:v>
                </c:pt>
                <c:pt idx="5">
                  <c:v>0.4</c:v>
                </c:pt>
                <c:pt idx="6">
                  <c:v>13.01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Top-15 of 46 published indices (AUC)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5B666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PSSRb</c:v>
                  </c:pt>
                  <c:pt idx="1">
                    <c:v>WI</c:v>
                  </c:pt>
                  <c:pt idx="2">
                    <c:v>HI</c:v>
                  </c:pt>
                  <c:pt idx="3">
                    <c:v>RVSI</c:v>
                  </c:pt>
                  <c:pt idx="4">
                    <c:v>ARI2</c:v>
                  </c:pt>
                  <c:pt idx="5">
                    <c:v>NDVI</c:v>
                  </c:pt>
                  <c:pt idx="6">
                    <c:v>SR</c:v>
                  </c:pt>
                  <c:pt idx="7">
                    <c:v>PSSRa</c:v>
                  </c:pt>
                  <c:pt idx="8">
                    <c:v>ARI1</c:v>
                  </c:pt>
                  <c:pt idx="9">
                    <c:v>Vog1</c:v>
                  </c:pt>
                  <c:pt idx="10">
                    <c:v>NDWI</c:v>
                  </c:pt>
                  <c:pt idx="11">
                    <c:v>OSAVI</c:v>
                  </c:pt>
                  <c:pt idx="12">
                    <c:v>MTCI</c:v>
                  </c:pt>
                  <c:pt idx="13">
                    <c:v>Vog2</c:v>
                  </c:pt>
                  <c:pt idx="14">
                    <c:v>REP_FD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0.668</c:v>
                </c:pt>
                <c:pt idx="1">
                  <c:v>0.666</c:v>
                </c:pt>
                <c:pt idx="2">
                  <c:v>0.664</c:v>
                </c:pt>
                <c:pt idx="3">
                  <c:v>0.662</c:v>
                </c:pt>
                <c:pt idx="4">
                  <c:v>0.659</c:v>
                </c:pt>
                <c:pt idx="5">
                  <c:v>0.659</c:v>
                </c:pt>
                <c:pt idx="6">
                  <c:v>0.659</c:v>
                </c:pt>
                <c:pt idx="7">
                  <c:v>0.656</c:v>
                </c:pt>
                <c:pt idx="8">
                  <c:v>0.654</c:v>
                </c:pt>
                <c:pt idx="9">
                  <c:v>0.653</c:v>
                </c:pt>
                <c:pt idx="10">
                  <c:v>0.651</c:v>
                </c:pt>
                <c:pt idx="11">
                  <c:v>0.65</c:v>
                </c:pt>
                <c:pt idx="12">
                  <c:v>0.641</c:v>
                </c:pt>
                <c:pt idx="13">
                  <c:v>0.639</c:v>
                </c:pt>
                <c:pt idx="14">
                  <c:v>0.639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Balanced accuracy (%) by preprocessing and classifier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LDA</c:v>
                </c:pt>
              </c:strCache>
            </c:strRef>
          </c:tx>
          <c:spPr>
            <a:solidFill>
              <a:srgbClr val="9CC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Reflectance</c:v>
                  </c:pt>
                  <c:pt idx="1">
                    <c:v>SNV</c:v>
                  </c:pt>
                  <c:pt idx="2">
                    <c:v>MSC</c:v>
                  </c:pt>
                  <c:pt idx="3">
                    <c:v>1st deriv.</c:v>
                  </c:pt>
                  <c:pt idx="4">
                    <c:v>Date norm.</c:v>
                  </c:pt>
                  <c:pt idx="5">
                    <c:v>Date norm.+SNV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82.7</c:v>
                </c:pt>
                <c:pt idx="1">
                  <c:v>85.9</c:v>
                </c:pt>
                <c:pt idx="2">
                  <c:v>85.7</c:v>
                </c:pt>
                <c:pt idx="3">
                  <c:v>94.1</c:v>
                </c:pt>
                <c:pt idx="4">
                  <c:v>84.2</c:v>
                </c:pt>
                <c:pt idx="5">
                  <c:v>86.7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PLS-DA</c:v>
                </c:pt>
              </c:strCache>
            </c:strRef>
          </c:tx>
          <c:spPr>
            <a:solidFill>
              <a:srgbClr val="5B66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Reflectance</c:v>
                  </c:pt>
                  <c:pt idx="1">
                    <c:v>SNV</c:v>
                  </c:pt>
                  <c:pt idx="2">
                    <c:v>MSC</c:v>
                  </c:pt>
                  <c:pt idx="3">
                    <c:v>1st deriv.</c:v>
                  </c:pt>
                  <c:pt idx="4">
                    <c:v>Date norm.</c:v>
                  </c:pt>
                  <c:pt idx="5">
                    <c:v>Date norm.+SNV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85.4</c:v>
                </c:pt>
                <c:pt idx="1">
                  <c:v>85.2</c:v>
                </c:pt>
                <c:pt idx="2">
                  <c:v>85.7</c:v>
                </c:pt>
                <c:pt idx="3">
                  <c:v>92.1</c:v>
                </c:pt>
                <c:pt idx="4">
                  <c:v>86.7</c:v>
                </c:pt>
                <c:pt idx="5">
                  <c:v>86.4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Reflectance</c:v>
                  </c:pt>
                  <c:pt idx="1">
                    <c:v>SNV</c:v>
                  </c:pt>
                  <c:pt idx="2">
                    <c:v>MSC</c:v>
                  </c:pt>
                  <c:pt idx="3">
                    <c:v>1st deriv.</c:v>
                  </c:pt>
                  <c:pt idx="4">
                    <c:v>Date norm.</c:v>
                  </c:pt>
                  <c:pt idx="5">
                    <c:v>Date norm.+SNV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89.9</c:v>
                </c:pt>
                <c:pt idx="1">
                  <c:v>92.1</c:v>
                </c:pt>
                <c:pt idx="2">
                  <c:v>92.2</c:v>
                </c:pt>
                <c:pt idx="3">
                  <c:v>94.6</c:v>
                </c:pt>
                <c:pt idx="4">
                  <c:v>91.3</c:v>
                </c:pt>
                <c:pt idx="5">
                  <c:v>93.8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D98A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Reflectance</c:v>
                  </c:pt>
                  <c:pt idx="1">
                    <c:v>SNV</c:v>
                  </c:pt>
                  <c:pt idx="2">
                    <c:v>MSC</c:v>
                  </c:pt>
                  <c:pt idx="3">
                    <c:v>1st deriv.</c:v>
                  </c:pt>
                  <c:pt idx="4">
                    <c:v>Date norm.</c:v>
                  </c:pt>
                  <c:pt idx="5">
                    <c:v>Date norm.+SNV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85.9</c:v>
                </c:pt>
                <c:pt idx="1">
                  <c:v>88.2</c:v>
                </c:pt>
                <c:pt idx="2">
                  <c:v>88</c:v>
                </c:pt>
                <c:pt idx="3">
                  <c:v>94</c:v>
                </c:pt>
                <c:pt idx="4">
                  <c:v>83.4</c:v>
                </c:pt>
                <c:pt idx="5">
                  <c:v>87.3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Best classifier in each feature scenario (BA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S1 LR</c:v>
                  </c:pt>
                  <c:pt idx="1">
                    <c:v>S2 SVM</c:v>
                  </c:pt>
                  <c:pt idx="2">
                    <c:v>S3 ELM</c:v>
                  </c:pt>
                  <c:pt idx="3">
                    <c:v>S4 ELM</c:v>
                  </c:pt>
                  <c:pt idx="4">
                    <c:v>S5 ELM</c:v>
                  </c:pt>
                  <c:pt idx="5">
                    <c:v>S6 LS-SVM</c:v>
                  </c:pt>
                  <c:pt idx="6">
                    <c:v>S7 LS-SVM</c:v>
                  </c:pt>
                  <c:pt idx="7">
                    <c:v>S8 LS-SVM</c:v>
                  </c:pt>
                  <c:pt idx="8">
                    <c:v>S9 LS-SVM</c:v>
                  </c:pt>
                  <c:pt idx="9">
                    <c:v>S10 LS-SVM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91.9</c:v>
                </c:pt>
                <c:pt idx="1">
                  <c:v>66.6</c:v>
                </c:pt>
                <c:pt idx="2">
                  <c:v>66.8</c:v>
                </c:pt>
                <c:pt idx="3">
                  <c:v>82.4</c:v>
                </c:pt>
                <c:pt idx="4">
                  <c:v>83.2</c:v>
                </c:pt>
                <c:pt idx="5">
                  <c:v>78.4</c:v>
                </c:pt>
                <c:pt idx="6">
                  <c:v>87.7</c:v>
                </c:pt>
                <c:pt idx="7">
                  <c:v>88.7</c:v>
                </c:pt>
                <c:pt idx="8">
                  <c:v>83.3</c:v>
                </c:pt>
                <c:pt idx="9">
                  <c:v>86.5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Balanced accuracy (%) with 10 selected features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QDA</c:v>
                </c:pt>
              </c:strCache>
            </c:strRef>
          </c:tx>
          <c:spPr>
            <a:solidFill>
              <a:srgbClr val="9CC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SVM-RFE</c:v>
                  </c:pt>
                  <c:pt idx="1">
                    <c:v>LASSO</c:v>
                  </c:pt>
                  <c:pt idx="2">
                    <c:v>CARS</c:v>
                  </c:pt>
                  <c:pt idx="3">
                    <c:v>ReliefF</c:v>
                  </c:pt>
                  <c:pt idx="4">
                    <c:v>SFFS (QDA)</c:v>
                  </c:pt>
                  <c:pt idx="5">
                    <c:v>Borda</c:v>
                  </c:pt>
                  <c:pt idx="6">
                    <c:v>Robust S8</c:v>
                  </c:pt>
                  <c:pt idx="7">
                    <c:v>OFC-SVM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88.8</c:v>
                </c:pt>
                <c:pt idx="1">
                  <c:v>86</c:v>
                </c:pt>
                <c:pt idx="2">
                  <c:v>88.9</c:v>
                </c:pt>
                <c:pt idx="3">
                  <c:v>87.3</c:v>
                </c:pt>
                <c:pt idx="4">
                  <c:v>89.8</c:v>
                </c:pt>
                <c:pt idx="5">
                  <c:v>89.3</c:v>
                </c:pt>
                <c:pt idx="6">
                  <c:v>85.3</c:v>
                </c:pt>
                <c:pt idx="7">
                  <c:v>84.5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SVM-RFE</c:v>
                  </c:pt>
                  <c:pt idx="1">
                    <c:v>LASSO</c:v>
                  </c:pt>
                  <c:pt idx="2">
                    <c:v>CARS</c:v>
                  </c:pt>
                  <c:pt idx="3">
                    <c:v>ReliefF</c:v>
                  </c:pt>
                  <c:pt idx="4">
                    <c:v>SFFS (QDA)</c:v>
                  </c:pt>
                  <c:pt idx="5">
                    <c:v>Borda</c:v>
                  </c:pt>
                  <c:pt idx="6">
                    <c:v>Robust S8</c:v>
                  </c:pt>
                  <c:pt idx="7">
                    <c:v>OFC-SVM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91.3</c:v>
                </c:pt>
                <c:pt idx="1">
                  <c:v>89</c:v>
                </c:pt>
                <c:pt idx="2">
                  <c:v>91.3</c:v>
                </c:pt>
                <c:pt idx="3">
                  <c:v>92.3</c:v>
                </c:pt>
                <c:pt idx="4">
                  <c:v>90.6</c:v>
                </c:pt>
                <c:pt idx="5">
                  <c:v>91.8</c:v>
                </c:pt>
                <c:pt idx="6">
                  <c:v>89.9</c:v>
                </c:pt>
                <c:pt idx="7">
                  <c:v>91.1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D98A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SVM-RFE</c:v>
                  </c:pt>
                  <c:pt idx="1">
                    <c:v>LASSO</c:v>
                  </c:pt>
                  <c:pt idx="2">
                    <c:v>CARS</c:v>
                  </c:pt>
                  <c:pt idx="3">
                    <c:v>ReliefF</c:v>
                  </c:pt>
                  <c:pt idx="4">
                    <c:v>SFFS (QDA)</c:v>
                  </c:pt>
                  <c:pt idx="5">
                    <c:v>Borda</c:v>
                  </c:pt>
                  <c:pt idx="6">
                    <c:v>Robust S8</c:v>
                  </c:pt>
                  <c:pt idx="7">
                    <c:v>OFC-SVM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82</c:v>
                </c:pt>
                <c:pt idx="1">
                  <c:v>83.9</c:v>
                </c:pt>
                <c:pt idx="2">
                  <c:v>82.7</c:v>
                </c:pt>
                <c:pt idx="3">
                  <c:v>89</c:v>
                </c:pt>
                <c:pt idx="4">
                  <c:v>84.9</c:v>
                </c:pt>
                <c:pt idx="5">
                  <c:v>85.7</c:v>
                </c:pt>
                <c:pt idx="6">
                  <c:v>82.1</c:v>
                </c:pt>
                <c:pt idx="7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5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Balanced accuracy (%) by feature set and classifier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LDA</c:v>
                </c:pt>
              </c:strCache>
            </c:strRef>
          </c:tx>
          <c:spPr>
            <a:solidFill>
              <a:srgbClr val="9CC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OFC-LDA</c:v>
                  </c:pt>
                  <c:pt idx="1">
                    <c:v>OFC-kNN</c:v>
                  </c:pt>
                  <c:pt idx="2">
                    <c:v>OFC-SVM</c:v>
                  </c:pt>
                  <c:pt idx="3">
                    <c:v>All DSFs</c:v>
                  </c:pt>
                  <c:pt idx="4">
                    <c:v>Full spectrum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82.8</c:v>
                </c:pt>
                <c:pt idx="1">
                  <c:v>82.1</c:v>
                </c:pt>
                <c:pt idx="2">
                  <c:v>82.2</c:v>
                </c:pt>
                <c:pt idx="3">
                  <c:v>83.3</c:v>
                </c:pt>
                <c:pt idx="4">
                  <c:v>85.8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5B66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OFC-LDA</c:v>
                  </c:pt>
                  <c:pt idx="1">
                    <c:v>OFC-kNN</c:v>
                  </c:pt>
                  <c:pt idx="2">
                    <c:v>OFC-SVM</c:v>
                  </c:pt>
                  <c:pt idx="3">
                    <c:v>All DSFs</c:v>
                  </c:pt>
                  <c:pt idx="4">
                    <c:v>Full spectrum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85.8</c:v>
                </c:pt>
                <c:pt idx="1">
                  <c:v>88.5</c:v>
                </c:pt>
                <c:pt idx="2">
                  <c:v>88.6</c:v>
                </c:pt>
                <c:pt idx="3">
                  <c:v>89.2</c:v>
                </c:pt>
                <c:pt idx="4">
                  <c:v>70.7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OFC-LDA</c:v>
                  </c:pt>
                  <c:pt idx="1">
                    <c:v>OFC-kNN</c:v>
                  </c:pt>
                  <c:pt idx="2">
                    <c:v>OFC-SVM</c:v>
                  </c:pt>
                  <c:pt idx="3">
                    <c:v>All DSFs</c:v>
                  </c:pt>
                  <c:pt idx="4">
                    <c:v>Full spectrum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86.9</c:v>
                </c:pt>
                <c:pt idx="1">
                  <c:v>90</c:v>
                </c:pt>
                <c:pt idx="2">
                  <c:v>90.4</c:v>
                </c:pt>
                <c:pt idx="3">
                  <c:v>91.3</c:v>
                </c:pt>
                <c:pt idx="4">
                  <c:v>87.8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65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VIF of each final feature (limit 10)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VIF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FD1810</c:v>
                  </c:pt>
                  <c:pt idx="1">
                    <c:v>WF1800_s1</c:v>
                  </c:pt>
                  <c:pt idx="2">
                    <c:v>WF1810_s4</c:v>
                  </c:pt>
                  <c:pt idx="3">
                    <c:v>WF2040_s3</c:v>
                  </c:pt>
                  <c:pt idx="4">
                    <c:v>FD850</c:v>
                  </c:pt>
                  <c:pt idx="5">
                    <c:v>CR1800-2100 pos</c:v>
                  </c:pt>
                  <c:pt idx="6">
                    <c:v>WF710_s2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2.7</c:v>
                </c:pt>
                <c:pt idx="1">
                  <c:v>2.43</c:v>
                </c:pt>
                <c:pt idx="2">
                  <c:v>3.23</c:v>
                </c:pt>
                <c:pt idx="3">
                  <c:v>3.13</c:v>
                </c:pt>
                <c:pt idx="4">
                  <c:v>1.62</c:v>
                </c:pt>
                <c:pt idx="5">
                  <c:v>2.22</c:v>
                </c:pt>
                <c:pt idx="6">
                  <c:v>1.35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SVM balanced accuracy (%) with and without near-join features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features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SVM-RFE</c:v>
                  </c:pt>
                  <c:pt idx="1">
                    <c:v>SFFS (QDA)</c:v>
                  </c:pt>
                  <c:pt idx="2">
                    <c:v>Robust S8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91.3</c:v>
                </c:pt>
                <c:pt idx="1">
                  <c:v>90.6</c:v>
                </c:pt>
                <c:pt idx="2">
                  <c:v>89.9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Join bands excluded</c:v>
                </c:pt>
              </c:strCache>
            </c:strRef>
          </c:tx>
          <c:spPr>
            <a:solidFill>
              <a:srgbClr val="D98A1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SVM-RFE</c:v>
                  </c:pt>
                  <c:pt idx="1">
                    <c:v>SFFS (QDA)</c:v>
                  </c:pt>
                  <c:pt idx="2">
                    <c:v>Robust S8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88.9</c:v>
                </c:pt>
                <c:pt idx="1">
                  <c:v>86.6</c:v>
                </c:pt>
                <c:pt idx="2">
                  <c:v>82.5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5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Balanced accuracy (%) by sub-group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overall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  <c:pt idx="4">
                    <c:v>V1</c:v>
                  </c:pt>
                  <c:pt idx="5">
                    <c:v>V2</c:v>
                  </c:pt>
                  <c:pt idx="6">
                    <c:v>V3</c:v>
                  </c:pt>
                  <c:pt idx="7">
                    <c:v>Vegetative</c:v>
                  </c:pt>
                  <c:pt idx="8">
                    <c:v>Flowering</c:v>
                  </c:pt>
                  <c:pt idx="9">
                    <c:v>Pod formation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88.7</c:v>
                </c:pt>
                <c:pt idx="1">
                  <c:v>96.6</c:v>
                </c:pt>
                <c:pt idx="2">
                  <c:v>95.3</c:v>
                </c:pt>
                <c:pt idx="3">
                  <c:v>86.9</c:v>
                </c:pt>
                <c:pt idx="4">
                  <c:v>93.8</c:v>
                </c:pt>
                <c:pt idx="5">
                  <c:v>89.5</c:v>
                </c:pt>
                <c:pt idx="6">
                  <c:v>92.4</c:v>
                </c:pt>
                <c:pt idx="7">
                  <c:v>89.9</c:v>
                </c:pt>
                <c:pt idx="8">
                  <c:v>94.7</c:v>
                </c:pt>
                <c:pt idx="9">
                  <c:v>87.9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compact</c:v>
                </c:pt>
              </c:strCache>
            </c:strRef>
          </c:tx>
          <c:spPr>
            <a:solidFill>
              <a:srgbClr val="D98A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  <c:pt idx="4">
                    <c:v>V1</c:v>
                  </c:pt>
                  <c:pt idx="5">
                    <c:v>V2</c:v>
                  </c:pt>
                  <c:pt idx="6">
                    <c:v>V3</c:v>
                  </c:pt>
                  <c:pt idx="7">
                    <c:v>Vegetative</c:v>
                  </c:pt>
                  <c:pt idx="8">
                    <c:v>Flowering</c:v>
                  </c:pt>
                  <c:pt idx="9">
                    <c:v>Pod formation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91</c:v>
                </c:pt>
                <c:pt idx="1">
                  <c:v>91.4</c:v>
                </c:pt>
                <c:pt idx="2">
                  <c:v>91.3</c:v>
                </c:pt>
                <c:pt idx="3">
                  <c:v>82.4</c:v>
                </c:pt>
                <c:pt idx="4">
                  <c:v>90</c:v>
                </c:pt>
                <c:pt idx="5">
                  <c:v>85.8</c:v>
                </c:pt>
                <c:pt idx="6">
                  <c:v>90.2</c:v>
                </c:pt>
                <c:pt idx="7">
                  <c:v>90.9</c:v>
                </c:pt>
                <c:pt idx="8">
                  <c:v>90.2</c:v>
                </c:pt>
                <c:pt idx="9">
                  <c:v>83.1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Balanced accuracy (%) on the held-out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 LR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  <c:pt idx="4">
                    <c:v>V1</c:v>
                  </c:pt>
                  <c:pt idx="5">
                    <c:v>V2</c:v>
                  </c:pt>
                  <c:pt idx="6">
                    <c:v>V3</c:v>
                  </c:pt>
                  <c:pt idx="7">
                    <c:v>Veg.</c:v>
                  </c:pt>
                  <c:pt idx="8">
                    <c:v>Flow.</c:v>
                  </c:pt>
                  <c:pt idx="9">
                    <c:v>Pod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72.7</c:v>
                </c:pt>
                <c:pt idx="1">
                  <c:v>86.1</c:v>
                </c:pt>
                <c:pt idx="2">
                  <c:v>61.7</c:v>
                </c:pt>
                <c:pt idx="3">
                  <c:v>50</c:v>
                </c:pt>
                <c:pt idx="4">
                  <c:v>93.3</c:v>
                </c:pt>
                <c:pt idx="5">
                  <c:v>93.5</c:v>
                </c:pt>
                <c:pt idx="6">
                  <c:v>94</c:v>
                </c:pt>
                <c:pt idx="7">
                  <c:v>84</c:v>
                </c:pt>
                <c:pt idx="8">
                  <c:v>85.3</c:v>
                </c:pt>
                <c:pt idx="9">
                  <c:v>77.6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S7 SVM</c:v>
                </c:pt>
              </c:strCache>
            </c:strRef>
          </c:tx>
          <c:spPr>
            <a:solidFill>
              <a:srgbClr val="9CC3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  <c:pt idx="4">
                    <c:v>V1</c:v>
                  </c:pt>
                  <c:pt idx="5">
                    <c:v>V2</c:v>
                  </c:pt>
                  <c:pt idx="6">
                    <c:v>V3</c:v>
                  </c:pt>
                  <c:pt idx="7">
                    <c:v>Veg.</c:v>
                  </c:pt>
                  <c:pt idx="8">
                    <c:v>Flow.</c:v>
                  </c:pt>
                  <c:pt idx="9">
                    <c:v>Pod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81.6</c:v>
                </c:pt>
                <c:pt idx="1">
                  <c:v>79.6</c:v>
                </c:pt>
                <c:pt idx="2">
                  <c:v>62.8</c:v>
                </c:pt>
                <c:pt idx="3">
                  <c:v>50</c:v>
                </c:pt>
                <c:pt idx="4">
                  <c:v>85.7</c:v>
                </c:pt>
                <c:pt idx="5">
                  <c:v>88.2</c:v>
                </c:pt>
                <c:pt idx="6">
                  <c:v>90.6</c:v>
                </c:pt>
                <c:pt idx="7">
                  <c:v>77.2</c:v>
                </c:pt>
                <c:pt idx="8">
                  <c:v>81.9</c:v>
                </c:pt>
                <c:pt idx="9">
                  <c:v>78.3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S8 SVM</c:v>
                </c:pt>
              </c:strCache>
            </c:strRef>
          </c:tx>
          <c:spPr>
            <a:solidFill>
              <a:srgbClr val="D98A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11 Feb</c:v>
                  </c:pt>
                  <c:pt idx="1">
                    <c:v>24 Feb</c:v>
                  </c:pt>
                  <c:pt idx="2">
                    <c:v>03 Mar</c:v>
                  </c:pt>
                  <c:pt idx="3">
                    <c:v>13 Mar</c:v>
                  </c:pt>
                  <c:pt idx="4">
                    <c:v>V1</c:v>
                  </c:pt>
                  <c:pt idx="5">
                    <c:v>V2</c:v>
                  </c:pt>
                  <c:pt idx="6">
                    <c:v>V3</c:v>
                  </c:pt>
                  <c:pt idx="7">
                    <c:v>Veg.</c:v>
                  </c:pt>
                  <c:pt idx="8">
                    <c:v>Flow.</c:v>
                  </c:pt>
                  <c:pt idx="9">
                    <c:v>Pod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81.4</c:v>
                </c:pt>
                <c:pt idx="1">
                  <c:v>73.6</c:v>
                </c:pt>
                <c:pt idx="2">
                  <c:v>58.8</c:v>
                </c:pt>
                <c:pt idx="3">
                  <c:v>54.4</c:v>
                </c:pt>
                <c:pt idx="4">
                  <c:v>88.7</c:v>
                </c:pt>
                <c:pt idx="5">
                  <c:v>89.3</c:v>
                </c:pt>
                <c:pt idx="6">
                  <c:v>91.2</c:v>
                </c:pt>
                <c:pt idx="7">
                  <c:v>81.6</c:v>
                </c:pt>
                <c:pt idx="8">
                  <c:v>86.9</c:v>
                </c:pt>
                <c:pt idx="9">
                  <c:v>79.5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E4 learning curve: BA (%) vs training plots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 LR</c:v>
                </c:pt>
              </c:strCache>
            </c:strRef>
          </c:tx>
          <c:spPr>
            <a:solidFill>
              <a:srgbClr val="2E7D4F"/>
            </a:solidFill>
            <a:ln w="3175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12 plots</c:v>
                  </c:pt>
                  <c:pt idx="1">
                    <c:v>24 plots</c:v>
                  </c:pt>
                  <c:pt idx="2">
                    <c:v>36 plots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83.1</c:v>
                </c:pt>
                <c:pt idx="1">
                  <c:v>89.6</c:v>
                </c:pt>
                <c:pt idx="2">
                  <c:v>91.5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S8 SVM</c:v>
                </c:pt>
              </c:strCache>
            </c:strRef>
          </c:tx>
          <c:spPr>
            <a:solidFill>
              <a:srgbClr val="D98A1C"/>
            </a:solidFill>
            <a:ln w="31750" cap="flat">
              <a:solidFill>
                <a:srgbClr val="D98A1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8A1C"/>
              </a:solidFill>
              <a:ln w="9525" cap="flat">
                <a:solidFill>
                  <a:srgbClr val="D98A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12 plots</c:v>
                  </c:pt>
                  <c:pt idx="1">
                    <c:v>24 plots</c:v>
                  </c:pt>
                  <c:pt idx="2">
                    <c:v>36 plots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83.7</c:v>
                </c:pt>
                <c:pt idx="1">
                  <c:v>87.9</c:v>
                </c:pt>
                <c:pt idx="2">
                  <c:v>89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80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B2D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1F3B2D"/>
                </a:solidFill>
                <a:latin typeface="+mj-lt"/>
              </a:rPr>
              <a:t>E5 simulated sensors: BA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Sentinel-2 MSI</c:v>
                  </c:pt>
                  <c:pt idx="1">
                    <c:v>UAV multispectral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73.5</c:v>
                </c:pt>
                <c:pt idx="1">
                  <c:v>61.4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D98A1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Sentinel-2 MSI</c:v>
                  </c:pt>
                  <c:pt idx="1">
                    <c:v>UAV multispectral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73.9</c:v>
                </c:pt>
                <c:pt idx="1">
                  <c:v>66.8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9CC3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Sentinel-2 MSI</c:v>
                  </c:pt>
                  <c:pt idx="1">
                    <c:v>UAV multispectral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60.4</c:v>
                </c:pt>
                <c:pt idx="1">
                  <c:v>57.4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50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seminar presents the results of the two research objectives: characterisation of white rust through disease-specific spectral features, and discrimination of healthy and diseased mustard leaves with AI-based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follows the two objectives: methods, characterisation results, discrimination results, then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 asks WHAT white rust does to the leaf spectrum and which features are disease specific. Objective 2 asks HOW WELL AI models can use these spectra to separate healthy and diseased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 48 plots was measured on all four dates, so plots (not spectra) are the independent units; this is why all validation is plot-grouped.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steps first; then the two objectives branch. The characterisation track feeds the disease-specific features into the modelling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 screening was label-free, so it could be done before cross-validation. Experiment E6 confirmed results do not depend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feature pools were built: F1–F6 at 10-nm resolution for the modelling experiments and the 1-nm K1–K4 pool for the 23-method feature-selection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always ran inside the training plots of each of 20 units, so test plots never influenced the chosen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accuracy is the main metric because the classes are 1:5 imbalanced. Plot-grouped folds prevent repeated scans of the same plot from leaking between training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Visible: chlorophyll loss. SWIR: water loss. NIR barely changes because the white sori add scattering while the mesophyll collapses.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 = spectral angle between the healthy and diseased mean spectra. The early date has almost no class difference outside the SWIR.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were done on 192 plot-date means to avoid pseudo-replication; FDR-controlled. J–M ranges 0 (no separation) to 2 (complete).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 = wavelength of the steepest red-edge slope; REV = its height; SDr = sum of first derivative over the red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PERMANOVA on plot-date mean SNV spectra, 999 restricted permutations. η² = share of a PC's variance explained by each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 0.5 = chance, 1 = perfect. d per date tests whether the index moves the same way on every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two-band normalised difference (20,100 pairs) was scored by its sign-consistent effect size across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Mexican-hat wavelet at 8 dyadic scales. Small scales behave like derivatives, large scales like band depths.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Shading on the mean spectra: dark = chosen by most methods; light = complementary; grey = ASD detector joins.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feature counts for a method if it (±10 nm) is in the redundancy-controlled top-10 in at least half of the 20 training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Derivative values ×10⁻³ nm⁻¹; CR width and position in nm. AUC is direction-free.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Direction-free AUC computed separately within each stratum.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Boxes: interquartile range; whiskers: 1.5 × IQR.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Absorption-feature assignments as summarised by Thomas et al. (2018) and Mahlein et al. (2013).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tiers are the answer to Objective 1 and the input to the compact models of Objective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full-spectrum models under six preprocessing options; 10 × 4-fold plot-grouped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cell = balanced accuracy (%) on plots never seen in training, mean of 25 repeats of nested plot-grouped 4-fold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Friedman test across all scenarios × repeats; lower mean rank = better. Nemenyi critical difference = 0.86 ranks.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repeat (median BA). Plot-date prediction = majority vote of the spectra of one plot on one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methods, 10 features each, QDA and RF balanced accuracy on held-out plots (mean of 20). Dashed line = earlier four-tier RF-17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Stability = mean pairwise Jaccard of the 20 top-10 sets (±10 nm). Composite rank = mean rank over QDA and RF accuracy, stability and J–M.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sets were defined from selection frequencies over the same training sets, so their accuracies are slightly optimistic.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selectors were re-run on the F1–F6 pool inside the same plot-grouped outer folds (20 test sets) and classified with QDA, SVM and 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OFC = combination found by SFFS with a given classifier as judge, after date-stable ReliefF screening and VIF &lt; 10; each OFC is tested with LDA, kNN and SVM.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robust set selected on all spectra after date-stable ReliefF, |r| &lt; 0.98, VIF &lt; 10 and SFFS-LDA.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 join = within 20 nm (or the wavelet half-width) of the ASD 1000/1800 nm joins; features removed before selection and the selection repeated.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pooled model; accuracy computed separately within each sub-group (25 repeats).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trained without a whole date / variety / stage and tested on it (plots kept separate).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E4: training plots sub-sampled per variety × class. E5: hyperspectral data resampled to Sentinel-2 MSI (10 bands) and a 5-band UAV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values come mostly from single experiments with random splits; ours from plot-grouped nested CV pooled over 4 dates, 3 varieties and 3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summarise Objective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 conclusions on the left; Objective 2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Plot-level labels and one season are the main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White rust of Indian mustard  ·  PhD thesis seminar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Hyperspectral characterisation and AI-based detection of white rust (Albugo candida) in Indian mustard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Disease-specific spectral features from ASD spectroradiometer data and discrimination of healthy and diseased leaves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Animesh Panda  ·  Division of Agricultural Physics, ICAR-IARI, New Delhi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PhD thesis seminar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of the seminar</a:t>
            </a:r>
            <a:endParaRPr lang="en-US" sz="2800" dirty="0"/>
          </a:p>
        </p:txBody>
      </p:sp>
      <p:sp>
        <p:nvSpPr>
          <p:cNvPr id="4" name="outline number"/>
          <p:cNvSpPr/>
          <p:nvPr/>
        </p:nvSpPr>
        <p:spPr>
          <a:xfrm>
            <a:off x="822960" y="1325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280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Two research objectives and the questions they answer</a:t>
            </a:r>
            <a:endParaRPr lang="en-US" sz="2000" dirty="0"/>
          </a:p>
        </p:txBody>
      </p:sp>
      <p:sp>
        <p:nvSpPr>
          <p:cNvPr id="7" name="outline number"/>
          <p:cNvSpPr/>
          <p:nvPr/>
        </p:nvSpPr>
        <p:spPr>
          <a:xfrm>
            <a:off x="822960" y="23134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313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267712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Materials and methods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Dataset, quality control, features, feature selection, AI models, validation</a:t>
            </a:r>
            <a:endParaRPr lang="en-US" sz="2000" dirty="0"/>
          </a:p>
        </p:txBody>
      </p:sp>
      <p:sp>
        <p:nvSpPr>
          <p:cNvPr id="10" name="outline number"/>
          <p:cNvSpPr/>
          <p:nvPr/>
        </p:nvSpPr>
        <p:spPr>
          <a:xfrm>
            <a:off x="822960" y="3300984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00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3255264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 1 results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Spectral response to white rust and disease-specific features</a:t>
            </a:r>
            <a:endParaRPr lang="en-US" sz="2000" dirty="0"/>
          </a:p>
        </p:txBody>
      </p:sp>
      <p:sp>
        <p:nvSpPr>
          <p:cNvPr id="13" name="outline number"/>
          <p:cNvSpPr/>
          <p:nvPr/>
        </p:nvSpPr>
        <p:spPr>
          <a:xfrm>
            <a:off x="822960" y="4288536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2885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4242816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 2 results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Healthy vs diseased discrimination with AI-based models</a:t>
            </a:r>
            <a:endParaRPr lang="en-US" sz="2000" dirty="0"/>
          </a:p>
        </p:txBody>
      </p:sp>
      <p:sp>
        <p:nvSpPr>
          <p:cNvPr id="16" name="outline number"/>
          <p:cNvSpPr/>
          <p:nvPr/>
        </p:nvSpPr>
        <p:spPr>
          <a:xfrm>
            <a:off x="822960" y="527608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5276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5230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Key findings, limitations and future work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4" name="objective card"/>
          <p:cNvSpPr/>
          <p:nvPr/>
        </p:nvSpPr>
        <p:spPr>
          <a:xfrm>
            <a:off x="548640" y="1234440"/>
            <a:ext cx="5394960" cy="4160520"/>
          </a:xfrm>
          <a:prstGeom prst="roundRect">
            <a:avLst>
              <a:gd name="adj" fmla="val 21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14630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634033"/>
            <a:ext cx="435254" cy="435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417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Objective 1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Characterisation of white rust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Obtain disease-specific spectral features from ASD spectroradiometer data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108960"/>
            <a:ext cx="493776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How does white rust change leaf reflectance?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regions and features are sensitive?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features are stable across methods, dates, growth stages and varieties?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 a new index beat published vegetation indices?</a:t>
            </a:r>
            <a:endParaRPr lang="en-US" sz="1500" dirty="0"/>
          </a:p>
        </p:txBody>
      </p:sp>
      <p:sp>
        <p:nvSpPr>
          <p:cNvPr id="10" name="objective card"/>
          <p:cNvSpPr/>
          <p:nvPr/>
        </p:nvSpPr>
        <p:spPr>
          <a:xfrm>
            <a:off x="6217920" y="1234440"/>
            <a:ext cx="5394960" cy="4160520"/>
          </a:xfrm>
          <a:prstGeom prst="roundRect">
            <a:avLst>
              <a:gd name="adj" fmla="val 21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6492240" y="146304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233" y="1634033"/>
            <a:ext cx="435254" cy="435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52360" y="1417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Objective 2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 of healthy and diseased leaves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49224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Using various AI-based (machine-learning) models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3108960"/>
            <a:ext cx="493776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preprocessing and feature type work best?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of 23 feature-selection methods gives the best compact set?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of 10 classifiers is most accurate on new plots?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Does the model transfer to new dates, varieties, stages and sensors?</a:t>
            </a:r>
            <a:endParaRPr lang="en-US" sz="1500" dirty="0"/>
          </a:p>
        </p:txBody>
      </p:sp>
      <p:sp>
        <p:nvSpPr>
          <p:cNvPr id="16" name="link banner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Link: the disease-specific features found in Objective 1 become the compact inputs of the AI models in Objective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and methods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Dataset · quality control · spectral features · feature selection · AI models · validation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material and dataset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Feb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Feb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3840480"/>
            <a:ext cx="530352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Instrument: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ASD FieldSpec with contact probe, 350–2500 nm, 1-nm sampling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Design: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48 plots = 3 varieties × 16 (4 healthy + 12 diseased per variety)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Stages: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vegetative, flowering, pod formation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Units: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plot on every date = 192 plot-date units</a:t>
            </a:r>
            <a:endParaRPr lang="en-US" sz="1500" dirty="0"/>
          </a:p>
        </p:txBody>
      </p:sp>
      <p:sp>
        <p:nvSpPr>
          <p:cNvPr id="6" name="stat card"/>
          <p:cNvSpPr/>
          <p:nvPr/>
        </p:nvSpPr>
        <p:spPr>
          <a:xfrm>
            <a:off x="621792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35508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6355080" y="203454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plots (12 healthy, 36 diseased)</a:t>
            </a:r>
            <a:endParaRPr lang="en-US" sz="1300" dirty="0"/>
          </a:p>
        </p:txBody>
      </p:sp>
      <p:sp>
        <p:nvSpPr>
          <p:cNvPr id="9" name="stat card"/>
          <p:cNvSpPr/>
          <p:nvPr/>
        </p:nvSpPr>
        <p:spPr>
          <a:xfrm>
            <a:off x="9052560" y="128016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8972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9189720" y="203454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measurement dates</a:t>
            </a:r>
            <a:endParaRPr lang="en-US" sz="1300" dirty="0"/>
          </a:p>
        </p:txBody>
      </p:sp>
      <p:sp>
        <p:nvSpPr>
          <p:cNvPr id="12" name="stat card"/>
          <p:cNvSpPr/>
          <p:nvPr/>
        </p:nvSpPr>
        <p:spPr>
          <a:xfrm>
            <a:off x="6217920" y="283464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55080" y="2926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2339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6355080" y="358902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leaf spectra (2290 after QC)</a:t>
            </a:r>
            <a:endParaRPr lang="en-US" sz="1300" dirty="0"/>
          </a:p>
        </p:txBody>
      </p:sp>
      <p:sp>
        <p:nvSpPr>
          <p:cNvPr id="15" name="stat card"/>
          <p:cNvSpPr/>
          <p:nvPr/>
        </p:nvSpPr>
        <p:spPr>
          <a:xfrm>
            <a:off x="9052560" y="2834640"/>
            <a:ext cx="2560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89720" y="2926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5.2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9189720" y="358902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healthy : diseased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217920" y="4343400"/>
          <a:ext cx="5394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54864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The 23-method feature-selection study used the 2264 leaf spectra of the 1-nm K1–K4 pool (378 healthy, 1886 diseased).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workflow</a:t>
            </a:r>
            <a:endParaRPr lang="en-US" sz="2800" dirty="0"/>
          </a:p>
        </p:txBody>
      </p:sp>
      <p:sp>
        <p:nvSpPr>
          <p:cNvPr id="4" name="flow box"/>
          <p:cNvSpPr/>
          <p:nvPr/>
        </p:nvSpPr>
        <p:spPr>
          <a:xfrm>
            <a:off x="548640" y="1280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280160"/>
            <a:ext cx="236829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Raw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2339 ASD spectra, 48 plots × 4 dates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063240" y="176022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7" name="flow box"/>
          <p:cNvSpPr/>
          <p:nvPr/>
        </p:nvSpPr>
        <p:spPr>
          <a:xfrm>
            <a:off x="3383280" y="1280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56432" y="1280160"/>
            <a:ext cx="236829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 control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splice fix, 400–2400 nm, outlier vote → 2290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97880" y="176022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10" name="flow box"/>
          <p:cNvSpPr/>
          <p:nvPr/>
        </p:nvSpPr>
        <p:spPr>
          <a:xfrm>
            <a:off x="6217920" y="1280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91072" y="1280160"/>
            <a:ext cx="236829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SG smoothing, SNV / MSC / derivative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732520" y="176022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13" name="flow box"/>
          <p:cNvSpPr/>
          <p:nvPr/>
        </p:nvSpPr>
        <p:spPr>
          <a:xfrm>
            <a:off x="9052560" y="12801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25712" y="1280160"/>
            <a:ext cx="236829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extraction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bands, VIs, NDSI, derivatives, CR, CWT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Objective 1 · Characterisation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Objective 2 · Discrimination</a:t>
            </a:r>
            <a:endParaRPr lang="en-US" sz="1600" dirty="0"/>
          </a:p>
        </p:txBody>
      </p:sp>
      <p:sp>
        <p:nvSpPr>
          <p:cNvPr id="17" name="flow box"/>
          <p:cNvSpPr/>
          <p:nvPr/>
        </p:nvSpPr>
        <p:spPr>
          <a:xfrm>
            <a:off x="548640" y="29260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2926080"/>
            <a:ext cx="236829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4"/>
                </a:solidFill>
              </a:rPr>
              <a:t>Spectral response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</a:rPr>
              <a:t>mean / difference spectra, Cohen d, J–M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063240" y="349758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20" name="flow box"/>
          <p:cNvSpPr/>
          <p:nvPr/>
        </p:nvSpPr>
        <p:spPr>
          <a:xfrm>
            <a:off x="3383280" y="29260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56432" y="2926080"/>
            <a:ext cx="236829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4"/>
                </a:solidFill>
              </a:rPr>
              <a:t>Variance &amp; indices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</a:rPr>
              <a:t>PCA, PERMANOVA, 46 VIs, new MWRI, CWT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897880" y="349758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23" name="flow box"/>
          <p:cNvSpPr/>
          <p:nvPr/>
        </p:nvSpPr>
        <p:spPr>
          <a:xfrm>
            <a:off x="6217920" y="29260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91072" y="2926080"/>
            <a:ext cx="236829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4"/>
                </a:solidFill>
              </a:rPr>
              <a:t>23 feature-selection methods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</a:rPr>
              <a:t>filter · wrapper · embedded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732520" y="349758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26" name="flow box"/>
          <p:cNvSpPr/>
          <p:nvPr/>
        </p:nvSpPr>
        <p:spPr>
          <a:xfrm>
            <a:off x="9052560" y="29260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EEF4EF"/>
          </a:solidFill>
          <a:ln w="12700">
            <a:solidFill>
              <a:srgbClr val="EEF4E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25712" y="2926080"/>
            <a:ext cx="236829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4"/>
                </a:solidFill>
              </a:rPr>
              <a:t>Disease-specific features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</a:rPr>
              <a:t>stable across methods, dates, stages, varieties</a:t>
            </a:r>
            <a:endParaRPr lang="en-US" sz="1400" dirty="0"/>
          </a:p>
        </p:txBody>
      </p:sp>
      <p:sp>
        <p:nvSpPr>
          <p:cNvPr id="28" name="flow box"/>
          <p:cNvSpPr/>
          <p:nvPr/>
        </p:nvSpPr>
        <p:spPr>
          <a:xfrm>
            <a:off x="548640" y="4846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" y="4846320"/>
            <a:ext cx="236829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4"/>
                </a:solidFill>
              </a:rPr>
              <a:t>Feature scenarios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</a:rPr>
              <a:t>10 scenarios, 23 selectors, OFCs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063240" y="541782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31" name="flow box"/>
          <p:cNvSpPr/>
          <p:nvPr/>
        </p:nvSpPr>
        <p:spPr>
          <a:xfrm>
            <a:off x="3383280" y="4846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56432" y="4846320"/>
            <a:ext cx="236829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4"/>
                </a:solidFill>
              </a:rPr>
              <a:t>10 AI classifiers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</a:rPr>
              <a:t>LDA … LS-SVM, RF, XGBoost, ELM, MLP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897880" y="541782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34" name="flow box"/>
          <p:cNvSpPr/>
          <p:nvPr/>
        </p:nvSpPr>
        <p:spPr>
          <a:xfrm>
            <a:off x="6217920" y="4846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91072" y="4846320"/>
            <a:ext cx="236829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4"/>
                </a:solidFill>
              </a:rPr>
              <a:t>Nested plot-grouped CV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</a:rPr>
              <a:t>25 × 4 folds, BA, MCC, AUC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732520" y="5417820"/>
            <a:ext cx="320040" cy="914"/>
          </a:xfrm>
          <a:prstGeom prst="line">
            <a:avLst/>
          </a:prstGeom>
          <a:noFill/>
          <a:ln w="19050">
            <a:solidFill>
              <a:srgbClr val="5B6660"/>
            </a:solidFill>
            <a:prstDash val="solid"/>
            <a:tailEnd type="triangle"/>
          </a:ln>
        </p:spPr>
      </p:sp>
      <p:sp>
        <p:nvSpPr>
          <p:cNvPr id="37" name="flow box"/>
          <p:cNvSpPr/>
          <p:nvPr/>
        </p:nvSpPr>
        <p:spPr>
          <a:xfrm>
            <a:off x="9052560" y="4846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25712" y="4846320"/>
            <a:ext cx="2368296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4"/>
                </a:solidFill>
              </a:rPr>
              <a:t>Best pooled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</a:rPr>
              <a:t>transfer, sensors, learning curve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Disease-specific features (Objective 1) feed the compact feature scenarios (Objective 2). Leakage rule: every step that learns from labels (MSC, date normalisation, NDSI search, feature selection, tuning) is fitted on training plots only.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 and preprocessing</a:t>
            </a:r>
            <a:endParaRPr lang="en-US" sz="2800" dirty="0"/>
          </a:p>
        </p:txBody>
      </p:sp>
      <p:sp>
        <p:nvSpPr>
          <p:cNvPr id="4" name="step number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280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Splice correction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additive offset at the 1000 / 1800 nm detector joins</a:t>
            </a:r>
            <a:endParaRPr lang="en-US" sz="1400" dirty="0"/>
          </a:p>
        </p:txBody>
      </p:sp>
      <p:sp>
        <p:nvSpPr>
          <p:cNvPr id="7" name="step number"/>
          <p:cNvSpPr/>
          <p:nvPr/>
        </p:nvSpPr>
        <p:spPr>
          <a:xfrm>
            <a:off x="548640" y="21305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08483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Edge trimming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400–2400 nm (350–400 nm SNR only 40)</a:t>
            </a:r>
            <a:endParaRPr lang="en-US" sz="1400" dirty="0"/>
          </a:p>
        </p:txBody>
      </p:sp>
      <p:sp>
        <p:nvSpPr>
          <p:cNvPr id="10" name="step number"/>
          <p:cNvSpPr/>
          <p:nvPr/>
        </p:nvSpPr>
        <p:spPr>
          <a:xfrm>
            <a:off x="548640" y="2935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8895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Outlier vote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Hotelling T², Q residual, Isolation Forest, SAM; removed if ≥ 3 of 4 rules → 49 removed, 2290 kept</a:t>
            </a:r>
            <a:endParaRPr lang="en-US" sz="1400" dirty="0"/>
          </a:p>
        </p:txBody>
      </p:sp>
      <p:sp>
        <p:nvSpPr>
          <p:cNvPr id="13" name="step number"/>
          <p:cNvSpPr/>
          <p:nvPr/>
        </p:nvSpPr>
        <p:spPr>
          <a:xfrm>
            <a:off x="548640" y="373989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6941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Smoothing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Savitzky–Golay, 11-nm window, 2nd order</a:t>
            </a:r>
            <a:endParaRPr lang="en-US" sz="1400" dirty="0"/>
          </a:p>
        </p:txBody>
      </p:sp>
      <p:sp>
        <p:nvSpPr>
          <p:cNvPr id="16" name="step number"/>
          <p:cNvSpPr/>
          <p:nvPr/>
        </p:nvSpPr>
        <p:spPr>
          <a:xfrm>
            <a:off x="548640" y="45445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4988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Resampling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10-nm band means (201 bands) for modelling</a:t>
            </a:r>
            <a:endParaRPr lang="en-US" sz="1400" dirty="0"/>
          </a:p>
        </p:txBody>
      </p:sp>
      <p:sp>
        <p:nvSpPr>
          <p:cNvPr id="19" name="step number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Transformations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SNV, MSC, first derivative, date normalisation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309360" y="12344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finding box"/>
          <p:cNvSpPr/>
          <p:nvPr/>
        </p:nvSpPr>
        <p:spPr>
          <a:xfrm>
            <a:off x="6309360" y="5120640"/>
            <a:ext cx="53035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46520" y="5193792"/>
            <a:ext cx="5029200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Noisy 350–400 nm edge removed; all 49 outliers came from diseased plots. Removing or keeping them changes BA by only −1.6 to +0.4 points (E6).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features extracted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Modelling pool (10-nm, ≈ 2,100 features)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38912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family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Reflectance bands (SNV)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vegetation indices + red-edge parameters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NDSI from band-pair search (in-fold)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First-derivative bands and edge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 removal: depth, width, area,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wavelet transform (Mexican hat, 8 scales)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Feature-selection pool (1-nm, 4,150 features)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45920"/>
          <a:ext cx="49377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Reflectance 400–2500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Continuum-removed absorption features (6 bands)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 indices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First-derivative bands + edge parameters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8" name="finding box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4645152"/>
            <a:ext cx="10789920" cy="1225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 the features capture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Three physiological windows are covered: pigments (400–700 nm), leaf structure (700–1300 nm) and water / dry matter (1300–2400 nm). Features were computed from smoothed spectra; NDSI search, selection and scaling were fitted inside training folds only. Image texture and colour features were not applicable to point spectra.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selection: 23 methods under one protocol</a:t>
            </a:r>
            <a:endParaRPr lang="en-US" sz="2800" dirty="0"/>
          </a:p>
        </p:txBody>
      </p:sp>
      <p:pic>
        <p:nvPicPr>
          <p:cNvPr id="4" name="Image 0" descr="Feature-selection workflow: K1–K4 pool, 20 training sets, filter/wrapper/embedded methods, evalu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867" y="1143000"/>
            <a:ext cx="10251786" cy="3886200"/>
          </a:xfrm>
          <a:prstGeom prst="rect">
            <a:avLst/>
          </a:prstGeom>
        </p:spPr>
      </p:pic>
      <p:sp>
        <p:nvSpPr>
          <p:cNvPr id="5" name="method family"/>
          <p:cNvSpPr/>
          <p:nvPr/>
        </p:nvSpPr>
        <p:spPr>
          <a:xfrm>
            <a:off x="548640" y="5120640"/>
            <a:ext cx="35204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5138928"/>
            <a:ext cx="32461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Filter (11)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Pearson r, ANOVA F, Fisher, χ², MI, ReliefF, J–M, mRMR, SPA, MC-UVE, CWT</a:t>
            </a:r>
            <a:endParaRPr lang="en-US" sz="1500" dirty="0"/>
          </a:p>
        </p:txBody>
      </p:sp>
      <p:sp>
        <p:nvSpPr>
          <p:cNvPr id="7" name="method family"/>
          <p:cNvSpPr/>
          <p:nvPr/>
        </p:nvSpPr>
        <p:spPr>
          <a:xfrm>
            <a:off x="4297680" y="5120640"/>
            <a:ext cx="35204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434840" y="5138928"/>
            <a:ext cx="32461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Wrapper (6)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SVM-RFE, RF-RFE, CARS, SFFS (QDA), SFFS (J–M), GA</a:t>
            </a:r>
            <a:endParaRPr lang="en-US" sz="1500" dirty="0"/>
          </a:p>
        </p:txBody>
      </p:sp>
      <p:sp>
        <p:nvSpPr>
          <p:cNvPr id="9" name="method family"/>
          <p:cNvSpPr/>
          <p:nvPr/>
        </p:nvSpPr>
        <p:spPr>
          <a:xfrm>
            <a:off x="8046720" y="5120640"/>
            <a:ext cx="35204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83880" y="5138928"/>
            <a:ext cx="32461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Embedded (6) + consensus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RF, CART, Boruta, PLS-VIP, LASSO, gradient boosting, Borda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models and validation design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Ten classifiers (tuned in inner CV)</a:t>
            </a:r>
            <a:endParaRPr lang="en-US" sz="1600" dirty="0"/>
          </a:p>
        </p:txBody>
      </p:sp>
      <p:sp>
        <p:nvSpPr>
          <p:cNvPr id="5" name="classifier chip"/>
          <p:cNvSpPr/>
          <p:nvPr/>
        </p:nvSpPr>
        <p:spPr>
          <a:xfrm>
            <a:off x="548640" y="16916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LDA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linear</a:t>
            </a:r>
            <a:endParaRPr lang="en-US" sz="1400" dirty="0"/>
          </a:p>
        </p:txBody>
      </p:sp>
      <p:sp>
        <p:nvSpPr>
          <p:cNvPr id="7" name="classifier chip"/>
          <p:cNvSpPr/>
          <p:nvPr/>
        </p:nvSpPr>
        <p:spPr>
          <a:xfrm>
            <a:off x="3337560" y="16916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7288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PLS-DA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linear</a:t>
            </a:r>
            <a:endParaRPr lang="en-US" sz="1400" dirty="0"/>
          </a:p>
        </p:txBody>
      </p:sp>
      <p:sp>
        <p:nvSpPr>
          <p:cNvPr id="9" name="classifier chip"/>
          <p:cNvSpPr/>
          <p:nvPr/>
        </p:nvSpPr>
        <p:spPr>
          <a:xfrm>
            <a:off x="548640" y="2350008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23500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Logistic regression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linear</a:t>
            </a:r>
            <a:endParaRPr lang="en-US" sz="1400" dirty="0"/>
          </a:p>
        </p:txBody>
      </p:sp>
      <p:sp>
        <p:nvSpPr>
          <p:cNvPr id="11" name="classifier chip"/>
          <p:cNvSpPr/>
          <p:nvPr/>
        </p:nvSpPr>
        <p:spPr>
          <a:xfrm>
            <a:off x="3337560" y="2350008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47288" y="23500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kNN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instance</a:t>
            </a:r>
            <a:endParaRPr lang="en-US" sz="1400" dirty="0"/>
          </a:p>
        </p:txBody>
      </p:sp>
      <p:sp>
        <p:nvSpPr>
          <p:cNvPr id="13" name="classifier chip"/>
          <p:cNvSpPr/>
          <p:nvPr/>
        </p:nvSpPr>
        <p:spPr>
          <a:xfrm>
            <a:off x="548640" y="3008376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30083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SVM (RBF)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kernel</a:t>
            </a:r>
            <a:endParaRPr lang="en-US" sz="1400" dirty="0"/>
          </a:p>
        </p:txBody>
      </p:sp>
      <p:sp>
        <p:nvSpPr>
          <p:cNvPr id="15" name="classifier chip"/>
          <p:cNvSpPr/>
          <p:nvPr/>
        </p:nvSpPr>
        <p:spPr>
          <a:xfrm>
            <a:off x="3337560" y="3008376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47288" y="30083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LS-SVM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kernel</a:t>
            </a:r>
            <a:endParaRPr lang="en-US" sz="1400" dirty="0"/>
          </a:p>
        </p:txBody>
      </p:sp>
      <p:sp>
        <p:nvSpPr>
          <p:cNvPr id="17" name="classifier chip"/>
          <p:cNvSpPr/>
          <p:nvPr/>
        </p:nvSpPr>
        <p:spPr>
          <a:xfrm>
            <a:off x="548640" y="3666744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36667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Random forest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trees</a:t>
            </a:r>
            <a:endParaRPr lang="en-US" sz="1400" dirty="0"/>
          </a:p>
        </p:txBody>
      </p:sp>
      <p:sp>
        <p:nvSpPr>
          <p:cNvPr id="19" name="classifier chip"/>
          <p:cNvSpPr/>
          <p:nvPr/>
        </p:nvSpPr>
        <p:spPr>
          <a:xfrm>
            <a:off x="3337560" y="3666744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47288" y="36667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XGBoost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trees</a:t>
            </a:r>
            <a:endParaRPr lang="en-US" sz="1400" dirty="0"/>
          </a:p>
        </p:txBody>
      </p:sp>
      <p:sp>
        <p:nvSpPr>
          <p:cNvPr id="21" name="classifier chip"/>
          <p:cNvSpPr/>
          <p:nvPr/>
        </p:nvSpPr>
        <p:spPr>
          <a:xfrm>
            <a:off x="548640" y="4325112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3251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ELM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neural</a:t>
            </a:r>
            <a:endParaRPr lang="en-US" sz="1400" dirty="0"/>
          </a:p>
        </p:txBody>
      </p:sp>
      <p:sp>
        <p:nvSpPr>
          <p:cNvPr id="23" name="classifier chip"/>
          <p:cNvSpPr/>
          <p:nvPr/>
        </p:nvSpPr>
        <p:spPr>
          <a:xfrm>
            <a:off x="3337560" y="4325112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47288" y="43251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MLP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neural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QDA (equal priors), LDA and balanced RF were used to score the 23 selectors. CNNs not used: only 48 independent plots.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Nested, plot-grouped cross-validation</a:t>
            </a:r>
            <a:endParaRPr lang="en-US" sz="1600" dirty="0"/>
          </a:p>
        </p:txBody>
      </p:sp>
      <p:sp>
        <p:nvSpPr>
          <p:cNvPr id="27" name="fold cell"/>
          <p:cNvSpPr/>
          <p:nvPr/>
        </p:nvSpPr>
        <p:spPr>
          <a:xfrm>
            <a:off x="6400800" y="1737360"/>
            <a:ext cx="868680" cy="329184"/>
          </a:xfrm>
          <a:prstGeom prst="rect">
            <a:avLst/>
          </a:prstGeom>
          <a:solidFill>
            <a:srgbClr val="D98A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17373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29" name="fold cell"/>
          <p:cNvSpPr/>
          <p:nvPr/>
        </p:nvSpPr>
        <p:spPr>
          <a:xfrm>
            <a:off x="7360920" y="173736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60920" y="17373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31" name="fold cell"/>
          <p:cNvSpPr/>
          <p:nvPr/>
        </p:nvSpPr>
        <p:spPr>
          <a:xfrm>
            <a:off x="8321040" y="173736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17373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33" name="fold cell"/>
          <p:cNvSpPr/>
          <p:nvPr/>
        </p:nvSpPr>
        <p:spPr>
          <a:xfrm>
            <a:off x="9281160" y="173736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281160" y="17373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35" name="fold cell"/>
          <p:cNvSpPr/>
          <p:nvPr/>
        </p:nvSpPr>
        <p:spPr>
          <a:xfrm>
            <a:off x="6400800" y="214884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21488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37" name="fold cell"/>
          <p:cNvSpPr/>
          <p:nvPr/>
        </p:nvSpPr>
        <p:spPr>
          <a:xfrm>
            <a:off x="7360920" y="2148840"/>
            <a:ext cx="868680" cy="329184"/>
          </a:xfrm>
          <a:prstGeom prst="rect">
            <a:avLst/>
          </a:prstGeom>
          <a:solidFill>
            <a:srgbClr val="D98A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60920" y="21488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39" name="fold cell"/>
          <p:cNvSpPr/>
          <p:nvPr/>
        </p:nvSpPr>
        <p:spPr>
          <a:xfrm>
            <a:off x="8321040" y="214884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21040" y="21488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41" name="fold cell"/>
          <p:cNvSpPr/>
          <p:nvPr/>
        </p:nvSpPr>
        <p:spPr>
          <a:xfrm>
            <a:off x="9281160" y="214884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281160" y="21488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43" name="fold cell"/>
          <p:cNvSpPr/>
          <p:nvPr/>
        </p:nvSpPr>
        <p:spPr>
          <a:xfrm>
            <a:off x="6400800" y="256032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00800" y="2560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45" name="fold cell"/>
          <p:cNvSpPr/>
          <p:nvPr/>
        </p:nvSpPr>
        <p:spPr>
          <a:xfrm>
            <a:off x="7360920" y="256032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360920" y="2560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47" name="fold cell"/>
          <p:cNvSpPr/>
          <p:nvPr/>
        </p:nvSpPr>
        <p:spPr>
          <a:xfrm>
            <a:off x="8321040" y="2560320"/>
            <a:ext cx="868680" cy="329184"/>
          </a:xfrm>
          <a:prstGeom prst="rect">
            <a:avLst/>
          </a:prstGeom>
          <a:solidFill>
            <a:srgbClr val="D98A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21040" y="2560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49" name="fold cell"/>
          <p:cNvSpPr/>
          <p:nvPr/>
        </p:nvSpPr>
        <p:spPr>
          <a:xfrm>
            <a:off x="9281160" y="256032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281160" y="2560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51" name="fold cell"/>
          <p:cNvSpPr/>
          <p:nvPr/>
        </p:nvSpPr>
        <p:spPr>
          <a:xfrm>
            <a:off x="6400800" y="297180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00800" y="29718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53" name="fold cell"/>
          <p:cNvSpPr/>
          <p:nvPr/>
        </p:nvSpPr>
        <p:spPr>
          <a:xfrm>
            <a:off x="7360920" y="297180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360920" y="29718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55" name="fold cell"/>
          <p:cNvSpPr/>
          <p:nvPr/>
        </p:nvSpPr>
        <p:spPr>
          <a:xfrm>
            <a:off x="8321040" y="2971800"/>
            <a:ext cx="868680" cy="329184"/>
          </a:xfrm>
          <a:prstGeom prst="rect">
            <a:avLst/>
          </a:prstGeom>
          <a:solidFill>
            <a:srgbClr val="9CC3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21040" y="29718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4"/>
                </a:solidFill>
              </a:rPr>
              <a:t>Train</a:t>
            </a:r>
            <a:endParaRPr lang="en-US" sz="1100" dirty="0"/>
          </a:p>
        </p:txBody>
      </p:sp>
      <p:sp>
        <p:nvSpPr>
          <p:cNvPr id="57" name="fold cell"/>
          <p:cNvSpPr/>
          <p:nvPr/>
        </p:nvSpPr>
        <p:spPr>
          <a:xfrm>
            <a:off x="9281160" y="2971800"/>
            <a:ext cx="868680" cy="329184"/>
          </a:xfrm>
          <a:prstGeom prst="rect">
            <a:avLst/>
          </a:prstGeom>
          <a:solidFill>
            <a:srgbClr val="D98A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281160" y="29718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287000" y="2194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Fold 1–4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6400800" y="3474720"/>
            <a:ext cx="521208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Outer: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folds of whole plots (1 healthy + 3 diseased per variety)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Inner: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3-fold plot-grouped CV for selection and tuning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Repeats: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 × 4 = 100 test folds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Metrics: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balanced accuracy (BA), sensitivity, specificity, MCC, κ, AUC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Statistics: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Friedman–Nemenyi, Wilcoxon–Holm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1 results: characterisation of white rust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Spectral response · sensitive regions · indices · disease-specific features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response of mustard leaves to white rust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18872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finding box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85800" y="5239512"/>
            <a:ext cx="10789920" cy="90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Diseased leaves reflect more in the visible (+15 % near 690 nm: chlorophyll loss) and in the SWIR water bands (+14 % at 1450 nm, +19 % near 2010 nm: water loss). NIR reflectance is only slightly lower (−0.019 at 760 nm).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disease signal grows with the epidemic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(°)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Feb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Feb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flowering / pod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7589520" y="3520440"/>
            <a:ext cx="402336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726680" y="3593592"/>
            <a:ext cx="3749040" cy="2459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healthy–diseased spectral angle rises from 0.96° (11 Feb) to 3.58° (03 Mar), tracking disease development. Early differences are small and mainly in the SWIR, so date effects must be handled by the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regions: effect size and separability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" y="397764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0058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(nm)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|d|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(nm)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580–710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 &gt; healthy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1390–1560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 &gt; healthy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1840–2400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 &gt; healthy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inding box"/>
          <p:cNvSpPr/>
          <p:nvPr/>
        </p:nvSpPr>
        <p:spPr>
          <a:xfrm>
            <a:off x="6309360" y="2926080"/>
            <a:ext cx="53035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6446520" y="2999232"/>
            <a:ext cx="5029200" cy="2231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Three FDR-significant regions: red/visible (580–710 nm), SWIR-1 water (1390–1560 nm) and SWIR-2 water / dry matter (1840–2400 nm). NIR reflectance is not significant, but its first derivative at 850–870 nm is the strongest VNIR feature (NIR-slope change from mesophyll damage).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Red-edge and derivative parameters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7607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8016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(linear interp., 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715.7 ± 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714.5 ± 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(derivative max, 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708.1 ± 3.2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705.9 ± 3.7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(×10⁻³)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12.77 ± 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12.24 ± 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0.471 ± 0.059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 ± 0.058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blue edge (nm)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521.7 ± 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521.2 ± 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yellow edge (nm)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570.1 ± 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570.4 ± 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6583680" y="4297680"/>
            <a:ext cx="50292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720840" y="4370832"/>
            <a:ext cx="4754880" cy="168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red edge shifts to shorter wavelengths in diseased leaves (REP 715.7 → 714.5 nm) and its amplitude falls (REV, SDr). A blue shift with lower red-edge amplitude indicates chlorophyll loss.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dominates the spectra; disease is a subtle signal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(variance)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 (55.8 %)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 (30.2 %)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 (8.4 %)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630936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η² of principal-component scores by factor</a:t>
            </a:r>
            <a:endParaRPr lang="en-US" sz="1000" dirty="0"/>
          </a:p>
        </p:txBody>
      </p:sp>
      <p:sp>
        <p:nvSpPr>
          <p:cNvPr id="7" name="finding box"/>
          <p:cNvSpPr/>
          <p:nvPr/>
        </p:nvSpPr>
        <p:spPr>
          <a:xfrm>
            <a:off x="6309360" y="3429000"/>
            <a:ext cx="530352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446520" y="3502152"/>
            <a:ext cx="5029200" cy="2551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 explains 31.2 % of spectral variance, disease only 1.1 % — yet disease is significant (pseudo-F 15.3, p = 0.001) plus 1.6 % disease × date. Variety is not significant (p = 0.18). PCA cannot separate the classes, so supervised feature selection is needed.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Disease p = 0.001, Date p = 0.001, Stage p = 0.013, Disease × Date p = 0.001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vegetation indices are weak and date-dependent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49377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685800"/>
                <a:gridCol w="640080"/>
                <a:gridCol w="640080"/>
                <a:gridCol w="640080"/>
                <a:gridCol w="685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11F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24F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03M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13M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PSSRb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Chlorophyll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(healthy index)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Anthocyanin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Chlorophyll / biomass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5760720" y="3749040"/>
            <a:ext cx="58521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897880" y="3822192"/>
            <a:ext cx="5577840" cy="1499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best published index reaches only AUC 0.668 (PSSRb). Chlorophyll indices (NDVI, SR, PSSR) show no difference on 11 Feb; date-consistent indices are mainly water, anthocyanin and disease indices (WI, HI, ARI2).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Mustard White Rust Index (MWRI)</a:t>
            </a:r>
            <a:endParaRPr lang="en-US" sz="2800" dirty="0"/>
          </a:p>
        </p:txBody>
      </p:sp>
      <p:pic>
        <p:nvPicPr>
          <p:cNvPr id="4" name="Image 0" descr="Normalised-difference band-pair search heat map with best pair ND(R1810, R183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846320" cy="4248949"/>
          </a:xfrm>
          <a:prstGeom prst="rect">
            <a:avLst/>
          </a:prstGeom>
        </p:spPr>
      </p:pic>
      <p:sp>
        <p:nvSpPr>
          <p:cNvPr id="5" name="MWRI formula"/>
          <p:cNvSpPr/>
          <p:nvPr/>
        </p:nvSpPr>
        <p:spPr>
          <a:xfrm>
            <a:off x="5760720" y="1280160"/>
            <a:ext cx="585216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0" y="1280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MWRI = (R1810 − R1830) / (R1810 + R1830)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F3D27A"/>
                </a:solidFill>
              </a:rPr>
              <a:t>AUC 0.869 · mean |d| 1.49 (≥ 1.32 on every date)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697480"/>
          <a:ext cx="58521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|d|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MWRI: ND(R1810, R1830)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ND(R1820, R1830)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MWRI-NIR: ND(R870, R890) (join-free)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published index (PSSRb)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8" name="finding box"/>
          <p:cNvSpPr/>
          <p:nvPr/>
        </p:nvSpPr>
        <p:spPr>
          <a:xfrm>
            <a:off x="5760720" y="4434840"/>
            <a:ext cx="5852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897880" y="4507992"/>
            <a:ext cx="5577840" cy="163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MWRI lies on the shoulder of the 1940-nm water band and beats all 46 published indices (AUC 0.87 vs 0.67). It sits 10–30 nm from the ASD 1800-nm detector join, so the join-free MWRI-NIR (NIR slope, AUC 0.77) is the safer choice for other sensors.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Wavelet (CWT) features capture shape changes</a:t>
            </a:r>
            <a:endParaRPr lang="en-US" sz="2800" dirty="0"/>
          </a:p>
        </p:txBody>
      </p:sp>
      <p:pic>
        <p:nvPicPr>
          <p:cNvPr id="4" name="Image 0" descr="CWT scalogram of |Cohen d| for wavelet coeffici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315200" cy="3370156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28016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|d|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1810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1810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2390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85800" y="4919472"/>
            <a:ext cx="10789920" cy="1133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most sensitive wavelet coefficients sit at 1810 nm (fine scales, |d| up to 1.46), 680 nm (chlorophyll well), 1920 nm (water) and 1010 nm (NIR shape). Wavelet maxima exceed those of single bands (|d| &lt; 1), so wavelets are strong candidate features.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selection: five regions chosen by most methods</a:t>
            </a:r>
            <a:endParaRPr lang="en-US" sz="2800" dirty="0"/>
          </a:p>
        </p:txBody>
      </p:sp>
      <p:pic>
        <p:nvPicPr>
          <p:cNvPr id="4" name="Image 0" descr="Stable disease-specific regions shaded on healthy and diseased mean spectra and first derivati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949440" cy="3102157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6949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region / feature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970-nm water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water (O–H)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1940-nm water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water (O–H)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NIR plateau 760–930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mesophyll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C–H band 1700–1792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lignin, cellulose, waxes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1940-nm band wing 1840–1990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1234440"/>
            <a:ext cx="384048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Water: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970-nm and 1940-nm continuum-removed bands chosen by 18 of 21 methods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Structure: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first-derivative slope across the NIR plateau (16 methods)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Dry matter: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C–H near 1730 and 2200–2300 nm adds complementary information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Pigments: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edge and visible are chosen by few methods</a:t>
            </a:r>
            <a:endParaRPr lang="en-US" sz="1400" dirty="0"/>
          </a:p>
        </p:txBody>
      </p:sp>
      <p:sp>
        <p:nvSpPr>
          <p:cNvPr id="7" name="finding box"/>
          <p:cNvSpPr/>
          <p:nvPr/>
        </p:nvSpPr>
        <p:spPr>
          <a:xfrm>
            <a:off x="7772400" y="4572000"/>
            <a:ext cx="3840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909560" y="4645152"/>
            <a:ext cx="3566160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White rust changes leaf water and structure more consistently than chlorophyll.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methods agree on each feature?</a:t>
            </a:r>
            <a:endParaRPr lang="en-US" sz="2800" dirty="0"/>
          </a:p>
        </p:txBody>
      </p:sp>
      <p:pic>
        <p:nvPicPr>
          <p:cNvPr id="4" name="Image 0" descr="Number of methods selecting each feature with AUC and dir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223760" cy="4693546"/>
          </a:xfrm>
          <a:prstGeom prst="rect">
            <a:avLst/>
          </a:prstGeom>
        </p:spPr>
      </p:pic>
      <p:sp>
        <p:nvSpPr>
          <p:cNvPr id="5" name="tier card"/>
          <p:cNvSpPr/>
          <p:nvPr/>
        </p:nvSpPr>
        <p:spPr>
          <a:xfrm>
            <a:off x="8046720" y="12801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ier dot"/>
          <p:cNvSpPr/>
          <p:nvPr/>
        </p:nvSpPr>
        <p:spPr>
          <a:xfrm>
            <a:off x="8183880" y="1417320"/>
            <a:ext cx="274320" cy="274320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549640" y="13258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Core (≥ 10 of 21 methods)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CR3 970-nm width (17), CR6 1940-nm position (13), CR6 1940-nm symmetry (10)</a:t>
            </a:r>
            <a:endParaRPr lang="en-US" sz="1400" dirty="0"/>
          </a:p>
        </p:txBody>
      </p:sp>
      <p:sp>
        <p:nvSpPr>
          <p:cNvPr id="8" name="tier card"/>
          <p:cNvSpPr/>
          <p:nvPr/>
        </p:nvSpPr>
        <p:spPr>
          <a:xfrm>
            <a:off x="8046720" y="26517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ier dot"/>
          <p:cNvSpPr/>
          <p:nvPr/>
        </p:nvSpPr>
        <p:spPr>
          <a:xfrm>
            <a:off x="8183880" y="2788920"/>
            <a:ext cx="274320" cy="274320"/>
          </a:xfrm>
          <a:prstGeom prst="ellipse">
            <a:avLst/>
          </a:prstGeom>
          <a:solidFill>
            <a:srgbClr val="3A86D9"/>
          </a:solidFill>
          <a:ln w="12700">
            <a:solidFill>
              <a:srgbClr val="3A86D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49640" y="26974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Supporting (5–9)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D1_1934 (9), D1_898 (8), D1_1724 (8), D1_1915 (6), D1_848 (6), D1_2306 (5)</a:t>
            </a:r>
            <a:endParaRPr lang="en-US" sz="1400" dirty="0"/>
          </a:p>
        </p:txBody>
      </p:sp>
      <p:sp>
        <p:nvSpPr>
          <p:cNvPr id="11" name="tier card"/>
          <p:cNvSpPr/>
          <p:nvPr/>
        </p:nvSpPr>
        <p:spPr>
          <a:xfrm>
            <a:off x="8046720" y="40233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ier dot"/>
          <p:cNvSpPr/>
          <p:nvPr/>
        </p:nvSpPr>
        <p:spPr>
          <a:xfrm>
            <a:off x="8183880" y="4160520"/>
            <a:ext cx="274320" cy="274320"/>
          </a:xfrm>
          <a:prstGeom prst="ellipse">
            <a:avLst/>
          </a:prstGeom>
          <a:solidFill>
            <a:srgbClr val="8BB7EE"/>
          </a:solidFill>
          <a:ln w="12700">
            <a:solidFill>
              <a:srgbClr val="8BB7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49640" y="4069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Complementary (3–4)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D1_872, D1_911, D1_832, D1_1945, D1_2223, ARI, D1_1744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Neighbouring 1-nm bands are interchangeable: the NIR-slope region 832–911 nm is stable even when the exact band varies.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disease-specific features: tier, AUC and direction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554480"/>
                <a:gridCol w="1371600"/>
                <a:gridCol w="914400"/>
                <a:gridCol w="219456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(of 21)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→ diseased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diseased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CR3 970-nm water band width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 → 60.9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 1940-nm water band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1912.2 → 1916.6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 1940-nm water band 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0.238 → 0.250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D1_1934 (1940-nm band wing)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 → 0.056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D1_898 (NIR slope)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−0.037 → 0.017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D1_1915 (1940-nm band wing)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−0.045 → −0.123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D1_848 (NIR slope)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−0.031 → 0.031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(anthocyanin index)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−1.003 → −0.593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D1_2223 (2200-nm dry matter)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−0.019 → 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D1_1724 (C–H 1730 nm)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Complementary*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−0.660 → −0.663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D1_2306 (C–H/N–H 2300 nm)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Complementary*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−0.607 → −0.647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2303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* weak alone (AUC &lt; 0.60) but complementary in multivariate models; used in the recommended 11-feature set.</a:t>
            </a:r>
            <a:endParaRPr lang="en-US" sz="1000" dirty="0"/>
          </a:p>
        </p:txBody>
      </p:sp>
      <p:sp>
        <p:nvSpPr>
          <p:cNvPr id="6" name="finding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85800" y="5605272"/>
            <a:ext cx="107899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Diseased leaves: narrower 970-nm band, 1940-nm band shifted to longer λ and more asymmetric, NIR slope turns positive.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across dates, growth stages and varieties</a:t>
            </a:r>
            <a:endParaRPr lang="en-US" sz="2800" dirty="0"/>
          </a:p>
        </p:txBody>
      </p:sp>
      <p:pic>
        <p:nvPicPr>
          <p:cNvPr id="4" name="Image 0" descr="AUC of each consensus feature within every date, growth stage and varie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223760" cy="483855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046720" y="1234440"/>
            <a:ext cx="3566160" cy="3931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seven stable features (3 water CR features, D1_1934, D1_1915, D1_848, D1_898) change in the same direction on all 4 dates, 3 stages and 3 varieties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Water-band position / symmetry and D1_1915 are strongest early (vegetative; AUC 0.86–0.93)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970-nm width is strongest at flowering and pod formation (AUC 0.79–0.87)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NIR-slope derivatives (D1_832–911) are the most even (AUC 0.69–0.90 in every stratum)</a:t>
            </a:r>
            <a:endParaRPr lang="en-US" sz="1400" dirty="0"/>
          </a:p>
        </p:txBody>
      </p:sp>
      <p:sp>
        <p:nvSpPr>
          <p:cNvPr id="6" name="finding box"/>
          <p:cNvSpPr/>
          <p:nvPr/>
        </p:nvSpPr>
        <p:spPr>
          <a:xfrm>
            <a:off x="8046720" y="521208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183880" y="5285232"/>
            <a:ext cx="329184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Caution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D1_1724 is not consistent alone (direction differs on 2 of 4 dates).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vs diseased leaves for the stable features</a:t>
            </a:r>
            <a:endParaRPr lang="en-US" sz="2800" dirty="0"/>
          </a:p>
        </p:txBody>
      </p:sp>
      <p:pic>
        <p:nvPicPr>
          <p:cNvPr id="4" name="Image 0" descr="Box plots of healthy and diseased leaves for eight stable feat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077" y="1143000"/>
            <a:ext cx="10013366" cy="47548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Diseased leaves: narrower 970-nm water band, 1940-nm band shifted to longer wavelengths, steeper 1940-nm wing, positive NIR slope, higher ARI.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disease-specific features mean physiologically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29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diseased leaves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970-nm water band width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narrower (64.2 → 60.9 nm)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/ redistributed leaf water: pustules rupture the epidermis and increase water 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1940-nm water band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shifted to longer λ (1912 → 1917 nm)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the water absorption shape (free vs bound water)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1940-nm water band 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asymmetric (0.238 → 0.250)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water signal, shape of the band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1915 / 1934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steeper wing of the 1940-nm band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Water-band depth and slope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D1 832–911 nm (848, 898)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turns from negative to slightly positive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Altered mesophyll scattering by hyphae, pustules and cell damage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(anthocyanin)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(−1.00 → −0.59)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Anthocyanin accumulation in stressed tissue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1724, 2223, 2306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shifts (weak alone)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C–H / N–H absorption of cellulose, lignin and proteins: dry-matter changes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icon circle"/>
          <p:cNvSpPr/>
          <p:nvPr/>
        </p:nvSpPr>
        <p:spPr>
          <a:xfrm>
            <a:off x="822960" y="5440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5571439"/>
            <a:ext cx="332842" cy="33284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554480" y="5440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Water loss</a:t>
            </a:r>
            <a:endParaRPr lang="en-US" sz="1600" dirty="0"/>
          </a:p>
        </p:txBody>
      </p:sp>
      <p:sp>
        <p:nvSpPr>
          <p:cNvPr id="8" name="icon circle"/>
          <p:cNvSpPr/>
          <p:nvPr/>
        </p:nvSpPr>
        <p:spPr>
          <a:xfrm>
            <a:off x="4480560" y="5440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19" y="5571439"/>
            <a:ext cx="332842" cy="33284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212080" y="5440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Structural damage</a:t>
            </a:r>
            <a:endParaRPr lang="en-US" sz="1600" dirty="0"/>
          </a:p>
        </p:txBody>
      </p:sp>
      <p:sp>
        <p:nvSpPr>
          <p:cNvPr id="11" name="icon circle"/>
          <p:cNvSpPr/>
          <p:nvPr/>
        </p:nvSpPr>
        <p:spPr>
          <a:xfrm>
            <a:off x="8138160" y="5440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919" y="5571439"/>
            <a:ext cx="332842" cy="33284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869680" y="5440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Pigment stress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1 summary: disease-specific features of white rust</a:t>
            </a:r>
            <a:endParaRPr lang="en-US" sz="2800" dirty="0"/>
          </a:p>
        </p:txBody>
      </p:sp>
      <p:sp>
        <p:nvSpPr>
          <p:cNvPr id="4" name="tier summary"/>
          <p:cNvSpPr/>
          <p:nvPr/>
        </p:nvSpPr>
        <p:spPr>
          <a:xfrm>
            <a:off x="548640" y="123444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ier label"/>
          <p:cNvSpPr/>
          <p:nvPr/>
        </p:nvSpPr>
        <p:spPr>
          <a:xfrm>
            <a:off x="731520" y="141732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17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· Core (always use)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32461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CR3 970-nm water band WIDTH — narrower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CR6 1940-nm band POSITION — longer λ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CR6 1940-nm band SYMMETRY — more asymmetric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8404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10–17 of 21 methods; same direction on every date, stage and variety</a:t>
            </a:r>
            <a:endParaRPr lang="en-US" sz="1200" dirty="0"/>
          </a:p>
        </p:txBody>
      </p:sp>
      <p:sp>
        <p:nvSpPr>
          <p:cNvPr id="9" name="tier summary"/>
          <p:cNvSpPr/>
          <p:nvPr/>
        </p:nvSpPr>
        <p:spPr>
          <a:xfrm>
            <a:off x="4297680" y="123444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er label"/>
          <p:cNvSpPr/>
          <p:nvPr/>
        </p:nvSpPr>
        <p:spPr>
          <a:xfrm>
            <a:off x="4480560" y="141732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0" y="1417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· Stable supporting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057400"/>
            <a:ext cx="32461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D1 1934 nm — higher in diseased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D1 1915 nm — lower in diseased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D1 848 nm and D1 898 nm — NIR slope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38404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6–9 methods; consistent in all strata; any band within ±10 nm works</a:t>
            </a:r>
            <a:endParaRPr lang="en-US" sz="1200" dirty="0"/>
          </a:p>
        </p:txBody>
      </p:sp>
      <p:sp>
        <p:nvSpPr>
          <p:cNvPr id="14" name="tier summary"/>
          <p:cNvSpPr/>
          <p:nvPr/>
        </p:nvSpPr>
        <p:spPr>
          <a:xfrm>
            <a:off x="8046720" y="123444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ier label"/>
          <p:cNvSpPr/>
          <p:nvPr/>
        </p:nvSpPr>
        <p:spPr>
          <a:xfrm>
            <a:off x="8229600" y="141732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D98A1C"/>
          </a:solidFill>
          <a:ln w="12700">
            <a:solidFill>
              <a:srgbClr val="D98A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1417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· Complementary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2057400"/>
            <a:ext cx="32461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ARI — anthocyanin index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D1 2223 nm — 2200-nm dry matter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D1 1724 / 2306 nm — C–H, N–H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38404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weak alone, but raise RF accuracy to 85.6 % and AUC to 0.91</a:t>
            </a:r>
            <a:endParaRPr lang="en-US" sz="1200" dirty="0"/>
          </a:p>
        </p:txBody>
      </p:sp>
      <p:sp>
        <p:nvSpPr>
          <p:cNvPr id="19" name="finding box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056632"/>
            <a:ext cx="10789920" cy="108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Take-home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White rust acts mainly through LEAF WATER (970- and 1940-nm bands), with mesophyll damage (NIR slope) and pigment stress (red-edge blue shift, ARI). A new index, MWRI = ND(R1810, R1830), reaches AUC 0.87 against 0.67 for the best published index.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 results: discrimination of healthy and diseased leaves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Preprocessing · 10 feature scenarios × 10 classifiers · feature-selection methods · transfer tests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preprocessing (E1)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7772400" y="1280160"/>
            <a:ext cx="3840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0956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94.6 %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7909560" y="2084832"/>
            <a:ext cx="35661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 derivative + logistic regression (best)</a:t>
            </a:r>
            <a:endParaRPr lang="en-US" sz="1300" dirty="0"/>
          </a:p>
        </p:txBody>
      </p:sp>
      <p:sp>
        <p:nvSpPr>
          <p:cNvPr id="8" name="stat card"/>
          <p:cNvSpPr/>
          <p:nvPr/>
        </p:nvSpPr>
        <p:spPr>
          <a:xfrm>
            <a:off x="7772400" y="2926080"/>
            <a:ext cx="3840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0956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92.1 %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3730752"/>
            <a:ext cx="35661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SNV + logistic regression</a:t>
            </a:r>
            <a:endParaRPr lang="en-US" sz="1300" dirty="0"/>
          </a:p>
        </p:txBody>
      </p:sp>
      <p:sp>
        <p:nvSpPr>
          <p:cNvPr id="11" name="finding box"/>
          <p:cNvSpPr/>
          <p:nvPr/>
        </p:nvSpPr>
        <p:spPr>
          <a:xfrm>
            <a:off x="7772400" y="4572000"/>
            <a:ext cx="384048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09560" y="4645152"/>
            <a:ext cx="3566160" cy="1499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First derivatives give the highest accuracy for every classifier: they remove the date-dependent brightness offset and keep the slope information that carries the disease signal.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comparison: 10 feature scenarios × 10 classifiers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PLS-DA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LS-SVM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Full spectrum (SNV)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94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97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1750" cap="flat" cmpd="sng" algn="ctr">
                      <a:solidFill>
                        <a:srgbClr val="D98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D98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D98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D98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D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7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8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4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97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Bands, robust sel.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F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E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E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E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FD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Veg. indices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E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2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D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1D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New NDSI (top-3)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D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D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8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A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3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3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B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AA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A2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88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Derivatives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3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3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A4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D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9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9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B1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A4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9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2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 Continuum removal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B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B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B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3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B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B1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B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B7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B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89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 Wavelets (CWT)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3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A4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2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8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8D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9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3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8D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6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 Combined F1–F6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9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9F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9C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2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1750" cap="flat" cmpd="sng" algn="ctr">
                      <a:solidFill>
                        <a:srgbClr val="D98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D98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D98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D98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A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9A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2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8B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8F6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 SPA bands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F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F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B0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9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E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1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A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A58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 GA-PLS bands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4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A7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E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9A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2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3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C5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95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484"/>
                    </a:solidFill>
                  </a:tcPr>
                </a:tc>
              </a:tr>
            </a:tbl>
          </a:graphicData>
        </a:graphic>
      </p:graphicFrame>
      <p:sp>
        <p:nvSpPr>
          <p:cNvPr id="5" name="finding box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5330952"/>
            <a:ext cx="10789920" cy="81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Highest BA: S1 full SNV spectrum + logistic regression (91.9 %). Best compact model: S8 combined features + LS-SVM (88.7 % with a median of 7 features). Single-family band and index selections (S2, S3) are weakest (≤ 67 %).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classifier works best?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0350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BA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LS-SVM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PLS-DA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6858000" y="5074920"/>
            <a:ext cx="4754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995160" y="5148072"/>
            <a:ext cx="4480560" cy="996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Kernel and neural models (LS-SVM, ELM, SVM) rank best (Friedman χ² = 1392.5, p &lt; 0.001); kNN and random forest rank worst.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models in detail: confusion matrices and metrics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188720"/>
                <a:gridCol w="1188720"/>
                <a:gridCol w="1188720"/>
                <a:gridCol w="11887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Best: S1 SNV spectrum + LR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 ± 0.7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Compact: S8 (~7 features) + LS-SVM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 ± 1.4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Best · spectra</a:t>
            </a:r>
            <a:endParaRPr lang="en-US" sz="130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2928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True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343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True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1780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333756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Best · plot-date</a:t>
            </a:r>
            <a:endParaRPr lang="en-US" sz="1300" dirty="0"/>
          </a:p>
        </p:txBody>
      </p:sp>
      <p:graphicFrame>
        <p:nvGraphicFramePr>
          <p:cNvPr id="9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2852928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True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47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True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 txBox="1"/>
          <p:nvPr/>
        </p:nvSpPr>
        <p:spPr>
          <a:xfrm>
            <a:off x="612648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Compact · spectra</a:t>
            </a:r>
            <a:endParaRPr lang="en-US" sz="1300" dirty="0"/>
          </a:p>
        </p:txBody>
      </p:sp>
      <p:graphicFrame>
        <p:nvGraphicFramePr>
          <p:cNvPr id="1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852928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True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334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True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217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1695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</a:tbl>
          </a:graphicData>
        </a:graphic>
      </p:graphicFrame>
      <p:sp>
        <p:nvSpPr>
          <p:cNvPr id="11" name="Text 4"/>
          <p:cNvSpPr txBox="1"/>
          <p:nvPr/>
        </p:nvSpPr>
        <p:spPr>
          <a:xfrm>
            <a:off x="891540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Compact · plot-date</a:t>
            </a:r>
            <a:endParaRPr lang="en-US" sz="1300" dirty="0"/>
          </a:p>
        </p:txBody>
      </p:sp>
      <p:graphicFrame>
        <p:nvGraphicFramePr>
          <p:cNvPr id="15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15400" y="2852928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True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True 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129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</a:tbl>
          </a:graphicData>
        </a:graphic>
      </p:graphicFrame>
      <p:sp>
        <p:nvSpPr>
          <p:cNvPr id="13" name="finding box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685800" y="4736592"/>
            <a:ext cx="10789920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finding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At the plot-date level the best model misclassifies only 1 of 48 healthy and 7 of 144 diseased plot-dates. Most spectrum-level errors are diseased-plot leaves predicted healthy — leaves in diseased plots may be symptom-free (plot-level labels).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feature-selection method gives the best 10 features?</a:t>
            </a:r>
            <a:endParaRPr lang="en-US" sz="2800" dirty="0"/>
          </a:p>
        </p:txBody>
      </p:sp>
      <p:pic>
        <p:nvPicPr>
          <p:cNvPr id="4" name="Image 0" descr="Accuracy of QDA and RF with ten features chosen by each of 23 metho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162" y="1188720"/>
            <a:ext cx="5596236" cy="5029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92240" y="1234440"/>
            <a:ext cx="512064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Wrappers win: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SFFS (QDA) 87.9 %, SVM-RFE 87.1 %, CARS 86.8 % (QDA)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Univariate filters: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78–81 %; tree importances 77–79 %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Weak: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PLS-VIP, J–M, SPA, CWT scalogram (67–72 %)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Redundancy control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(skip |r| ≥ 0.95) raises filters by 3.6–6.1 points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Accuracy levels off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 10–15 features</a:t>
            </a:r>
            <a:endParaRPr lang="en-US" sz="1500" dirty="0"/>
          </a:p>
        </p:txBody>
      </p:sp>
      <p:sp>
        <p:nvSpPr>
          <p:cNvPr id="6" name="finding box"/>
          <p:cNvSpPr/>
          <p:nvPr/>
        </p:nvSpPr>
        <p:spPr>
          <a:xfrm>
            <a:off x="6492240" y="4663440"/>
            <a:ext cx="51206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629400" y="4736592"/>
            <a:ext cx="4846320" cy="140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SFFS (QDA), SVM-RFE and CARS are not significantly different (Holm p = 0.55); every other method is significantly less accurate (Friedman χ² = 333.4, p &lt; 10⁻⁵⁷).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and stable: SVM-RFE ranks first</a:t>
            </a:r>
            <a:endParaRPr lang="en-US" sz="2800" dirty="0"/>
          </a:p>
        </p:txBody>
      </p:sp>
      <p:pic>
        <p:nvPicPr>
          <p:cNvPr id="4" name="Image 0" descr="Stability versus QDA accuracy for all feature-selection metho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583680" cy="4426417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822960"/>
                <a:gridCol w="82296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 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SVM-RFE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consensus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7406640" y="3474720"/>
            <a:ext cx="42062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543800" y="3547872"/>
            <a:ext cx="3931920" cy="2596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Accuracy and stability trade off: search wrappers (SFFS 0.24, GA 0.22) are unstable because many equally good combinations exist in collinear spectra. SVM-RFE is accurate with both QDA and RF and moderately stable; ReliefF is the most stable (0.84).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disease-specific features as a classifier</a:t>
            </a:r>
            <a:endParaRPr lang="en-US" sz="2800" dirty="0"/>
          </a:p>
        </p:txBody>
      </p:sp>
      <p:pic>
        <p:nvPicPr>
          <p:cNvPr id="4" name="Image 0" descr="Balanced accuracy of the stable feature sets with QDA and R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949440" cy="3957320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"/>
                <a:gridCol w="594360"/>
                <a:gridCol w="548640"/>
                <a:gridCol w="594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water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+ complementary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7772400" y="2880360"/>
            <a:ext cx="38404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909560" y="2953512"/>
            <a:ext cx="3566160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Stable features alone are not the most accurate. Adding four weak but complementary features (ARI, D1_1724, D1_2223, D1_2306) raises RF to 85.6 % and AUC to 0.91 — the recommended 11-feature set. Re-selecting with SVM-RFE in each training set remains best (87.2 %).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selectors inside the AI pipeline (E8)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7772400" y="12801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09560" y="1371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92.3 %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7909560" y="2034540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ReliefF top-10 + SVM (best 10-feature model)</a:t>
            </a:r>
            <a:endParaRPr lang="en-US" sz="1300" dirty="0"/>
          </a:p>
        </p:txBody>
      </p:sp>
      <p:sp>
        <p:nvSpPr>
          <p:cNvPr id="8" name="stat card"/>
          <p:cNvSpPr/>
          <p:nvPr/>
        </p:nvSpPr>
        <p:spPr>
          <a:xfrm>
            <a:off x="7772400" y="278892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0956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87.9 %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3543300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full 201-band SNV spectrum + SVM</a:t>
            </a:r>
            <a:endParaRPr lang="en-US" sz="1300" dirty="0"/>
          </a:p>
        </p:txBody>
      </p:sp>
      <p:sp>
        <p:nvSpPr>
          <p:cNvPr id="11" name="finding box"/>
          <p:cNvSpPr/>
          <p:nvPr/>
        </p:nvSpPr>
        <p:spPr>
          <a:xfrm>
            <a:off x="7772400" y="4297680"/>
            <a:ext cx="38404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09560" y="4370832"/>
            <a:ext cx="3566160" cy="1773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Ten well-chosen features match or beat the whole spectrum: ReliefF 92.3 %, Borda 91.8 %, CARS and SVM-RFE 91.3 % with an SVM.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feature combinations (OFCs, Tian et al. 2021)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949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OFC-LDA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OFC-kNN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OFC-SVM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disease-specific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spectrum (SNV)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7772400" y="4023360"/>
            <a:ext cx="38404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909560" y="4096512"/>
            <a:ext cx="3566160" cy="2048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Compact OFCs of 5–7 features keep full-spectrum accuracy. All nine disease-specific features + SVM reach 91.3 %, above the 201-band spectrum.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compact feature set: no multicollinearity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64008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FD1810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derivative, 1940-nm water shoulder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WF1800_s1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1800 nm, fine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WF1810_s4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1810 nm, scale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WF2040_s3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2040 nm (SWIR water)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derivative, NIR slope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CR1800–2100 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1940-nm water band 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WF710_s2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wavelet 710 nm, red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234440"/>
          <a:ext cx="4754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"/>
                <a:gridCol w="100584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VIF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Cond.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Date-stable ReliefF candidates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131,387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4,048,234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|r| &lt; 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128,254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VIF &lt;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set after SFFS-LDA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</a:tbl>
          </a:graphicData>
        </a:graphic>
      </p:graphicFrame>
      <p:sp>
        <p:nvSpPr>
          <p:cNvPr id="6" name="finding box"/>
          <p:cNvSpPr/>
          <p:nvPr/>
        </p:nvSpPr>
        <p:spPr>
          <a:xfrm>
            <a:off x="6858000" y="3429000"/>
            <a:ext cx="4754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995160" y="3502152"/>
            <a:ext cx="4480560" cy="1865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finding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seven final features (max |r| 0.69, max VIF 3.2) each add separate information. They fall in the same regions found in Objective 1: the 1940-nm water band, the NIR slope and the red edge — the two analyses agree.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3840480"/>
          <a:ext cx="60350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3"/>
          <p:cNvSpPr txBox="1"/>
          <p:nvPr/>
        </p:nvSpPr>
        <p:spPr>
          <a:xfrm>
            <a:off x="685800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A |r| &lt; 0.95 rule alone is not enough: ReliefF top-10 (max VIF 119) and Borda top-10 (74) remain collinear.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signal an instrument artefact? Detector-join check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60350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0" y="1234440"/>
            <a:ext cx="475488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Linear selectors pick bands next to the joins more often (SVM-RFE 4/10, ReliefF 8/10 near-join features)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Removing them costs SVM-RFE only 2.4 points (91.3 → 88.9 %)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Robust S8 loses most (−7.4) because it relies on 1800–1840 nm features</a:t>
            </a:r>
            <a:endParaRPr lang="en-US" sz="1500" dirty="0"/>
          </a:p>
        </p:txBody>
      </p:sp>
      <p:sp>
        <p:nvSpPr>
          <p:cNvPr id="6" name="finding box"/>
          <p:cNvSpPr/>
          <p:nvPr/>
        </p:nvSpPr>
        <p:spPr>
          <a:xfrm>
            <a:off x="6858000" y="4389120"/>
            <a:ext cx="47548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95160" y="4462272"/>
            <a:ext cx="4480560" cy="168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disease signal is not a detector artefact, but for a sensor use join-free features: SVM-RFE on join-free features is the safest choice.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within each date, variety and growth stage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74980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inding box"/>
          <p:cNvSpPr/>
          <p:nvPr/>
        </p:nvSpPr>
        <p:spPr>
          <a:xfrm>
            <a:off x="8321040" y="1280160"/>
            <a:ext cx="32918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458200" y="1353312"/>
            <a:ext cx="3017520" cy="2871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finding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With one pooled model every date, variety and stage stays above 86 % BA for the best model (lowest 13 Mar 86.9 %, highest 24 Feb 96.6 %). Varieties perform alike (89.5–93.8 %), so one model serves all three varieties.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32104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Best = S1 SNV + LR; Compact = S8 + LS-SVM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to an unseen date, variety or stage (E2)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74980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ransfer result"/>
          <p:cNvSpPr/>
          <p:nvPr/>
        </p:nvSpPr>
        <p:spPr>
          <a:xfrm>
            <a:off x="8321040" y="1280160"/>
            <a:ext cx="3291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45820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93–94 %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Unseen variety</a:t>
            </a:r>
            <a:endParaRPr lang="en-US" sz="2200" dirty="0"/>
          </a:p>
        </p:txBody>
      </p:sp>
      <p:sp>
        <p:nvSpPr>
          <p:cNvPr id="7" name="transfer result"/>
          <p:cNvSpPr/>
          <p:nvPr/>
        </p:nvSpPr>
        <p:spPr>
          <a:xfrm>
            <a:off x="8321040" y="2240280"/>
            <a:ext cx="3291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45820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78–87 %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Unseen stage</a:t>
            </a:r>
            <a:endParaRPr lang="en-US" sz="2200" dirty="0"/>
          </a:p>
        </p:txBody>
      </p:sp>
      <p:sp>
        <p:nvSpPr>
          <p:cNvPr id="9" name="transfer result"/>
          <p:cNvSpPr/>
          <p:nvPr/>
        </p:nvSpPr>
        <p:spPr>
          <a:xfrm>
            <a:off x="8321040" y="3200400"/>
            <a:ext cx="32918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5820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50–86 %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Unseen date</a:t>
            </a:r>
            <a:endParaRPr lang="en-US" sz="2200" dirty="0"/>
          </a:p>
        </p:txBody>
      </p:sp>
      <p:sp>
        <p:nvSpPr>
          <p:cNvPr id="11" name="finding box"/>
          <p:cNvSpPr/>
          <p:nvPr/>
        </p:nvSpPr>
        <p:spPr>
          <a:xfrm>
            <a:off x="8321040" y="4251960"/>
            <a:ext cx="329184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458200" y="4325112"/>
            <a:ext cx="3017520" cy="1819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model fails on 13 Mar (50 %) when that date is unseen: the late-season signature is absent from other dates. Every season stage must be in the training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Training-set size, multispectral sensors and metadata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18872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finding box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85800" y="4965192"/>
            <a:ext cx="10789920" cy="1179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finding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 rises from 83.1 % (12 plots) to 91.5 % (36 plots) without a plateau — more plots would help. Broad-band sensors lose much accuracy (Sentinel-2 ≤ 73.9 %, UAV ≤ 66.8 %): hyperspectral detail matters. Adding date / variety / stage as inputs changes BA by only −2.7 to +0.8 points (E3), so the spectral model is context-independent.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published accuracies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/ disease /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Tian et al. 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 leaf blast, per 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 0.65–0.99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 et al. 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 southern corn leaf blight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 0.87 / 0.93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2012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powdery mildew, 3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 0.89, κ 0.84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Zhu et al. 2017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Tobacco TMV, 4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 0.98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Nguyen et al. 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yellow rust, UAV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 0.79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derivative + LR (full spectrum)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0.95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SNV + LR (full spectrum, 25 repeats)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0.92, MCC 0.77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selected features + 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0.92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date-stable features + LS-SVM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0.89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DF"/>
                    </a:solidFill>
                  </a:tcPr>
                </a:tc>
              </a:tr>
            </a:tbl>
          </a:graphicData>
        </a:graphic>
      </p:graphicFrame>
      <p:sp>
        <p:nvSpPr>
          <p:cNvPr id="5" name="finding box"/>
          <p:cNvSpPr/>
          <p:nvPr/>
        </p:nvSpPr>
        <p:spPr>
          <a:xfrm>
            <a:off x="8138160" y="1280160"/>
            <a:ext cx="3474720" cy="39319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75320" y="1353312"/>
            <a:ext cx="3200400" cy="378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finding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Our accuracies are comparable with published single-experiment values although they were obtained under stricter validation (whole plots held out, selection and tuning inside training folds) and are reported as balanced accuracy and MCC because of the 1:5 class imbalance.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 summary: discrimination with AI models</a:t>
            </a:r>
            <a:endParaRPr lang="en-US" sz="2800" dirty="0"/>
          </a:p>
        </p:txBody>
      </p:sp>
      <p:sp>
        <p:nvSpPr>
          <p:cNvPr id="4" name="stat card"/>
          <p:cNvSpPr/>
          <p:nvPr/>
        </p:nvSpPr>
        <p:spPr>
          <a:xfrm>
            <a:off x="54864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94.6 %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28600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first-derivative spectrum + logistic regression (E1)</a:t>
            </a:r>
            <a:endParaRPr lang="en-US" sz="1300" dirty="0"/>
          </a:p>
        </p:txBody>
      </p:sp>
      <p:sp>
        <p:nvSpPr>
          <p:cNvPr id="7" name="stat card"/>
          <p:cNvSpPr/>
          <p:nvPr/>
        </p:nvSpPr>
        <p:spPr>
          <a:xfrm>
            <a:off x="3355848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93008" y="1371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91.9 %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3493008" y="228600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SNV spectrum + LR, MCC 0.77, AUC 0.976 (main CV)</a:t>
            </a:r>
            <a:endParaRPr lang="en-US" sz="1300" dirty="0"/>
          </a:p>
        </p:txBody>
      </p:sp>
      <p:sp>
        <p:nvSpPr>
          <p:cNvPr id="10" name="stat card"/>
          <p:cNvSpPr/>
          <p:nvPr/>
        </p:nvSpPr>
        <p:spPr>
          <a:xfrm>
            <a:off x="6163056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0216" y="1371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92.3 %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300216" y="228600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10 features (ReliefF) + SVM</a:t>
            </a:r>
            <a:endParaRPr lang="en-US" sz="1300" dirty="0"/>
          </a:p>
        </p:txBody>
      </p:sp>
      <p:sp>
        <p:nvSpPr>
          <p:cNvPr id="13" name="stat card"/>
          <p:cNvSpPr/>
          <p:nvPr/>
        </p:nvSpPr>
        <p:spPr>
          <a:xfrm>
            <a:off x="8970264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07424" y="13716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88.7 %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9107424" y="228600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~7 date-stable features + LS-SVM (sensor-ready)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429000"/>
            <a:ext cx="1106424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Preprocessing: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first derivatives remove the date offset and give the highest accuracy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Classifiers: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LS-SVM, ELM and SVM rank best; kNN and RF worst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Feature selection: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wrappers (SVM-RFE, SFFS, CARS) and ReliefF give the best compact sets; SVM-RFE is the best all-round method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Generalisation: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model serves all varieties (93–94 %), but every season stage must be in the training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conclusion header"/>
          <p:cNvSpPr/>
          <p:nvPr/>
        </p:nvSpPr>
        <p:spPr>
          <a:xfrm>
            <a:off x="548640" y="12344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34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Objective 1 · Characterisation</a:t>
            </a:r>
            <a:endParaRPr lang="en-US" sz="1700" dirty="0"/>
          </a:p>
        </p:txBody>
      </p:sp>
      <p:sp>
        <p:nvSpPr>
          <p:cNvPr id="6" name="conclusion number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chemeClr val="bg2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White rust raises visible and SWIR reflectance, blue-shifts the red edge and changes the NIR slope; significant after removing date, variety and stage effects.</a:t>
            </a:r>
            <a:endParaRPr lang="en-US" sz="1400" dirty="0"/>
          </a:p>
        </p:txBody>
      </p:sp>
      <p:sp>
        <p:nvSpPr>
          <p:cNvPr id="9" name="conclusion number"/>
          <p:cNvSpPr/>
          <p:nvPr/>
        </p:nvSpPr>
        <p:spPr>
          <a:xfrm>
            <a:off x="548640" y="3081528"/>
            <a:ext cx="411480" cy="411480"/>
          </a:xfrm>
          <a:prstGeom prst="ellipse">
            <a:avLst/>
          </a:prstGeom>
          <a:solidFill>
            <a:schemeClr val="bg2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0358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 dominates the spectra (31 % of variance vs 1.1 % for disease), so slope-based features are essential.</a:t>
            </a:r>
            <a:endParaRPr lang="en-US" sz="1400" dirty="0"/>
          </a:p>
        </p:txBody>
      </p:sp>
      <p:sp>
        <p:nvSpPr>
          <p:cNvPr id="12" name="conclusion number"/>
          <p:cNvSpPr/>
          <p:nvPr/>
        </p:nvSpPr>
        <p:spPr>
          <a:xfrm>
            <a:off x="548640" y="4151376"/>
            <a:ext cx="411480" cy="411480"/>
          </a:xfrm>
          <a:prstGeom prst="ellipse">
            <a:avLst/>
          </a:prstGeom>
          <a:solidFill>
            <a:schemeClr val="bg2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10565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most stable disease-specific features are leaf-water features: 970-nm band width and 1940-nm band position and symmetry (10–17 of 21 methods), plus 1915–1934 nm and NIR-slope (848–911 nm) derivatives.</a:t>
            </a:r>
            <a:endParaRPr lang="en-US" sz="1400" dirty="0"/>
          </a:p>
        </p:txBody>
      </p:sp>
      <p:sp>
        <p:nvSpPr>
          <p:cNvPr id="15" name="conclusion number"/>
          <p:cNvSpPr/>
          <p:nvPr/>
        </p:nvSpPr>
        <p:spPr>
          <a:xfrm>
            <a:off x="548640" y="5221224"/>
            <a:ext cx="411480" cy="411480"/>
          </a:xfrm>
          <a:prstGeom prst="ellipse">
            <a:avLst/>
          </a:prstGeom>
          <a:solidFill>
            <a:schemeClr val="bg2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221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517550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index MWRI = ND(R1810, R1830): AUC 0.87 vs 0.67 for the best of 46 published indices.</a:t>
            </a:r>
            <a:endParaRPr lang="en-US" sz="1400" dirty="0"/>
          </a:p>
        </p:txBody>
      </p:sp>
      <p:sp>
        <p:nvSpPr>
          <p:cNvPr id="18" name="conclusion header"/>
          <p:cNvSpPr/>
          <p:nvPr/>
        </p:nvSpPr>
        <p:spPr>
          <a:xfrm>
            <a:off x="6217920" y="12344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D98A1C"/>
          </a:solidFill>
          <a:ln w="12700">
            <a:solidFill>
              <a:srgbClr val="D98A1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1234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Objective 2 · Discrimination</a:t>
            </a:r>
            <a:endParaRPr lang="en-US" sz="1700" dirty="0"/>
          </a:p>
        </p:txBody>
      </p:sp>
      <p:sp>
        <p:nvSpPr>
          <p:cNvPr id="20" name="conclusion number"/>
          <p:cNvSpPr/>
          <p:nvPr/>
        </p:nvSpPr>
        <p:spPr>
          <a:xfrm>
            <a:off x="6217920" y="2011680"/>
            <a:ext cx="411480" cy="411480"/>
          </a:xfrm>
          <a:prstGeom prst="ellipse">
            <a:avLst/>
          </a:prstGeom>
          <a:solidFill>
            <a:schemeClr val="bg2"/>
          </a:solidFill>
          <a:ln w="12700">
            <a:solidFill>
              <a:srgbClr val="D98A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A1C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1965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pooled model: first-derivative / SNV full spectrum + logistic regression (BA 94.6 % / 91.9 %, AUC 0.976) under strict plot-grouped validation.</a:t>
            </a:r>
            <a:endParaRPr lang="en-US" sz="1400" dirty="0"/>
          </a:p>
        </p:txBody>
      </p:sp>
      <p:sp>
        <p:nvSpPr>
          <p:cNvPr id="23" name="conclusion number"/>
          <p:cNvSpPr/>
          <p:nvPr/>
        </p:nvSpPr>
        <p:spPr>
          <a:xfrm>
            <a:off x="6217920" y="3081528"/>
            <a:ext cx="411480" cy="411480"/>
          </a:xfrm>
          <a:prstGeom prst="ellipse">
            <a:avLst/>
          </a:prstGeom>
          <a:solidFill>
            <a:schemeClr val="bg2"/>
          </a:solidFill>
          <a:ln w="12700">
            <a:solidFill>
              <a:srgbClr val="D98A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A1C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30358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Ten features from ReliefF or SVM-RFE + SVM (91–92 %) match the whole spectrum; ~7 date-stable features + LS-SVM give 88.7 %.</a:t>
            </a:r>
            <a:endParaRPr lang="en-US" sz="1400" dirty="0"/>
          </a:p>
        </p:txBody>
      </p:sp>
      <p:sp>
        <p:nvSpPr>
          <p:cNvPr id="26" name="conclusion number"/>
          <p:cNvSpPr/>
          <p:nvPr/>
        </p:nvSpPr>
        <p:spPr>
          <a:xfrm>
            <a:off x="6217920" y="4151376"/>
            <a:ext cx="411480" cy="411480"/>
          </a:xfrm>
          <a:prstGeom prst="ellipse">
            <a:avLst/>
          </a:prstGeom>
          <a:solidFill>
            <a:schemeClr val="bg2"/>
          </a:solidFill>
          <a:ln w="12700">
            <a:solidFill>
              <a:srgbClr val="D98A1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A1C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410565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SVM-RFE is the best all-round selector (accurate, stable, robust to the detector-join check).</a:t>
            </a:r>
            <a:endParaRPr lang="en-US" sz="1400" dirty="0"/>
          </a:p>
        </p:txBody>
      </p:sp>
      <p:sp>
        <p:nvSpPr>
          <p:cNvPr id="29" name="conclusion number"/>
          <p:cNvSpPr/>
          <p:nvPr/>
        </p:nvSpPr>
        <p:spPr>
          <a:xfrm>
            <a:off x="6217920" y="5221224"/>
            <a:ext cx="411480" cy="411480"/>
          </a:xfrm>
          <a:prstGeom prst="ellipse">
            <a:avLst/>
          </a:prstGeom>
          <a:solidFill>
            <a:schemeClr val="bg2"/>
          </a:solidFill>
          <a:ln w="12700">
            <a:solidFill>
              <a:srgbClr val="D98A1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0" y="5221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A1C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766560" y="517550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model serves all varieties, but unseen dates fail and broad-band sensors lose accuracy: train on all season stages with hyperspectral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4" name="limitations card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18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141732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56819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4173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331720"/>
            <a:ext cx="4983480" cy="3749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Labels are plot-level: leaves in diseased plots may be symptom-free, which caps achievable accuracy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Only 12 healthy plots: the healthy class drives the uncertainty of every metric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strongest index (1810–1830 nm) lies next to the ASD 1800-nm detector join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One season and one site; severity (PDI) and leaf-layer scores were not available</a:t>
            </a:r>
            <a:endParaRPr lang="en-US" sz="1700" dirty="0"/>
          </a:p>
        </p:txBody>
      </p:sp>
      <p:sp>
        <p:nvSpPr>
          <p:cNvPr id="9" name="limitations card"/>
          <p:cNvSpPr/>
          <p:nvPr/>
        </p:nvSpPr>
        <p:spPr>
          <a:xfrm>
            <a:off x="6217920" y="1234440"/>
            <a:ext cx="5394960" cy="4937760"/>
          </a:xfrm>
          <a:prstGeom prst="roundRect">
            <a:avLst>
              <a:gd name="adj" fmla="val 18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9224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5681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60920" y="14173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446520" y="2331720"/>
            <a:ext cx="4983480" cy="3749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Score severity per leaf for severity regression and multi-class models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Validate on a second season / location as an independent test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Add pre-symptomatic dates with inoculated plots for early detection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PROSPECT-D inversion for pigment and water traits; upscale MWRI and join-free features to UAV / satellite bands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Ambroise C, McLachlan GJ (2002) Selection bias in gene extraction on the basis of microarray gene-expression data. PNAS 99:6562–6566.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Anderson MJ (2001) A new method for non-parametric multivariate analysis of variance. Austral Ecology 26:32–46.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Das B, Sahoo RN, et al. (2020) Discrimination of rice genotypes using field spectroradiometry. Geocarto International 35:64–77.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Demšar J (2006) Statistical comparisons of classifiers over multiple data sets. JMLR 7:1–30.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Guyon I, Weston J, Barnhill S, Vapnik V (2002) Gene selection for cancer classification using support vector machines. Machine Learning 46:389–422.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Kononenko I (1994) Estimating attributes: analysis and extensions of RELIEF. ECML-94, LNCS 784:171–182.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 H, Liang Y, Xu Q, Cao D (2009) Key wavelengths screening using competitive adaptive reweighted sampling. Analytica Chimica Acta 648:77–84.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Lv Z, Meng R, et al. (2023) Combining multiple spectral enhancement features for detection of southern corn leaf blight. Precision Agriculture 24:1593–1618.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172200" y="1234440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Mahlein A-K, Rumpf T, et al. (2013) Development of spectral indices for detecting and identifying plant diseases. Remote Sensing of Environment 128:21–30.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Mandal N, et al. (2023) Univariate and multivariate hyperspectral models of rice blast severity. Frontiers in Plant Science.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Pudil P, Novovičová J, Kittler J (1994) Floating search methods in feature selection. Pattern Recognition Letters 15:1119–1125.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Thomas S, Kuska MT, et al. (2018) Benefits of hyperspectral imaging for plant disease detection and plant protection. J Plant Dis Prot 125:5–20.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Tian L, Xue B, et al. (2021) Spectroscopic detection of rice leaf blast infection from asymptomatic to mild stages. Remote Sensing of Environment 257:112350.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Wei X, Johnson MA, et al. (2021) Identifying optimal wavelengths as disease signatures using hyperspectral sensor and machine learning. Remote Sensing 13:2833.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Zhang J-C, Pu R, et al. (2012) Detecting powdery mildew of winter wheat using leaf level hyperspectral measurements. Comput Electron Agric 85:13–23.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Zhu H, Chu B, et al. (2017) Hyperspectral imaging for presymptomatic detection of tobacco disease with SPA and machine-learning classifiers. Sci Rep 7:4125.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Questions and suggestions are welcome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Animesh Panda  ·  Division of Agricultural Physics, ICAR-IARI, New Delhi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tard Field">
  <a:themeElements>
    <a:clrScheme name="Mustard Field">
      <a:dk1>
        <a:srgbClr val="1F2A24"/>
      </a:dk1>
      <a:lt1>
        <a:srgbClr val="FFFFFF"/>
      </a:lt1>
      <a:dk2>
        <a:srgbClr val="1F3B2D"/>
      </a:dk2>
      <a:lt2>
        <a:srgbClr val="EEF4EF"/>
      </a:lt2>
      <a:accent1>
        <a:srgbClr val="2E7D4F"/>
      </a:accent1>
      <a:accent2>
        <a:srgbClr val="D98A1C"/>
      </a:accent2>
      <a:accent3>
        <a:srgbClr val="5B6660"/>
      </a:accent3>
      <a:accent4>
        <a:srgbClr val="9CC3A6"/>
      </a:accent4>
      <a:accent5>
        <a:srgbClr val="B5452F"/>
      </a:accent5>
      <a:accent6>
        <a:srgbClr val="F3D27A"/>
      </a:accent6>
      <a:hlink>
        <a:srgbClr val="2E7D4F"/>
      </a:hlink>
      <a:folHlink>
        <a:srgbClr val="5B6660"/>
      </a:folHlink>
    </a:clrScheme>
    <a:fontScheme name="Mustard F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rust of Indian mustard: disease-specific spectral features and AI-based discrimination</dc:title>
  <dc:subject>PptxGenJS Presentation</dc:subject>
  <dc:creator>Animesh Panda</dc:creator>
  <cp:lastModifiedBy>Animesh Panda</cp:lastModifiedBy>
  <cp:revision>1</cp:revision>
  <dcterms:created xsi:type="dcterms:W3CDTF">2026-10-15T23:57:17Z</dcterms:created>
  <dcterms:modified xsi:type="dcterms:W3CDTF">2026-10-15T23:57:17Z</dcterms:modified>
</cp:coreProperties>
</file>