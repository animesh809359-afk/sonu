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6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7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8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charts/chart9.xml" ContentType="application/vnd.openxmlformats-officedocument.drawingml.chart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10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11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charts/chart12.xml" ContentType="application/vnd.openxmlformats-officedocument.drawingml.chart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charts/chart15.xml" ContentType="application/vnd.openxmlformats-officedocument.drawingml.chart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charts/chart18.xml" ContentType="application/vnd.openxmlformats-officedocument.drawingml.chart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charts/chart21.xml" ContentType="application/vnd.openxmlformats-officedocument.drawingml.chart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charts/chart24.xml" ContentType="application/vnd.openxmlformats-officedocument.drawingml.chart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charts/chart25.xml" ContentType="application/vnd.openxmlformats-officedocument.drawingml.chart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charts/chart26.xml" ContentType="application/vnd.openxmlformats-officedocument.drawingml.chart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charts/chart27.xml" ContentType="application/vnd.openxmlformats-officedocument.drawingml.chart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charts/chart28.xml" ContentType="application/vnd.openxmlformats-officedocument.drawingml.chart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charts/chart29.xml" ContentType="application/vnd.openxmlformats-officedocument.drawingml.chart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</p:sldIdLst>
  <p:notesMasterIdLst>
    <p:notesMasterId r:id="rId6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e49c2fc-a3b1-bc3f-a57a-0055590177bf}">
          <p14:sldIdLst>
            <p14:sldId id="256"/>
            <p14:sldId id="257"/>
          </p14:sldIdLst>
        </p14:section>
        <p14:section name="1. Introduction" id="{ddea5d99-d94c-18a1-7f04-71eef12252c3}">
          <p14:sldIdLst>
            <p14:sldId id="258"/>
            <p14:sldId id="259"/>
            <p14:sldId id="260"/>
          </p14:sldIdLst>
        </p14:section>
        <p14:section name="2. Review of literature" id="{a5f4414c-8169-f360-d03b-7115527c7fbd}">
          <p14:sldIdLst>
            <p14:sldId id="261"/>
            <p14:sldId id="262"/>
            <p14:sldId id="263"/>
          </p14:sldIdLst>
        </p14:section>
        <p14:section name="3. Objectives" id="{ba98166f-62b2-968c-1dad-be4be3548cfc}">
          <p14:sldIdLst>
            <p14:sldId id="264"/>
            <p14:sldId id="265"/>
          </p14:sldIdLst>
        </p14:section>
        <p14:section name="4. Materials and methods" id="{0c018fb3-9242-219a-6edd-8fdce8158fcc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5. Results" id="{35c11123-9d74-e898-59d4-42441f9ccc71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</p14:sldIdLst>
        </p14:section>
        <p14:section name="6. Discussion and conclusions" id="{b1f0d225-ed8c-8afd-f9ab-dd25d217e42c}">
          <p14:sldIdLst>
            <p14:sldId id="304"/>
            <p14:sldId id="305"/>
            <p14:sldId id="306"/>
            <p14:sldId id="307"/>
            <p14:sldId id="308"/>
            <p14:sldId id="309"/>
            <p14:sldId id="310"/>
          </p14:sldIdLst>
        </p14:section>
        <p14:section name="References" id="{9c1e57bc-f183-3d62-c148-36722965e1ff}">
          <p14:sldIdLst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notesMaster" Target="notesMasters/notesMaster1.xml"/><Relationship Id="rId68" Type="http://schemas.openxmlformats.org/officeDocument/2006/relationships/presProps" Target="presProps.xml"/><Relationship Id="rId69" Type="http://schemas.openxmlformats.org/officeDocument/2006/relationships/viewProps" Target="viewProps.xml"/><Relationship Id="rId70" Type="http://schemas.openxmlformats.org/officeDocument/2006/relationships/theme" Target="theme/theme1.xml"/><Relationship Id="rId7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2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D2B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D2B"/>
                </a:solidFill>
                <a:latin typeface="+mj-lt"/>
              </a:rPr>
              <a:t>Diseased / healthy noise of raw plot averages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 D/H noise ratio</c:v>
                </c:pt>
              </c:strCache>
            </c:strRef>
          </c:tx>
          <c:spPr>
            <a:solidFill>
              <a:srgbClr val="B03A2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11 Feb</c:v>
                  </c:pt>
                  <c:pt idx="1">
                    <c:v>24 Feb</c:v>
                  </c:pt>
                  <c:pt idx="2">
                    <c:v>03 Mar</c:v>
                  </c:pt>
                  <c:pt idx="3">
                    <c:v>13 Mar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0.9826</c:v>
                </c:pt>
                <c:pt idx="1">
                  <c:v>0.87034</c:v>
                </c:pt>
                <c:pt idx="2">
                  <c:v>0.99274</c:v>
                </c:pt>
                <c:pt idx="3">
                  <c:v>0.90448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Expected from leaf numbers</c:v>
                </c:pt>
              </c:strCache>
            </c:strRef>
          </c:tx>
          <c:spPr>
            <a:solidFill>
              <a:srgbClr val="9E9E9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11 Feb</c:v>
                  </c:pt>
                  <c:pt idx="1">
                    <c:v>24 Feb</c:v>
                  </c:pt>
                  <c:pt idx="2">
                    <c:v>03 Mar</c:v>
                  </c:pt>
                  <c:pt idx="3">
                    <c:v>13 Mar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0.77894</c:v>
                </c:pt>
                <c:pt idx="1">
                  <c:v>0.7746</c:v>
                </c:pt>
                <c:pt idx="2">
                  <c:v>0.7746</c:v>
                </c:pt>
                <c:pt idx="3">
                  <c:v>0.7746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.6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33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3D2B"/>
                </a:solidFill>
                <a:latin typeface="+mj-lt"/>
              </a:defRPr>
            </a:pPr>
            <a:r>
              <a:rPr sz="1100" b="0" i="0" u="none" strike="noStrike">
                <a:solidFill>
                  <a:srgbClr val="1F3D2B"/>
                </a:solidFill>
                <a:latin typeface="+mj-lt"/>
              </a:rPr>
              <a:t>11 Feb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Healthy</c:v>
                </c:pt>
              </c:strCache>
            </c:strRef>
          </c:tx>
          <c:spPr>
            <a:solidFill>
              <a:srgbClr val="2E7D32"/>
            </a:solidFill>
            <a:ln w="25400" cap="flat">
              <a:solidFill>
                <a:srgbClr val="2E7D3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E7D32"/>
              </a:solidFill>
              <a:ln w="9525" cap="flat">
                <a:solidFill>
                  <a:srgbClr val="2E7D3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Sheet1!$A$2:$A$202</c:f>
              <c:multiLvlStrCache>
                <c:ptCount val="201"/>
                <c:lvl>
                  <c:pt idx="0">
                    <c:v>400</c:v>
                  </c:pt>
                  <c:pt idx="1">
                    <c:v>410</c:v>
                  </c:pt>
                  <c:pt idx="2">
                    <c:v>420</c:v>
                  </c:pt>
                  <c:pt idx="3">
                    <c:v>430</c:v>
                  </c:pt>
                  <c:pt idx="4">
                    <c:v>440</c:v>
                  </c:pt>
                  <c:pt idx="5">
                    <c:v>450</c:v>
                  </c:pt>
                  <c:pt idx="6">
                    <c:v>460</c:v>
                  </c:pt>
                  <c:pt idx="7">
                    <c:v>470</c:v>
                  </c:pt>
                  <c:pt idx="8">
                    <c:v>480</c:v>
                  </c:pt>
                  <c:pt idx="9">
                    <c:v>490</c:v>
                  </c:pt>
                  <c:pt idx="10">
                    <c:v>500</c:v>
                  </c:pt>
                  <c:pt idx="11">
                    <c:v>510</c:v>
                  </c:pt>
                  <c:pt idx="12">
                    <c:v>520</c:v>
                  </c:pt>
                  <c:pt idx="13">
                    <c:v>530</c:v>
                  </c:pt>
                  <c:pt idx="14">
                    <c:v>540</c:v>
                  </c:pt>
                  <c:pt idx="15">
                    <c:v>550</c:v>
                  </c:pt>
                  <c:pt idx="16">
                    <c:v>560</c:v>
                  </c:pt>
                  <c:pt idx="17">
                    <c:v>570</c:v>
                  </c:pt>
                  <c:pt idx="18">
                    <c:v>580</c:v>
                  </c:pt>
                  <c:pt idx="19">
                    <c:v>590</c:v>
                  </c:pt>
                  <c:pt idx="20">
                    <c:v>600</c:v>
                  </c:pt>
                  <c:pt idx="21">
                    <c:v>610</c:v>
                  </c:pt>
                  <c:pt idx="22">
                    <c:v>620</c:v>
                  </c:pt>
                  <c:pt idx="23">
                    <c:v>630</c:v>
                  </c:pt>
                  <c:pt idx="24">
                    <c:v>640</c:v>
                  </c:pt>
                  <c:pt idx="25">
                    <c:v>650</c:v>
                  </c:pt>
                  <c:pt idx="26">
                    <c:v>660</c:v>
                  </c:pt>
                  <c:pt idx="27">
                    <c:v>670</c:v>
                  </c:pt>
                  <c:pt idx="28">
                    <c:v>680</c:v>
                  </c:pt>
                  <c:pt idx="29">
                    <c:v>690</c:v>
                  </c:pt>
                  <c:pt idx="30">
                    <c:v>700</c:v>
                  </c:pt>
                  <c:pt idx="31">
                    <c:v>710</c:v>
                  </c:pt>
                  <c:pt idx="32">
                    <c:v>720</c:v>
                  </c:pt>
                  <c:pt idx="33">
                    <c:v>730</c:v>
                  </c:pt>
                  <c:pt idx="34">
                    <c:v>740</c:v>
                  </c:pt>
                  <c:pt idx="35">
                    <c:v>750</c:v>
                  </c:pt>
                  <c:pt idx="36">
                    <c:v>760</c:v>
                  </c:pt>
                  <c:pt idx="37">
                    <c:v>770</c:v>
                  </c:pt>
                  <c:pt idx="38">
                    <c:v>780</c:v>
                  </c:pt>
                  <c:pt idx="39">
                    <c:v>790</c:v>
                  </c:pt>
                  <c:pt idx="40">
                    <c:v>800</c:v>
                  </c:pt>
                  <c:pt idx="41">
                    <c:v>810</c:v>
                  </c:pt>
                  <c:pt idx="42">
                    <c:v>820</c:v>
                  </c:pt>
                  <c:pt idx="43">
                    <c:v>830</c:v>
                  </c:pt>
                  <c:pt idx="44">
                    <c:v>840</c:v>
                  </c:pt>
                  <c:pt idx="45">
                    <c:v>850</c:v>
                  </c:pt>
                  <c:pt idx="46">
                    <c:v>860</c:v>
                  </c:pt>
                  <c:pt idx="47">
                    <c:v>870</c:v>
                  </c:pt>
                  <c:pt idx="48">
                    <c:v>880</c:v>
                  </c:pt>
                  <c:pt idx="49">
                    <c:v>890</c:v>
                  </c:pt>
                  <c:pt idx="50">
                    <c:v>900</c:v>
                  </c:pt>
                  <c:pt idx="51">
                    <c:v>910</c:v>
                  </c:pt>
                  <c:pt idx="52">
                    <c:v>920</c:v>
                  </c:pt>
                  <c:pt idx="53">
                    <c:v>930</c:v>
                  </c:pt>
                  <c:pt idx="54">
                    <c:v>940</c:v>
                  </c:pt>
                  <c:pt idx="55">
                    <c:v>950</c:v>
                  </c:pt>
                  <c:pt idx="56">
                    <c:v>960</c:v>
                  </c:pt>
                  <c:pt idx="57">
                    <c:v>970</c:v>
                  </c:pt>
                  <c:pt idx="58">
                    <c:v>980</c:v>
                  </c:pt>
                  <c:pt idx="59">
                    <c:v>990</c:v>
                  </c:pt>
                  <c:pt idx="60">
                    <c:v>1000</c:v>
                  </c:pt>
                  <c:pt idx="61">
                    <c:v>1010</c:v>
                  </c:pt>
                  <c:pt idx="62">
                    <c:v>1020</c:v>
                  </c:pt>
                  <c:pt idx="63">
                    <c:v>1030</c:v>
                  </c:pt>
                  <c:pt idx="64">
                    <c:v>1040</c:v>
                  </c:pt>
                  <c:pt idx="65">
                    <c:v>1050</c:v>
                  </c:pt>
                  <c:pt idx="66">
                    <c:v>1060</c:v>
                  </c:pt>
                  <c:pt idx="67">
                    <c:v>1070</c:v>
                  </c:pt>
                  <c:pt idx="68">
                    <c:v>1080</c:v>
                  </c:pt>
                  <c:pt idx="69">
                    <c:v>1090</c:v>
                  </c:pt>
                  <c:pt idx="70">
                    <c:v>1100</c:v>
                  </c:pt>
                  <c:pt idx="71">
                    <c:v>1110</c:v>
                  </c:pt>
                  <c:pt idx="72">
                    <c:v>1120</c:v>
                  </c:pt>
                  <c:pt idx="73">
                    <c:v>1130</c:v>
                  </c:pt>
                  <c:pt idx="74">
                    <c:v>1140</c:v>
                  </c:pt>
                  <c:pt idx="75">
                    <c:v>1150</c:v>
                  </c:pt>
                  <c:pt idx="76">
                    <c:v>1160</c:v>
                  </c:pt>
                  <c:pt idx="77">
                    <c:v>1170</c:v>
                  </c:pt>
                  <c:pt idx="78">
                    <c:v>1180</c:v>
                  </c:pt>
                  <c:pt idx="79">
                    <c:v>1190</c:v>
                  </c:pt>
                  <c:pt idx="80">
                    <c:v>1200</c:v>
                  </c:pt>
                  <c:pt idx="81">
                    <c:v>1210</c:v>
                  </c:pt>
                  <c:pt idx="82">
                    <c:v>1220</c:v>
                  </c:pt>
                  <c:pt idx="83">
                    <c:v>1230</c:v>
                  </c:pt>
                  <c:pt idx="84">
                    <c:v>1240</c:v>
                  </c:pt>
                  <c:pt idx="85">
                    <c:v>1250</c:v>
                  </c:pt>
                  <c:pt idx="86">
                    <c:v>1260</c:v>
                  </c:pt>
                  <c:pt idx="87">
                    <c:v>1270</c:v>
                  </c:pt>
                  <c:pt idx="88">
                    <c:v>1280</c:v>
                  </c:pt>
                  <c:pt idx="89">
                    <c:v>1290</c:v>
                  </c:pt>
                  <c:pt idx="90">
                    <c:v>1300</c:v>
                  </c:pt>
                  <c:pt idx="91">
                    <c:v>1310</c:v>
                  </c:pt>
                  <c:pt idx="92">
                    <c:v>1320</c:v>
                  </c:pt>
                  <c:pt idx="93">
                    <c:v>1330</c:v>
                  </c:pt>
                  <c:pt idx="94">
                    <c:v>1340</c:v>
                  </c:pt>
                  <c:pt idx="95">
                    <c:v>1350</c:v>
                  </c:pt>
                  <c:pt idx="96">
                    <c:v>1360</c:v>
                  </c:pt>
                  <c:pt idx="97">
                    <c:v>1370</c:v>
                  </c:pt>
                  <c:pt idx="98">
                    <c:v>1380</c:v>
                  </c:pt>
                  <c:pt idx="99">
                    <c:v>1390</c:v>
                  </c:pt>
                  <c:pt idx="100">
                    <c:v>1400</c:v>
                  </c:pt>
                  <c:pt idx="101">
                    <c:v>1410</c:v>
                  </c:pt>
                  <c:pt idx="102">
                    <c:v>1420</c:v>
                  </c:pt>
                  <c:pt idx="103">
                    <c:v>1430</c:v>
                  </c:pt>
                  <c:pt idx="104">
                    <c:v>1440</c:v>
                  </c:pt>
                  <c:pt idx="105">
                    <c:v>1450</c:v>
                  </c:pt>
                  <c:pt idx="106">
                    <c:v>1460</c:v>
                  </c:pt>
                  <c:pt idx="107">
                    <c:v>1470</c:v>
                  </c:pt>
                  <c:pt idx="108">
                    <c:v>1480</c:v>
                  </c:pt>
                  <c:pt idx="109">
                    <c:v>1490</c:v>
                  </c:pt>
                  <c:pt idx="110">
                    <c:v>1500</c:v>
                  </c:pt>
                  <c:pt idx="111">
                    <c:v>1510</c:v>
                  </c:pt>
                  <c:pt idx="112">
                    <c:v>1520</c:v>
                  </c:pt>
                  <c:pt idx="113">
                    <c:v>1530</c:v>
                  </c:pt>
                  <c:pt idx="114">
                    <c:v>1540</c:v>
                  </c:pt>
                  <c:pt idx="115">
                    <c:v>1550</c:v>
                  </c:pt>
                  <c:pt idx="116">
                    <c:v>1560</c:v>
                  </c:pt>
                  <c:pt idx="117">
                    <c:v>1570</c:v>
                  </c:pt>
                  <c:pt idx="118">
                    <c:v>1580</c:v>
                  </c:pt>
                  <c:pt idx="119">
                    <c:v>1590</c:v>
                  </c:pt>
                  <c:pt idx="120">
                    <c:v>1600</c:v>
                  </c:pt>
                  <c:pt idx="121">
                    <c:v>1610</c:v>
                  </c:pt>
                  <c:pt idx="122">
                    <c:v>1620</c:v>
                  </c:pt>
                  <c:pt idx="123">
                    <c:v>1630</c:v>
                  </c:pt>
                  <c:pt idx="124">
                    <c:v>1640</c:v>
                  </c:pt>
                  <c:pt idx="125">
                    <c:v>1650</c:v>
                  </c:pt>
                  <c:pt idx="126">
                    <c:v>1660</c:v>
                  </c:pt>
                  <c:pt idx="127">
                    <c:v>1670</c:v>
                  </c:pt>
                  <c:pt idx="128">
                    <c:v>1680</c:v>
                  </c:pt>
                  <c:pt idx="129">
                    <c:v>1690</c:v>
                  </c:pt>
                  <c:pt idx="130">
                    <c:v>1700</c:v>
                  </c:pt>
                  <c:pt idx="131">
                    <c:v>1710</c:v>
                  </c:pt>
                  <c:pt idx="132">
                    <c:v>1720</c:v>
                  </c:pt>
                  <c:pt idx="133">
                    <c:v>1730</c:v>
                  </c:pt>
                  <c:pt idx="134">
                    <c:v>1740</c:v>
                  </c:pt>
                  <c:pt idx="135">
                    <c:v>1750</c:v>
                  </c:pt>
                  <c:pt idx="136">
                    <c:v>1760</c:v>
                  </c:pt>
                  <c:pt idx="137">
                    <c:v>1770</c:v>
                  </c:pt>
                  <c:pt idx="138">
                    <c:v>1780</c:v>
                  </c:pt>
                  <c:pt idx="139">
                    <c:v>1790</c:v>
                  </c:pt>
                  <c:pt idx="140">
                    <c:v>1800</c:v>
                  </c:pt>
                  <c:pt idx="141">
                    <c:v>1810</c:v>
                  </c:pt>
                  <c:pt idx="142">
                    <c:v>1820</c:v>
                  </c:pt>
                  <c:pt idx="143">
                    <c:v>1830</c:v>
                  </c:pt>
                  <c:pt idx="144">
                    <c:v>1840</c:v>
                  </c:pt>
                  <c:pt idx="145">
                    <c:v>1850</c:v>
                  </c:pt>
                  <c:pt idx="146">
                    <c:v>1860</c:v>
                  </c:pt>
                  <c:pt idx="147">
                    <c:v>1870</c:v>
                  </c:pt>
                  <c:pt idx="148">
                    <c:v>1880</c:v>
                  </c:pt>
                  <c:pt idx="149">
                    <c:v>1890</c:v>
                  </c:pt>
                  <c:pt idx="150">
                    <c:v>1900</c:v>
                  </c:pt>
                  <c:pt idx="151">
                    <c:v>1910</c:v>
                  </c:pt>
                  <c:pt idx="152">
                    <c:v>1920</c:v>
                  </c:pt>
                  <c:pt idx="153">
                    <c:v>1930</c:v>
                  </c:pt>
                  <c:pt idx="154">
                    <c:v>1940</c:v>
                  </c:pt>
                  <c:pt idx="155">
                    <c:v>1950</c:v>
                  </c:pt>
                  <c:pt idx="156">
                    <c:v>1960</c:v>
                  </c:pt>
                  <c:pt idx="157">
                    <c:v>1970</c:v>
                  </c:pt>
                  <c:pt idx="158">
                    <c:v>1980</c:v>
                  </c:pt>
                  <c:pt idx="159">
                    <c:v>1990</c:v>
                  </c:pt>
                  <c:pt idx="160">
                    <c:v>2000</c:v>
                  </c:pt>
                  <c:pt idx="161">
                    <c:v>2010</c:v>
                  </c:pt>
                  <c:pt idx="162">
                    <c:v>2020</c:v>
                  </c:pt>
                  <c:pt idx="163">
                    <c:v>2030</c:v>
                  </c:pt>
                  <c:pt idx="164">
                    <c:v>2040</c:v>
                  </c:pt>
                  <c:pt idx="165">
                    <c:v>2050</c:v>
                  </c:pt>
                  <c:pt idx="166">
                    <c:v>2060</c:v>
                  </c:pt>
                  <c:pt idx="167">
                    <c:v>2070</c:v>
                  </c:pt>
                  <c:pt idx="168">
                    <c:v>2080</c:v>
                  </c:pt>
                  <c:pt idx="169">
                    <c:v>2090</c:v>
                  </c:pt>
                  <c:pt idx="170">
                    <c:v>2100</c:v>
                  </c:pt>
                  <c:pt idx="171">
                    <c:v>2110</c:v>
                  </c:pt>
                  <c:pt idx="172">
                    <c:v>2120</c:v>
                  </c:pt>
                  <c:pt idx="173">
                    <c:v>2130</c:v>
                  </c:pt>
                  <c:pt idx="174">
                    <c:v>2140</c:v>
                  </c:pt>
                  <c:pt idx="175">
                    <c:v>2150</c:v>
                  </c:pt>
                  <c:pt idx="176">
                    <c:v>2160</c:v>
                  </c:pt>
                  <c:pt idx="177">
                    <c:v>2170</c:v>
                  </c:pt>
                  <c:pt idx="178">
                    <c:v>2180</c:v>
                  </c:pt>
                  <c:pt idx="179">
                    <c:v>2190</c:v>
                  </c:pt>
                  <c:pt idx="180">
                    <c:v>2200</c:v>
                  </c:pt>
                  <c:pt idx="181">
                    <c:v>2210</c:v>
                  </c:pt>
                  <c:pt idx="182">
                    <c:v>2220</c:v>
                  </c:pt>
                  <c:pt idx="183">
                    <c:v>2230</c:v>
                  </c:pt>
                  <c:pt idx="184">
                    <c:v>2240</c:v>
                  </c:pt>
                  <c:pt idx="185">
                    <c:v>2250</c:v>
                  </c:pt>
                  <c:pt idx="186">
                    <c:v>2260</c:v>
                  </c:pt>
                  <c:pt idx="187">
                    <c:v>2270</c:v>
                  </c:pt>
                  <c:pt idx="188">
                    <c:v>2280</c:v>
                  </c:pt>
                  <c:pt idx="189">
                    <c:v>2290</c:v>
                  </c:pt>
                  <c:pt idx="190">
                    <c:v>2300</c:v>
                  </c:pt>
                  <c:pt idx="191">
                    <c:v>2310</c:v>
                  </c:pt>
                  <c:pt idx="192">
                    <c:v>2320</c:v>
                  </c:pt>
                  <c:pt idx="193">
                    <c:v>2330</c:v>
                  </c:pt>
                  <c:pt idx="194">
                    <c:v>2340</c:v>
                  </c:pt>
                  <c:pt idx="195">
                    <c:v>2350</c:v>
                  </c:pt>
                  <c:pt idx="196">
                    <c:v>2360</c:v>
                  </c:pt>
                  <c:pt idx="197">
                    <c:v>2370</c:v>
                  </c:pt>
                  <c:pt idx="198">
                    <c:v>2380</c:v>
                  </c:pt>
                  <c:pt idx="199">
                    <c:v>2390</c:v>
                  </c:pt>
                  <c:pt idx="200">
                    <c:v>2400</c:v>
                  </c:pt>
                </c:lvl>
              </c:multiLvlStrCache>
            </c:multiLvlStrRef>
          </c:cat>
          <c:val>
            <c:numRef>
              <c:f>Sheet1!$B$2:$B$202</c:f>
              <c:numCache>
                <c:formatCode>General</c:formatCode>
                <c:ptCount val="201"/>
                <c:pt idx="0">
                  <c:v>0.30057</c:v>
                </c:pt>
                <c:pt idx="1">
                  <c:v>0.2911</c:v>
                </c:pt>
                <c:pt idx="2">
                  <c:v>0.27721</c:v>
                </c:pt>
                <c:pt idx="3">
                  <c:v>0.26044</c:v>
                </c:pt>
                <c:pt idx="4">
                  <c:v>0.2423</c:v>
                </c:pt>
                <c:pt idx="5">
                  <c:v>0.2264</c:v>
                </c:pt>
                <c:pt idx="6">
                  <c:v>0.21084</c:v>
                </c:pt>
                <c:pt idx="7">
                  <c:v>0.19592</c:v>
                </c:pt>
                <c:pt idx="8">
                  <c:v>0.18313</c:v>
                </c:pt>
                <c:pt idx="9">
                  <c:v>0.1731</c:v>
                </c:pt>
                <c:pt idx="10">
                  <c:v>0.16901</c:v>
                </c:pt>
                <c:pt idx="11">
                  <c:v>0.17719</c:v>
                </c:pt>
                <c:pt idx="12">
                  <c:v>0.20785</c:v>
                </c:pt>
                <c:pt idx="13">
                  <c:v>0.24864</c:v>
                </c:pt>
                <c:pt idx="14">
                  <c:v>0.26639</c:v>
                </c:pt>
                <c:pt idx="15">
                  <c:v>0.26788</c:v>
                </c:pt>
                <c:pt idx="16">
                  <c:v>0.25319</c:v>
                </c:pt>
                <c:pt idx="17">
                  <c:v>0.2211</c:v>
                </c:pt>
                <c:pt idx="18">
                  <c:v>0.18894</c:v>
                </c:pt>
                <c:pt idx="19">
                  <c:v>0.17069</c:v>
                </c:pt>
                <c:pt idx="20">
                  <c:v>0.16124</c:v>
                </c:pt>
                <c:pt idx="21">
                  <c:v>0.14808</c:v>
                </c:pt>
                <c:pt idx="22">
                  <c:v>0.13417</c:v>
                </c:pt>
                <c:pt idx="23">
                  <c:v>0.12823</c:v>
                </c:pt>
                <c:pt idx="24">
                  <c:v>0.12282</c:v>
                </c:pt>
                <c:pt idx="25">
                  <c:v>0.11307</c:v>
                </c:pt>
                <c:pt idx="26">
                  <c:v>0.10376</c:v>
                </c:pt>
                <c:pt idx="27">
                  <c:v>0.09744</c:v>
                </c:pt>
                <c:pt idx="28">
                  <c:v>0.09856</c:v>
                </c:pt>
                <c:pt idx="29">
                  <c:v>0.11332</c:v>
                </c:pt>
                <c:pt idx="30">
                  <c:v>0.18706</c:v>
                </c:pt>
                <c:pt idx="31">
                  <c:v>0.3135</c:v>
                </c:pt>
                <c:pt idx="32">
                  <c:v>0.44501</c:v>
                </c:pt>
                <c:pt idx="33">
                  <c:v>0.55087</c:v>
                </c:pt>
                <c:pt idx="34">
                  <c:v>0.61152</c:v>
                </c:pt>
                <c:pt idx="35">
                  <c:v>0.63731</c:v>
                </c:pt>
                <c:pt idx="36">
                  <c:v>0.6448</c:v>
                </c:pt>
                <c:pt idx="37">
                  <c:v>0.64546</c:v>
                </c:pt>
                <c:pt idx="38">
                  <c:v>0.64433</c:v>
                </c:pt>
                <c:pt idx="39">
                  <c:v>0.6432</c:v>
                </c:pt>
                <c:pt idx="40">
                  <c:v>0.64226</c:v>
                </c:pt>
                <c:pt idx="41">
                  <c:v>0.64137</c:v>
                </c:pt>
                <c:pt idx="42">
                  <c:v>0.64042</c:v>
                </c:pt>
                <c:pt idx="43">
                  <c:v>0.63916</c:v>
                </c:pt>
                <c:pt idx="44">
                  <c:v>0.63812</c:v>
                </c:pt>
                <c:pt idx="45">
                  <c:v>0.63758</c:v>
                </c:pt>
                <c:pt idx="46">
                  <c:v>0.63711</c:v>
                </c:pt>
                <c:pt idx="47">
                  <c:v>0.6366</c:v>
                </c:pt>
                <c:pt idx="48">
                  <c:v>0.63591</c:v>
                </c:pt>
                <c:pt idx="49">
                  <c:v>0.6352</c:v>
                </c:pt>
                <c:pt idx="50">
                  <c:v>0.63462</c:v>
                </c:pt>
                <c:pt idx="51">
                  <c:v>0.63413</c:v>
                </c:pt>
                <c:pt idx="52">
                  <c:v>0.63301</c:v>
                </c:pt>
                <c:pt idx="53">
                  <c:v>0.62973</c:v>
                </c:pt>
                <c:pt idx="54">
                  <c:v>0.62326</c:v>
                </c:pt>
                <c:pt idx="55">
                  <c:v>0.61299</c:v>
                </c:pt>
                <c:pt idx="56">
                  <c:v>0.60117</c:v>
                </c:pt>
                <c:pt idx="57">
                  <c:v>0.5968</c:v>
                </c:pt>
                <c:pt idx="58">
                  <c:v>0.59697</c:v>
                </c:pt>
                <c:pt idx="59">
                  <c:v>0.59984</c:v>
                </c:pt>
                <c:pt idx="60">
                  <c:v>0.60339</c:v>
                </c:pt>
                <c:pt idx="61">
                  <c:v>0.60708</c:v>
                </c:pt>
                <c:pt idx="62">
                  <c:v>0.61244</c:v>
                </c:pt>
                <c:pt idx="63">
                  <c:v>0.61707</c:v>
                </c:pt>
                <c:pt idx="64">
                  <c:v>0.62021</c:v>
                </c:pt>
                <c:pt idx="65">
                  <c:v>0.62208</c:v>
                </c:pt>
                <c:pt idx="66">
                  <c:v>0.62311</c:v>
                </c:pt>
                <c:pt idx="67">
                  <c:v>0.62355</c:v>
                </c:pt>
                <c:pt idx="68">
                  <c:v>0.62316</c:v>
                </c:pt>
                <c:pt idx="69">
                  <c:v>0.62173</c:v>
                </c:pt>
                <c:pt idx="70">
                  <c:v>0.6196</c:v>
                </c:pt>
                <c:pt idx="71">
                  <c:v>0.61674</c:v>
                </c:pt>
                <c:pt idx="72">
                  <c:v>0.61228</c:v>
                </c:pt>
                <c:pt idx="73">
                  <c:v>0.60103</c:v>
                </c:pt>
                <c:pt idx="74">
                  <c:v>0.5774</c:v>
                </c:pt>
                <c:pt idx="75">
                  <c:v>0.55227</c:v>
                </c:pt>
                <c:pt idx="76">
                  <c:v>0.53999</c:v>
                </c:pt>
                <c:pt idx="77">
                  <c:v>0.53694</c:v>
                </c:pt>
                <c:pt idx="78">
                  <c:v>0.53676</c:v>
                </c:pt>
                <c:pt idx="79">
                  <c:v>0.53748</c:v>
                </c:pt>
                <c:pt idx="80">
                  <c:v>0.53993</c:v>
                </c:pt>
                <c:pt idx="81">
                  <c:v>0.54352</c:v>
                </c:pt>
                <c:pt idx="82">
                  <c:v>0.54381</c:v>
                </c:pt>
                <c:pt idx="83">
                  <c:v>0.5429</c:v>
                </c:pt>
                <c:pt idx="84">
                  <c:v>0.54379</c:v>
                </c:pt>
                <c:pt idx="85">
                  <c:v>0.54553</c:v>
                </c:pt>
                <c:pt idx="86">
                  <c:v>0.54632</c:v>
                </c:pt>
                <c:pt idx="87">
                  <c:v>0.545</c:v>
                </c:pt>
                <c:pt idx="88">
                  <c:v>0.54157</c:v>
                </c:pt>
                <c:pt idx="89">
                  <c:v>0.53547</c:v>
                </c:pt>
                <c:pt idx="90">
                  <c:v>0.52582</c:v>
                </c:pt>
                <c:pt idx="91">
                  <c:v>0.51136</c:v>
                </c:pt>
                <c:pt idx="92">
                  <c:v>0.49143</c:v>
                </c:pt>
                <c:pt idx="93">
                  <c:v>0.46679</c:v>
                </c:pt>
                <c:pt idx="94">
                  <c:v>0.44128</c:v>
                </c:pt>
                <c:pt idx="95">
                  <c:v>0.41864</c:v>
                </c:pt>
                <c:pt idx="96">
                  <c:v>0.39696</c:v>
                </c:pt>
                <c:pt idx="97">
                  <c:v>0.36511</c:v>
                </c:pt>
                <c:pt idx="98">
                  <c:v>0.30747</c:v>
                </c:pt>
                <c:pt idx="99">
                  <c:v>0.22778</c:v>
                </c:pt>
                <c:pt idx="100">
                  <c:v>0.16016</c:v>
                </c:pt>
                <c:pt idx="101">
                  <c:v>0.12395</c:v>
                </c:pt>
                <c:pt idx="102">
                  <c:v>0.10797</c:v>
                </c:pt>
                <c:pt idx="103">
                  <c:v>0.10073</c:v>
                </c:pt>
                <c:pt idx="104">
                  <c:v>0.0975</c:v>
                </c:pt>
                <c:pt idx="105">
                  <c:v>0.09655</c:v>
                </c:pt>
                <c:pt idx="106">
                  <c:v>0.09774</c:v>
                </c:pt>
                <c:pt idx="107">
                  <c:v>0.10225</c:v>
                </c:pt>
                <c:pt idx="108">
                  <c:v>0.11005</c:v>
                </c:pt>
                <c:pt idx="109">
                  <c:v>0.12037</c:v>
                </c:pt>
                <c:pt idx="110">
                  <c:v>0.1327</c:v>
                </c:pt>
                <c:pt idx="111">
                  <c:v>0.14668</c:v>
                </c:pt>
                <c:pt idx="112">
                  <c:v>0.16186</c:v>
                </c:pt>
                <c:pt idx="113">
                  <c:v>0.17779</c:v>
                </c:pt>
                <c:pt idx="114">
                  <c:v>0.194</c:v>
                </c:pt>
                <c:pt idx="115">
                  <c:v>0.21006</c:v>
                </c:pt>
                <c:pt idx="116">
                  <c:v>0.22557</c:v>
                </c:pt>
                <c:pt idx="117">
                  <c:v>0.24006</c:v>
                </c:pt>
                <c:pt idx="118">
                  <c:v>0.25345</c:v>
                </c:pt>
                <c:pt idx="119">
                  <c:v>0.26565</c:v>
                </c:pt>
                <c:pt idx="120">
                  <c:v>0.27663</c:v>
                </c:pt>
                <c:pt idx="121">
                  <c:v>0.28641</c:v>
                </c:pt>
                <c:pt idx="122">
                  <c:v>0.29513</c:v>
                </c:pt>
                <c:pt idx="123">
                  <c:v>0.30279</c:v>
                </c:pt>
                <c:pt idx="124">
                  <c:v>0.30938</c:v>
                </c:pt>
                <c:pt idx="125">
                  <c:v>0.31498</c:v>
                </c:pt>
                <c:pt idx="126">
                  <c:v>0.31943</c:v>
                </c:pt>
                <c:pt idx="127">
                  <c:v>0.32268</c:v>
                </c:pt>
                <c:pt idx="128">
                  <c:v>0.32559</c:v>
                </c:pt>
                <c:pt idx="129">
                  <c:v>0.32989</c:v>
                </c:pt>
                <c:pt idx="130">
                  <c:v>0.33445</c:v>
                </c:pt>
                <c:pt idx="131">
                  <c:v>0.33737</c:v>
                </c:pt>
                <c:pt idx="132">
                  <c:v>0.33878</c:v>
                </c:pt>
                <c:pt idx="133">
                  <c:v>0.33043</c:v>
                </c:pt>
                <c:pt idx="134">
                  <c:v>0.3102</c:v>
                </c:pt>
                <c:pt idx="135">
                  <c:v>0.29591</c:v>
                </c:pt>
                <c:pt idx="136">
                  <c:v>0.28429</c:v>
                </c:pt>
                <c:pt idx="137">
                  <c:v>0.26918</c:v>
                </c:pt>
                <c:pt idx="138">
                  <c:v>0.25774</c:v>
                </c:pt>
                <c:pt idx="139">
                  <c:v>0.2532</c:v>
                </c:pt>
                <c:pt idx="140">
                  <c:v>0.25246</c:v>
                </c:pt>
                <c:pt idx="141">
                  <c:v>0.25353</c:v>
                </c:pt>
                <c:pt idx="142">
                  <c:v>0.25327</c:v>
                </c:pt>
                <c:pt idx="143">
                  <c:v>0.24927</c:v>
                </c:pt>
                <c:pt idx="144">
                  <c:v>0.23959</c:v>
                </c:pt>
                <c:pt idx="145">
                  <c:v>0.22026</c:v>
                </c:pt>
                <c:pt idx="146">
                  <c:v>0.18705</c:v>
                </c:pt>
                <c:pt idx="147">
                  <c:v>0.14134</c:v>
                </c:pt>
                <c:pt idx="148">
                  <c:v>0.09717</c:v>
                </c:pt>
                <c:pt idx="149">
                  <c:v>0.07134</c:v>
                </c:pt>
                <c:pt idx="150">
                  <c:v>0.06266</c:v>
                </c:pt>
                <c:pt idx="151">
                  <c:v>0.06124</c:v>
                </c:pt>
                <c:pt idx="152">
                  <c:v>0.06136</c:v>
                </c:pt>
                <c:pt idx="153">
                  <c:v>0.06165</c:v>
                </c:pt>
                <c:pt idx="154">
                  <c:v>0.06183</c:v>
                </c:pt>
                <c:pt idx="155">
                  <c:v>0.06194</c:v>
                </c:pt>
                <c:pt idx="156">
                  <c:v>0.06219</c:v>
                </c:pt>
                <c:pt idx="157">
                  <c:v>0.0627</c:v>
                </c:pt>
                <c:pt idx="158">
                  <c:v>0.06341</c:v>
                </c:pt>
                <c:pt idx="159">
                  <c:v>0.06443</c:v>
                </c:pt>
                <c:pt idx="160">
                  <c:v>0.06584</c:v>
                </c:pt>
                <c:pt idx="161">
                  <c:v>0.06767</c:v>
                </c:pt>
                <c:pt idx="162">
                  <c:v>0.06989</c:v>
                </c:pt>
                <c:pt idx="163">
                  <c:v>0.07263</c:v>
                </c:pt>
                <c:pt idx="164">
                  <c:v>0.07582</c:v>
                </c:pt>
                <c:pt idx="165">
                  <c:v>0.07934</c:v>
                </c:pt>
                <c:pt idx="166">
                  <c:v>0.08323</c:v>
                </c:pt>
                <c:pt idx="167">
                  <c:v>0.08766</c:v>
                </c:pt>
                <c:pt idx="168">
                  <c:v>0.09264</c:v>
                </c:pt>
                <c:pt idx="169">
                  <c:v>0.09807</c:v>
                </c:pt>
                <c:pt idx="170">
                  <c:v>0.10378</c:v>
                </c:pt>
                <c:pt idx="171">
                  <c:v>0.1098</c:v>
                </c:pt>
                <c:pt idx="172">
                  <c:v>0.11595</c:v>
                </c:pt>
                <c:pt idx="173">
                  <c:v>0.12174</c:v>
                </c:pt>
                <c:pt idx="174">
                  <c:v>0.12672</c:v>
                </c:pt>
                <c:pt idx="175">
                  <c:v>0.13062</c:v>
                </c:pt>
                <c:pt idx="176">
                  <c:v>0.13368</c:v>
                </c:pt>
                <c:pt idx="177">
                  <c:v>0.13632</c:v>
                </c:pt>
                <c:pt idx="178">
                  <c:v>0.13883</c:v>
                </c:pt>
                <c:pt idx="179">
                  <c:v>0.14117</c:v>
                </c:pt>
                <c:pt idx="180">
                  <c:v>0.143</c:v>
                </c:pt>
                <c:pt idx="181">
                  <c:v>0.1443</c:v>
                </c:pt>
                <c:pt idx="182">
                  <c:v>0.145</c:v>
                </c:pt>
                <c:pt idx="183">
                  <c:v>0.14516</c:v>
                </c:pt>
                <c:pt idx="184">
                  <c:v>0.14525</c:v>
                </c:pt>
                <c:pt idx="185">
                  <c:v>0.14631</c:v>
                </c:pt>
                <c:pt idx="186">
                  <c:v>0.14903</c:v>
                </c:pt>
                <c:pt idx="187">
                  <c:v>0.15282</c:v>
                </c:pt>
                <c:pt idx="188">
                  <c:v>0.15524</c:v>
                </c:pt>
                <c:pt idx="189">
                  <c:v>0.15844</c:v>
                </c:pt>
                <c:pt idx="190">
                  <c:v>0.16642</c:v>
                </c:pt>
                <c:pt idx="191">
                  <c:v>0.16434</c:v>
                </c:pt>
                <c:pt idx="192">
                  <c:v>0.14409</c:v>
                </c:pt>
                <c:pt idx="193">
                  <c:v>0.1331</c:v>
                </c:pt>
                <c:pt idx="194">
                  <c:v>0.13377</c:v>
                </c:pt>
                <c:pt idx="195">
                  <c:v>0.1314</c:v>
                </c:pt>
                <c:pt idx="196">
                  <c:v>0.11962</c:v>
                </c:pt>
                <c:pt idx="197">
                  <c:v>0.1136</c:v>
                </c:pt>
                <c:pt idx="198">
                  <c:v>0.10952</c:v>
                </c:pt>
                <c:pt idx="199">
                  <c:v>0.10547</c:v>
                </c:pt>
                <c:pt idx="200">
                  <c:v>0.10236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Diseased</c:v>
                </c:pt>
              </c:strCache>
            </c:strRef>
          </c:tx>
          <c:spPr>
            <a:solidFill>
              <a:srgbClr val="D08A00"/>
            </a:solidFill>
            <a:ln w="25400" cap="flat">
              <a:solidFill>
                <a:srgbClr val="D08A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08A00"/>
              </a:solidFill>
              <a:ln w="9525" cap="flat">
                <a:solidFill>
                  <a:srgbClr val="D08A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Sheet1!$A$2:$A$202</c:f>
              <c:multiLvlStrCache>
                <c:ptCount val="201"/>
                <c:lvl>
                  <c:pt idx="0">
                    <c:v>400</c:v>
                  </c:pt>
                  <c:pt idx="1">
                    <c:v>410</c:v>
                  </c:pt>
                  <c:pt idx="2">
                    <c:v>420</c:v>
                  </c:pt>
                  <c:pt idx="3">
                    <c:v>430</c:v>
                  </c:pt>
                  <c:pt idx="4">
                    <c:v>440</c:v>
                  </c:pt>
                  <c:pt idx="5">
                    <c:v>450</c:v>
                  </c:pt>
                  <c:pt idx="6">
                    <c:v>460</c:v>
                  </c:pt>
                  <c:pt idx="7">
                    <c:v>470</c:v>
                  </c:pt>
                  <c:pt idx="8">
                    <c:v>480</c:v>
                  </c:pt>
                  <c:pt idx="9">
                    <c:v>490</c:v>
                  </c:pt>
                  <c:pt idx="10">
                    <c:v>500</c:v>
                  </c:pt>
                  <c:pt idx="11">
                    <c:v>510</c:v>
                  </c:pt>
                  <c:pt idx="12">
                    <c:v>520</c:v>
                  </c:pt>
                  <c:pt idx="13">
                    <c:v>530</c:v>
                  </c:pt>
                  <c:pt idx="14">
                    <c:v>540</c:v>
                  </c:pt>
                  <c:pt idx="15">
                    <c:v>550</c:v>
                  </c:pt>
                  <c:pt idx="16">
                    <c:v>560</c:v>
                  </c:pt>
                  <c:pt idx="17">
                    <c:v>570</c:v>
                  </c:pt>
                  <c:pt idx="18">
                    <c:v>580</c:v>
                  </c:pt>
                  <c:pt idx="19">
                    <c:v>590</c:v>
                  </c:pt>
                  <c:pt idx="20">
                    <c:v>600</c:v>
                  </c:pt>
                  <c:pt idx="21">
                    <c:v>610</c:v>
                  </c:pt>
                  <c:pt idx="22">
                    <c:v>620</c:v>
                  </c:pt>
                  <c:pt idx="23">
                    <c:v>630</c:v>
                  </c:pt>
                  <c:pt idx="24">
                    <c:v>640</c:v>
                  </c:pt>
                  <c:pt idx="25">
                    <c:v>650</c:v>
                  </c:pt>
                  <c:pt idx="26">
                    <c:v>660</c:v>
                  </c:pt>
                  <c:pt idx="27">
                    <c:v>670</c:v>
                  </c:pt>
                  <c:pt idx="28">
                    <c:v>680</c:v>
                  </c:pt>
                  <c:pt idx="29">
                    <c:v>690</c:v>
                  </c:pt>
                  <c:pt idx="30">
                    <c:v>700</c:v>
                  </c:pt>
                  <c:pt idx="31">
                    <c:v>710</c:v>
                  </c:pt>
                  <c:pt idx="32">
                    <c:v>720</c:v>
                  </c:pt>
                  <c:pt idx="33">
                    <c:v>730</c:v>
                  </c:pt>
                  <c:pt idx="34">
                    <c:v>740</c:v>
                  </c:pt>
                  <c:pt idx="35">
                    <c:v>750</c:v>
                  </c:pt>
                  <c:pt idx="36">
                    <c:v>760</c:v>
                  </c:pt>
                  <c:pt idx="37">
                    <c:v>770</c:v>
                  </c:pt>
                  <c:pt idx="38">
                    <c:v>780</c:v>
                  </c:pt>
                  <c:pt idx="39">
                    <c:v>790</c:v>
                  </c:pt>
                  <c:pt idx="40">
                    <c:v>800</c:v>
                  </c:pt>
                  <c:pt idx="41">
                    <c:v>810</c:v>
                  </c:pt>
                  <c:pt idx="42">
                    <c:v>820</c:v>
                  </c:pt>
                  <c:pt idx="43">
                    <c:v>830</c:v>
                  </c:pt>
                  <c:pt idx="44">
                    <c:v>840</c:v>
                  </c:pt>
                  <c:pt idx="45">
                    <c:v>850</c:v>
                  </c:pt>
                  <c:pt idx="46">
                    <c:v>860</c:v>
                  </c:pt>
                  <c:pt idx="47">
                    <c:v>870</c:v>
                  </c:pt>
                  <c:pt idx="48">
                    <c:v>880</c:v>
                  </c:pt>
                  <c:pt idx="49">
                    <c:v>890</c:v>
                  </c:pt>
                  <c:pt idx="50">
                    <c:v>900</c:v>
                  </c:pt>
                  <c:pt idx="51">
                    <c:v>910</c:v>
                  </c:pt>
                  <c:pt idx="52">
                    <c:v>920</c:v>
                  </c:pt>
                  <c:pt idx="53">
                    <c:v>930</c:v>
                  </c:pt>
                  <c:pt idx="54">
                    <c:v>940</c:v>
                  </c:pt>
                  <c:pt idx="55">
                    <c:v>950</c:v>
                  </c:pt>
                  <c:pt idx="56">
                    <c:v>960</c:v>
                  </c:pt>
                  <c:pt idx="57">
                    <c:v>970</c:v>
                  </c:pt>
                  <c:pt idx="58">
                    <c:v>980</c:v>
                  </c:pt>
                  <c:pt idx="59">
                    <c:v>990</c:v>
                  </c:pt>
                  <c:pt idx="60">
                    <c:v>1000</c:v>
                  </c:pt>
                  <c:pt idx="61">
                    <c:v>1010</c:v>
                  </c:pt>
                  <c:pt idx="62">
                    <c:v>1020</c:v>
                  </c:pt>
                  <c:pt idx="63">
                    <c:v>1030</c:v>
                  </c:pt>
                  <c:pt idx="64">
                    <c:v>1040</c:v>
                  </c:pt>
                  <c:pt idx="65">
                    <c:v>1050</c:v>
                  </c:pt>
                  <c:pt idx="66">
                    <c:v>1060</c:v>
                  </c:pt>
                  <c:pt idx="67">
                    <c:v>1070</c:v>
                  </c:pt>
                  <c:pt idx="68">
                    <c:v>1080</c:v>
                  </c:pt>
                  <c:pt idx="69">
                    <c:v>1090</c:v>
                  </c:pt>
                  <c:pt idx="70">
                    <c:v>1100</c:v>
                  </c:pt>
                  <c:pt idx="71">
                    <c:v>1110</c:v>
                  </c:pt>
                  <c:pt idx="72">
                    <c:v>1120</c:v>
                  </c:pt>
                  <c:pt idx="73">
                    <c:v>1130</c:v>
                  </c:pt>
                  <c:pt idx="74">
                    <c:v>1140</c:v>
                  </c:pt>
                  <c:pt idx="75">
                    <c:v>1150</c:v>
                  </c:pt>
                  <c:pt idx="76">
                    <c:v>1160</c:v>
                  </c:pt>
                  <c:pt idx="77">
                    <c:v>1170</c:v>
                  </c:pt>
                  <c:pt idx="78">
                    <c:v>1180</c:v>
                  </c:pt>
                  <c:pt idx="79">
                    <c:v>1190</c:v>
                  </c:pt>
                  <c:pt idx="80">
                    <c:v>1200</c:v>
                  </c:pt>
                  <c:pt idx="81">
                    <c:v>1210</c:v>
                  </c:pt>
                  <c:pt idx="82">
                    <c:v>1220</c:v>
                  </c:pt>
                  <c:pt idx="83">
                    <c:v>1230</c:v>
                  </c:pt>
                  <c:pt idx="84">
                    <c:v>1240</c:v>
                  </c:pt>
                  <c:pt idx="85">
                    <c:v>1250</c:v>
                  </c:pt>
                  <c:pt idx="86">
                    <c:v>1260</c:v>
                  </c:pt>
                  <c:pt idx="87">
                    <c:v>1270</c:v>
                  </c:pt>
                  <c:pt idx="88">
                    <c:v>1280</c:v>
                  </c:pt>
                  <c:pt idx="89">
                    <c:v>1290</c:v>
                  </c:pt>
                  <c:pt idx="90">
                    <c:v>1300</c:v>
                  </c:pt>
                  <c:pt idx="91">
                    <c:v>1310</c:v>
                  </c:pt>
                  <c:pt idx="92">
                    <c:v>1320</c:v>
                  </c:pt>
                  <c:pt idx="93">
                    <c:v>1330</c:v>
                  </c:pt>
                  <c:pt idx="94">
                    <c:v>1340</c:v>
                  </c:pt>
                  <c:pt idx="95">
                    <c:v>1350</c:v>
                  </c:pt>
                  <c:pt idx="96">
                    <c:v>1360</c:v>
                  </c:pt>
                  <c:pt idx="97">
                    <c:v>1370</c:v>
                  </c:pt>
                  <c:pt idx="98">
                    <c:v>1380</c:v>
                  </c:pt>
                  <c:pt idx="99">
                    <c:v>1390</c:v>
                  </c:pt>
                  <c:pt idx="100">
                    <c:v>1400</c:v>
                  </c:pt>
                  <c:pt idx="101">
                    <c:v>1410</c:v>
                  </c:pt>
                  <c:pt idx="102">
                    <c:v>1420</c:v>
                  </c:pt>
                  <c:pt idx="103">
                    <c:v>1430</c:v>
                  </c:pt>
                  <c:pt idx="104">
                    <c:v>1440</c:v>
                  </c:pt>
                  <c:pt idx="105">
                    <c:v>1450</c:v>
                  </c:pt>
                  <c:pt idx="106">
                    <c:v>1460</c:v>
                  </c:pt>
                  <c:pt idx="107">
                    <c:v>1470</c:v>
                  </c:pt>
                  <c:pt idx="108">
                    <c:v>1480</c:v>
                  </c:pt>
                  <c:pt idx="109">
                    <c:v>1490</c:v>
                  </c:pt>
                  <c:pt idx="110">
                    <c:v>1500</c:v>
                  </c:pt>
                  <c:pt idx="111">
                    <c:v>1510</c:v>
                  </c:pt>
                  <c:pt idx="112">
                    <c:v>1520</c:v>
                  </c:pt>
                  <c:pt idx="113">
                    <c:v>1530</c:v>
                  </c:pt>
                  <c:pt idx="114">
                    <c:v>1540</c:v>
                  </c:pt>
                  <c:pt idx="115">
                    <c:v>1550</c:v>
                  </c:pt>
                  <c:pt idx="116">
                    <c:v>1560</c:v>
                  </c:pt>
                  <c:pt idx="117">
                    <c:v>1570</c:v>
                  </c:pt>
                  <c:pt idx="118">
                    <c:v>1580</c:v>
                  </c:pt>
                  <c:pt idx="119">
                    <c:v>1590</c:v>
                  </c:pt>
                  <c:pt idx="120">
                    <c:v>1600</c:v>
                  </c:pt>
                  <c:pt idx="121">
                    <c:v>1610</c:v>
                  </c:pt>
                  <c:pt idx="122">
                    <c:v>1620</c:v>
                  </c:pt>
                  <c:pt idx="123">
                    <c:v>1630</c:v>
                  </c:pt>
                  <c:pt idx="124">
                    <c:v>1640</c:v>
                  </c:pt>
                  <c:pt idx="125">
                    <c:v>1650</c:v>
                  </c:pt>
                  <c:pt idx="126">
                    <c:v>1660</c:v>
                  </c:pt>
                  <c:pt idx="127">
                    <c:v>1670</c:v>
                  </c:pt>
                  <c:pt idx="128">
                    <c:v>1680</c:v>
                  </c:pt>
                  <c:pt idx="129">
                    <c:v>1690</c:v>
                  </c:pt>
                  <c:pt idx="130">
                    <c:v>1700</c:v>
                  </c:pt>
                  <c:pt idx="131">
                    <c:v>1710</c:v>
                  </c:pt>
                  <c:pt idx="132">
                    <c:v>1720</c:v>
                  </c:pt>
                  <c:pt idx="133">
                    <c:v>1730</c:v>
                  </c:pt>
                  <c:pt idx="134">
                    <c:v>1740</c:v>
                  </c:pt>
                  <c:pt idx="135">
                    <c:v>1750</c:v>
                  </c:pt>
                  <c:pt idx="136">
                    <c:v>1760</c:v>
                  </c:pt>
                  <c:pt idx="137">
                    <c:v>1770</c:v>
                  </c:pt>
                  <c:pt idx="138">
                    <c:v>1780</c:v>
                  </c:pt>
                  <c:pt idx="139">
                    <c:v>1790</c:v>
                  </c:pt>
                  <c:pt idx="140">
                    <c:v>1800</c:v>
                  </c:pt>
                  <c:pt idx="141">
                    <c:v>1810</c:v>
                  </c:pt>
                  <c:pt idx="142">
                    <c:v>1820</c:v>
                  </c:pt>
                  <c:pt idx="143">
                    <c:v>1830</c:v>
                  </c:pt>
                  <c:pt idx="144">
                    <c:v>1840</c:v>
                  </c:pt>
                  <c:pt idx="145">
                    <c:v>1850</c:v>
                  </c:pt>
                  <c:pt idx="146">
                    <c:v>1860</c:v>
                  </c:pt>
                  <c:pt idx="147">
                    <c:v>1870</c:v>
                  </c:pt>
                  <c:pt idx="148">
                    <c:v>1880</c:v>
                  </c:pt>
                  <c:pt idx="149">
                    <c:v>1890</c:v>
                  </c:pt>
                  <c:pt idx="150">
                    <c:v>1900</c:v>
                  </c:pt>
                  <c:pt idx="151">
                    <c:v>1910</c:v>
                  </c:pt>
                  <c:pt idx="152">
                    <c:v>1920</c:v>
                  </c:pt>
                  <c:pt idx="153">
                    <c:v>1930</c:v>
                  </c:pt>
                  <c:pt idx="154">
                    <c:v>1940</c:v>
                  </c:pt>
                  <c:pt idx="155">
                    <c:v>1950</c:v>
                  </c:pt>
                  <c:pt idx="156">
                    <c:v>1960</c:v>
                  </c:pt>
                  <c:pt idx="157">
                    <c:v>1970</c:v>
                  </c:pt>
                  <c:pt idx="158">
                    <c:v>1980</c:v>
                  </c:pt>
                  <c:pt idx="159">
                    <c:v>1990</c:v>
                  </c:pt>
                  <c:pt idx="160">
                    <c:v>2000</c:v>
                  </c:pt>
                  <c:pt idx="161">
                    <c:v>2010</c:v>
                  </c:pt>
                  <c:pt idx="162">
                    <c:v>2020</c:v>
                  </c:pt>
                  <c:pt idx="163">
                    <c:v>2030</c:v>
                  </c:pt>
                  <c:pt idx="164">
                    <c:v>2040</c:v>
                  </c:pt>
                  <c:pt idx="165">
                    <c:v>2050</c:v>
                  </c:pt>
                  <c:pt idx="166">
                    <c:v>2060</c:v>
                  </c:pt>
                  <c:pt idx="167">
                    <c:v>2070</c:v>
                  </c:pt>
                  <c:pt idx="168">
                    <c:v>2080</c:v>
                  </c:pt>
                  <c:pt idx="169">
                    <c:v>2090</c:v>
                  </c:pt>
                  <c:pt idx="170">
                    <c:v>2100</c:v>
                  </c:pt>
                  <c:pt idx="171">
                    <c:v>2110</c:v>
                  </c:pt>
                  <c:pt idx="172">
                    <c:v>2120</c:v>
                  </c:pt>
                  <c:pt idx="173">
                    <c:v>2130</c:v>
                  </c:pt>
                  <c:pt idx="174">
                    <c:v>2140</c:v>
                  </c:pt>
                  <c:pt idx="175">
                    <c:v>2150</c:v>
                  </c:pt>
                  <c:pt idx="176">
                    <c:v>2160</c:v>
                  </c:pt>
                  <c:pt idx="177">
                    <c:v>2170</c:v>
                  </c:pt>
                  <c:pt idx="178">
                    <c:v>2180</c:v>
                  </c:pt>
                  <c:pt idx="179">
                    <c:v>2190</c:v>
                  </c:pt>
                  <c:pt idx="180">
                    <c:v>2200</c:v>
                  </c:pt>
                  <c:pt idx="181">
                    <c:v>2210</c:v>
                  </c:pt>
                  <c:pt idx="182">
                    <c:v>2220</c:v>
                  </c:pt>
                  <c:pt idx="183">
                    <c:v>2230</c:v>
                  </c:pt>
                  <c:pt idx="184">
                    <c:v>2240</c:v>
                  </c:pt>
                  <c:pt idx="185">
                    <c:v>2250</c:v>
                  </c:pt>
                  <c:pt idx="186">
                    <c:v>2260</c:v>
                  </c:pt>
                  <c:pt idx="187">
                    <c:v>2270</c:v>
                  </c:pt>
                  <c:pt idx="188">
                    <c:v>2280</c:v>
                  </c:pt>
                  <c:pt idx="189">
                    <c:v>2290</c:v>
                  </c:pt>
                  <c:pt idx="190">
                    <c:v>2300</c:v>
                  </c:pt>
                  <c:pt idx="191">
                    <c:v>2310</c:v>
                  </c:pt>
                  <c:pt idx="192">
                    <c:v>2320</c:v>
                  </c:pt>
                  <c:pt idx="193">
                    <c:v>2330</c:v>
                  </c:pt>
                  <c:pt idx="194">
                    <c:v>2340</c:v>
                  </c:pt>
                  <c:pt idx="195">
                    <c:v>2350</c:v>
                  </c:pt>
                  <c:pt idx="196">
                    <c:v>2360</c:v>
                  </c:pt>
                  <c:pt idx="197">
                    <c:v>2370</c:v>
                  </c:pt>
                  <c:pt idx="198">
                    <c:v>2380</c:v>
                  </c:pt>
                  <c:pt idx="199">
                    <c:v>2390</c:v>
                  </c:pt>
                  <c:pt idx="200">
                    <c:v>2400</c:v>
                  </c:pt>
                </c:lvl>
              </c:multiLvlStrCache>
            </c:multiLvlStrRef>
          </c:cat>
          <c:val>
            <c:numRef>
              <c:f>Sheet1!$C$2:$C$202</c:f>
              <c:numCache>
                <c:formatCode>General</c:formatCode>
                <c:ptCount val="201"/>
                <c:pt idx="0">
                  <c:v>0.2938</c:v>
                </c:pt>
                <c:pt idx="1">
                  <c:v>0.28382</c:v>
                </c:pt>
                <c:pt idx="2">
                  <c:v>0.2699</c:v>
                </c:pt>
                <c:pt idx="3">
                  <c:v>0.25302</c:v>
                </c:pt>
                <c:pt idx="4">
                  <c:v>0.23495</c:v>
                </c:pt>
                <c:pt idx="5">
                  <c:v>0.21939</c:v>
                </c:pt>
                <c:pt idx="6">
                  <c:v>0.20402</c:v>
                </c:pt>
                <c:pt idx="7">
                  <c:v>0.18931</c:v>
                </c:pt>
                <c:pt idx="8">
                  <c:v>0.17684</c:v>
                </c:pt>
                <c:pt idx="9">
                  <c:v>0.16713</c:v>
                </c:pt>
                <c:pt idx="10">
                  <c:v>0.16324</c:v>
                </c:pt>
                <c:pt idx="11">
                  <c:v>0.17109</c:v>
                </c:pt>
                <c:pt idx="12">
                  <c:v>0.20047</c:v>
                </c:pt>
                <c:pt idx="13">
                  <c:v>0.23918</c:v>
                </c:pt>
                <c:pt idx="14">
                  <c:v>0.2558</c:v>
                </c:pt>
                <c:pt idx="15">
                  <c:v>0.25724</c:v>
                </c:pt>
                <c:pt idx="16">
                  <c:v>0.24319</c:v>
                </c:pt>
                <c:pt idx="17">
                  <c:v>0.21258</c:v>
                </c:pt>
                <c:pt idx="18">
                  <c:v>0.18211</c:v>
                </c:pt>
                <c:pt idx="19">
                  <c:v>0.16485</c:v>
                </c:pt>
                <c:pt idx="20">
                  <c:v>0.15585</c:v>
                </c:pt>
                <c:pt idx="21">
                  <c:v>0.14334</c:v>
                </c:pt>
                <c:pt idx="22">
                  <c:v>0.13023</c:v>
                </c:pt>
                <c:pt idx="23">
                  <c:v>0.12464</c:v>
                </c:pt>
                <c:pt idx="24">
                  <c:v>0.11926</c:v>
                </c:pt>
                <c:pt idx="25">
                  <c:v>0.10985</c:v>
                </c:pt>
                <c:pt idx="26">
                  <c:v>0.10111</c:v>
                </c:pt>
                <c:pt idx="27">
                  <c:v>0.09516</c:v>
                </c:pt>
                <c:pt idx="28">
                  <c:v>0.0964</c:v>
                </c:pt>
                <c:pt idx="29">
                  <c:v>0.11114</c:v>
                </c:pt>
                <c:pt idx="30">
                  <c:v>0.18308</c:v>
                </c:pt>
                <c:pt idx="31">
                  <c:v>0.30622</c:v>
                </c:pt>
                <c:pt idx="32">
                  <c:v>0.43486</c:v>
                </c:pt>
                <c:pt idx="33">
                  <c:v>0.5387</c:v>
                </c:pt>
                <c:pt idx="34">
                  <c:v>0.59846</c:v>
                </c:pt>
                <c:pt idx="35">
                  <c:v>0.62405</c:v>
                </c:pt>
                <c:pt idx="36">
                  <c:v>0.6316</c:v>
                </c:pt>
                <c:pt idx="37">
                  <c:v>0.63248</c:v>
                </c:pt>
                <c:pt idx="38">
                  <c:v>0.63152</c:v>
                </c:pt>
                <c:pt idx="39">
                  <c:v>0.6306</c:v>
                </c:pt>
                <c:pt idx="40">
                  <c:v>0.6299</c:v>
                </c:pt>
                <c:pt idx="41">
                  <c:v>0.62921</c:v>
                </c:pt>
                <c:pt idx="42">
                  <c:v>0.62849</c:v>
                </c:pt>
                <c:pt idx="43">
                  <c:v>0.6275</c:v>
                </c:pt>
                <c:pt idx="44">
                  <c:v>0.62678</c:v>
                </c:pt>
                <c:pt idx="45">
                  <c:v>0.62655</c:v>
                </c:pt>
                <c:pt idx="46">
                  <c:v>0.62644</c:v>
                </c:pt>
                <c:pt idx="47">
                  <c:v>0.62624</c:v>
                </c:pt>
                <c:pt idx="48">
                  <c:v>0.62591</c:v>
                </c:pt>
                <c:pt idx="49">
                  <c:v>0.62557</c:v>
                </c:pt>
                <c:pt idx="50">
                  <c:v>0.62531</c:v>
                </c:pt>
                <c:pt idx="51">
                  <c:v>0.62518</c:v>
                </c:pt>
                <c:pt idx="52">
                  <c:v>0.62436</c:v>
                </c:pt>
                <c:pt idx="53">
                  <c:v>0.62153</c:v>
                </c:pt>
                <c:pt idx="54">
                  <c:v>0.61549</c:v>
                </c:pt>
                <c:pt idx="55">
                  <c:v>0.60578</c:v>
                </c:pt>
                <c:pt idx="56">
                  <c:v>0.5946</c:v>
                </c:pt>
                <c:pt idx="57">
                  <c:v>0.5907</c:v>
                </c:pt>
                <c:pt idx="58">
                  <c:v>0.59121</c:v>
                </c:pt>
                <c:pt idx="59">
                  <c:v>0.59441</c:v>
                </c:pt>
                <c:pt idx="60">
                  <c:v>0.59818</c:v>
                </c:pt>
                <c:pt idx="61">
                  <c:v>0.60186</c:v>
                </c:pt>
                <c:pt idx="62">
                  <c:v>0.60728</c:v>
                </c:pt>
                <c:pt idx="63">
                  <c:v>0.61189</c:v>
                </c:pt>
                <c:pt idx="64">
                  <c:v>0.61493</c:v>
                </c:pt>
                <c:pt idx="65">
                  <c:v>0.61664</c:v>
                </c:pt>
                <c:pt idx="66">
                  <c:v>0.61762</c:v>
                </c:pt>
                <c:pt idx="67">
                  <c:v>0.61809</c:v>
                </c:pt>
                <c:pt idx="68">
                  <c:v>0.6178</c:v>
                </c:pt>
                <c:pt idx="69">
                  <c:v>0.61657</c:v>
                </c:pt>
                <c:pt idx="70">
                  <c:v>0.61469</c:v>
                </c:pt>
                <c:pt idx="71">
                  <c:v>0.6121</c:v>
                </c:pt>
                <c:pt idx="72">
                  <c:v>0.60799</c:v>
                </c:pt>
                <c:pt idx="73">
                  <c:v>0.59711</c:v>
                </c:pt>
                <c:pt idx="74">
                  <c:v>0.5741</c:v>
                </c:pt>
                <c:pt idx="75">
                  <c:v>0.54961</c:v>
                </c:pt>
                <c:pt idx="76">
                  <c:v>0.53779</c:v>
                </c:pt>
                <c:pt idx="77">
                  <c:v>0.53503</c:v>
                </c:pt>
                <c:pt idx="78">
                  <c:v>0.53512</c:v>
                </c:pt>
                <c:pt idx="79">
                  <c:v>0.53626</c:v>
                </c:pt>
                <c:pt idx="80">
                  <c:v>0.53896</c:v>
                </c:pt>
                <c:pt idx="81">
                  <c:v>0.54263</c:v>
                </c:pt>
                <c:pt idx="82">
                  <c:v>0.54296</c:v>
                </c:pt>
                <c:pt idx="83">
                  <c:v>0.54191</c:v>
                </c:pt>
                <c:pt idx="84">
                  <c:v>0.54275</c:v>
                </c:pt>
                <c:pt idx="85">
                  <c:v>0.54449</c:v>
                </c:pt>
                <c:pt idx="86">
                  <c:v>0.54523</c:v>
                </c:pt>
                <c:pt idx="87">
                  <c:v>0.54385</c:v>
                </c:pt>
                <c:pt idx="88">
                  <c:v>0.54045</c:v>
                </c:pt>
                <c:pt idx="89">
                  <c:v>0.53456</c:v>
                </c:pt>
                <c:pt idx="90">
                  <c:v>0.52518</c:v>
                </c:pt>
                <c:pt idx="91">
                  <c:v>0.51127</c:v>
                </c:pt>
                <c:pt idx="92">
                  <c:v>0.49183</c:v>
                </c:pt>
                <c:pt idx="93">
                  <c:v>0.46762</c:v>
                </c:pt>
                <c:pt idx="94">
                  <c:v>0.44258</c:v>
                </c:pt>
                <c:pt idx="95">
                  <c:v>0.4209</c:v>
                </c:pt>
                <c:pt idx="96">
                  <c:v>0.40014</c:v>
                </c:pt>
                <c:pt idx="97">
                  <c:v>0.36805</c:v>
                </c:pt>
                <c:pt idx="98">
                  <c:v>0.31047</c:v>
                </c:pt>
                <c:pt idx="99">
                  <c:v>0.2305</c:v>
                </c:pt>
                <c:pt idx="100">
                  <c:v>0.16253</c:v>
                </c:pt>
                <c:pt idx="101">
                  <c:v>0.12595</c:v>
                </c:pt>
                <c:pt idx="102">
                  <c:v>0.10971</c:v>
                </c:pt>
                <c:pt idx="103">
                  <c:v>0.1024</c:v>
                </c:pt>
                <c:pt idx="104">
                  <c:v>0.09927</c:v>
                </c:pt>
                <c:pt idx="105">
                  <c:v>0.09844</c:v>
                </c:pt>
                <c:pt idx="106">
                  <c:v>0.09979</c:v>
                </c:pt>
                <c:pt idx="107">
                  <c:v>0.10458</c:v>
                </c:pt>
                <c:pt idx="108">
                  <c:v>0.11275</c:v>
                </c:pt>
                <c:pt idx="109">
                  <c:v>0.12348</c:v>
                </c:pt>
                <c:pt idx="110">
                  <c:v>0.13621</c:v>
                </c:pt>
                <c:pt idx="111">
                  <c:v>0.15053</c:v>
                </c:pt>
                <c:pt idx="112">
                  <c:v>0.16596</c:v>
                </c:pt>
                <c:pt idx="113">
                  <c:v>0.18208</c:v>
                </c:pt>
                <c:pt idx="114">
                  <c:v>0.19842</c:v>
                </c:pt>
                <c:pt idx="115">
                  <c:v>0.21452</c:v>
                </c:pt>
                <c:pt idx="116">
                  <c:v>0.22996</c:v>
                </c:pt>
                <c:pt idx="117">
                  <c:v>0.24439</c:v>
                </c:pt>
                <c:pt idx="118">
                  <c:v>0.25776</c:v>
                </c:pt>
                <c:pt idx="119">
                  <c:v>0.26991</c:v>
                </c:pt>
                <c:pt idx="120">
                  <c:v>0.28083</c:v>
                </c:pt>
                <c:pt idx="121">
                  <c:v>0.29059</c:v>
                </c:pt>
                <c:pt idx="122">
                  <c:v>0.29932</c:v>
                </c:pt>
                <c:pt idx="123">
                  <c:v>0.30707</c:v>
                </c:pt>
                <c:pt idx="124">
                  <c:v>0.31369</c:v>
                </c:pt>
                <c:pt idx="125">
                  <c:v>0.3193</c:v>
                </c:pt>
                <c:pt idx="126">
                  <c:v>0.32375</c:v>
                </c:pt>
                <c:pt idx="127">
                  <c:v>0.3271</c:v>
                </c:pt>
                <c:pt idx="128">
                  <c:v>0.33021</c:v>
                </c:pt>
                <c:pt idx="129">
                  <c:v>0.33488</c:v>
                </c:pt>
                <c:pt idx="130">
                  <c:v>0.3399</c:v>
                </c:pt>
                <c:pt idx="131">
                  <c:v>0.34324</c:v>
                </c:pt>
                <c:pt idx="132">
                  <c:v>0.34485</c:v>
                </c:pt>
                <c:pt idx="133">
                  <c:v>0.33602</c:v>
                </c:pt>
                <c:pt idx="134">
                  <c:v>0.31535</c:v>
                </c:pt>
                <c:pt idx="135">
                  <c:v>0.30128</c:v>
                </c:pt>
                <c:pt idx="136">
                  <c:v>0.28964</c:v>
                </c:pt>
                <c:pt idx="137">
                  <c:v>0.27409</c:v>
                </c:pt>
                <c:pt idx="138">
                  <c:v>0.26237</c:v>
                </c:pt>
                <c:pt idx="139">
                  <c:v>0.25777</c:v>
                </c:pt>
                <c:pt idx="140">
                  <c:v>0.25712</c:v>
                </c:pt>
                <c:pt idx="141">
                  <c:v>0.2583</c:v>
                </c:pt>
                <c:pt idx="142">
                  <c:v>0.25925</c:v>
                </c:pt>
                <c:pt idx="143">
                  <c:v>0.25588</c:v>
                </c:pt>
                <c:pt idx="144">
                  <c:v>0.24641</c:v>
                </c:pt>
                <c:pt idx="145">
                  <c:v>0.22662</c:v>
                </c:pt>
                <c:pt idx="146">
                  <c:v>0.19271</c:v>
                </c:pt>
                <c:pt idx="147">
                  <c:v>0.14615</c:v>
                </c:pt>
                <c:pt idx="148">
                  <c:v>0.10012</c:v>
                </c:pt>
                <c:pt idx="149">
                  <c:v>0.07261</c:v>
                </c:pt>
                <c:pt idx="150">
                  <c:v>0.06276</c:v>
                </c:pt>
                <c:pt idx="151">
                  <c:v>0.06043</c:v>
                </c:pt>
                <c:pt idx="152">
                  <c:v>0.06004</c:v>
                </c:pt>
                <c:pt idx="153">
                  <c:v>0.06018</c:v>
                </c:pt>
                <c:pt idx="154">
                  <c:v>0.06049</c:v>
                </c:pt>
                <c:pt idx="155">
                  <c:v>0.06086</c:v>
                </c:pt>
                <c:pt idx="156">
                  <c:v>0.06143</c:v>
                </c:pt>
                <c:pt idx="157">
                  <c:v>0.06231</c:v>
                </c:pt>
                <c:pt idx="158">
                  <c:v>0.06348</c:v>
                </c:pt>
                <c:pt idx="159">
                  <c:v>0.06493</c:v>
                </c:pt>
                <c:pt idx="160">
                  <c:v>0.06678</c:v>
                </c:pt>
                <c:pt idx="161">
                  <c:v>0.06902</c:v>
                </c:pt>
                <c:pt idx="162">
                  <c:v>0.07165</c:v>
                </c:pt>
                <c:pt idx="163">
                  <c:v>0.07475</c:v>
                </c:pt>
                <c:pt idx="164">
                  <c:v>0.07824</c:v>
                </c:pt>
                <c:pt idx="165">
                  <c:v>0.08204</c:v>
                </c:pt>
                <c:pt idx="166">
                  <c:v>0.08623</c:v>
                </c:pt>
                <c:pt idx="167">
                  <c:v>0.09097</c:v>
                </c:pt>
                <c:pt idx="168">
                  <c:v>0.09622</c:v>
                </c:pt>
                <c:pt idx="169">
                  <c:v>0.10185</c:v>
                </c:pt>
                <c:pt idx="170">
                  <c:v>0.10777</c:v>
                </c:pt>
                <c:pt idx="171">
                  <c:v>0.11399</c:v>
                </c:pt>
                <c:pt idx="172">
                  <c:v>0.12036</c:v>
                </c:pt>
                <c:pt idx="173">
                  <c:v>0.12637</c:v>
                </c:pt>
                <c:pt idx="174">
                  <c:v>0.13151</c:v>
                </c:pt>
                <c:pt idx="175">
                  <c:v>0.13553</c:v>
                </c:pt>
                <c:pt idx="176">
                  <c:v>0.13867</c:v>
                </c:pt>
                <c:pt idx="177">
                  <c:v>0.14135</c:v>
                </c:pt>
                <c:pt idx="178">
                  <c:v>0.14388</c:v>
                </c:pt>
                <c:pt idx="179">
                  <c:v>0.14628</c:v>
                </c:pt>
                <c:pt idx="180">
                  <c:v>0.14823</c:v>
                </c:pt>
                <c:pt idx="181">
                  <c:v>0.14968</c:v>
                </c:pt>
                <c:pt idx="182">
                  <c:v>0.15053</c:v>
                </c:pt>
                <c:pt idx="183">
                  <c:v>0.15082</c:v>
                </c:pt>
                <c:pt idx="184">
                  <c:v>0.15107</c:v>
                </c:pt>
                <c:pt idx="185">
                  <c:v>0.15247</c:v>
                </c:pt>
                <c:pt idx="186">
                  <c:v>0.15576</c:v>
                </c:pt>
                <c:pt idx="187">
                  <c:v>0.16025</c:v>
                </c:pt>
                <c:pt idx="188">
                  <c:v>0.16329</c:v>
                </c:pt>
                <c:pt idx="189">
                  <c:v>0.16726</c:v>
                </c:pt>
                <c:pt idx="190">
                  <c:v>0.1763</c:v>
                </c:pt>
                <c:pt idx="191">
                  <c:v>0.17379</c:v>
                </c:pt>
                <c:pt idx="192">
                  <c:v>0.15211</c:v>
                </c:pt>
                <c:pt idx="193">
                  <c:v>0.14079</c:v>
                </c:pt>
                <c:pt idx="194">
                  <c:v>0.14191</c:v>
                </c:pt>
                <c:pt idx="195">
                  <c:v>0.13934</c:v>
                </c:pt>
                <c:pt idx="196">
                  <c:v>0.12662</c:v>
                </c:pt>
                <c:pt idx="197">
                  <c:v>0.12016</c:v>
                </c:pt>
                <c:pt idx="198">
                  <c:v>0.11572</c:v>
                </c:pt>
                <c:pt idx="199">
                  <c:v>0.11124</c:v>
                </c:pt>
                <c:pt idx="200">
                  <c:v>0.1078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0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3333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3D2B"/>
                </a:solidFill>
                <a:latin typeface="+mj-lt"/>
              </a:defRPr>
            </a:pPr>
            <a:r>
              <a:rPr sz="1100" b="0" i="0" u="none" strike="noStrike">
                <a:solidFill>
                  <a:srgbClr val="1F3D2B"/>
                </a:solidFill>
                <a:latin typeface="+mj-lt"/>
              </a:rPr>
              <a:t>24 Feb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Healthy</c:v>
                </c:pt>
              </c:strCache>
            </c:strRef>
          </c:tx>
          <c:spPr>
            <a:solidFill>
              <a:srgbClr val="2E7D32"/>
            </a:solidFill>
            <a:ln w="25400" cap="flat">
              <a:solidFill>
                <a:srgbClr val="2E7D3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E7D32"/>
              </a:solidFill>
              <a:ln w="9525" cap="flat">
                <a:solidFill>
                  <a:srgbClr val="2E7D3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Sheet1!$A$2:$A$202</c:f>
              <c:multiLvlStrCache>
                <c:ptCount val="201"/>
                <c:lvl>
                  <c:pt idx="0">
                    <c:v>400</c:v>
                  </c:pt>
                  <c:pt idx="1">
                    <c:v>410</c:v>
                  </c:pt>
                  <c:pt idx="2">
                    <c:v>420</c:v>
                  </c:pt>
                  <c:pt idx="3">
                    <c:v>430</c:v>
                  </c:pt>
                  <c:pt idx="4">
                    <c:v>440</c:v>
                  </c:pt>
                  <c:pt idx="5">
                    <c:v>450</c:v>
                  </c:pt>
                  <c:pt idx="6">
                    <c:v>460</c:v>
                  </c:pt>
                  <c:pt idx="7">
                    <c:v>470</c:v>
                  </c:pt>
                  <c:pt idx="8">
                    <c:v>480</c:v>
                  </c:pt>
                  <c:pt idx="9">
                    <c:v>490</c:v>
                  </c:pt>
                  <c:pt idx="10">
                    <c:v>500</c:v>
                  </c:pt>
                  <c:pt idx="11">
                    <c:v>510</c:v>
                  </c:pt>
                  <c:pt idx="12">
                    <c:v>520</c:v>
                  </c:pt>
                  <c:pt idx="13">
                    <c:v>530</c:v>
                  </c:pt>
                  <c:pt idx="14">
                    <c:v>540</c:v>
                  </c:pt>
                  <c:pt idx="15">
                    <c:v>550</c:v>
                  </c:pt>
                  <c:pt idx="16">
                    <c:v>560</c:v>
                  </c:pt>
                  <c:pt idx="17">
                    <c:v>570</c:v>
                  </c:pt>
                  <c:pt idx="18">
                    <c:v>580</c:v>
                  </c:pt>
                  <c:pt idx="19">
                    <c:v>590</c:v>
                  </c:pt>
                  <c:pt idx="20">
                    <c:v>600</c:v>
                  </c:pt>
                  <c:pt idx="21">
                    <c:v>610</c:v>
                  </c:pt>
                  <c:pt idx="22">
                    <c:v>620</c:v>
                  </c:pt>
                  <c:pt idx="23">
                    <c:v>630</c:v>
                  </c:pt>
                  <c:pt idx="24">
                    <c:v>640</c:v>
                  </c:pt>
                  <c:pt idx="25">
                    <c:v>650</c:v>
                  </c:pt>
                  <c:pt idx="26">
                    <c:v>660</c:v>
                  </c:pt>
                  <c:pt idx="27">
                    <c:v>670</c:v>
                  </c:pt>
                  <c:pt idx="28">
                    <c:v>680</c:v>
                  </c:pt>
                  <c:pt idx="29">
                    <c:v>690</c:v>
                  </c:pt>
                  <c:pt idx="30">
                    <c:v>700</c:v>
                  </c:pt>
                  <c:pt idx="31">
                    <c:v>710</c:v>
                  </c:pt>
                  <c:pt idx="32">
                    <c:v>720</c:v>
                  </c:pt>
                  <c:pt idx="33">
                    <c:v>730</c:v>
                  </c:pt>
                  <c:pt idx="34">
                    <c:v>740</c:v>
                  </c:pt>
                  <c:pt idx="35">
                    <c:v>750</c:v>
                  </c:pt>
                  <c:pt idx="36">
                    <c:v>760</c:v>
                  </c:pt>
                  <c:pt idx="37">
                    <c:v>770</c:v>
                  </c:pt>
                  <c:pt idx="38">
                    <c:v>780</c:v>
                  </c:pt>
                  <c:pt idx="39">
                    <c:v>790</c:v>
                  </c:pt>
                  <c:pt idx="40">
                    <c:v>800</c:v>
                  </c:pt>
                  <c:pt idx="41">
                    <c:v>810</c:v>
                  </c:pt>
                  <c:pt idx="42">
                    <c:v>820</c:v>
                  </c:pt>
                  <c:pt idx="43">
                    <c:v>830</c:v>
                  </c:pt>
                  <c:pt idx="44">
                    <c:v>840</c:v>
                  </c:pt>
                  <c:pt idx="45">
                    <c:v>850</c:v>
                  </c:pt>
                  <c:pt idx="46">
                    <c:v>860</c:v>
                  </c:pt>
                  <c:pt idx="47">
                    <c:v>870</c:v>
                  </c:pt>
                  <c:pt idx="48">
                    <c:v>880</c:v>
                  </c:pt>
                  <c:pt idx="49">
                    <c:v>890</c:v>
                  </c:pt>
                  <c:pt idx="50">
                    <c:v>900</c:v>
                  </c:pt>
                  <c:pt idx="51">
                    <c:v>910</c:v>
                  </c:pt>
                  <c:pt idx="52">
                    <c:v>920</c:v>
                  </c:pt>
                  <c:pt idx="53">
                    <c:v>930</c:v>
                  </c:pt>
                  <c:pt idx="54">
                    <c:v>940</c:v>
                  </c:pt>
                  <c:pt idx="55">
                    <c:v>950</c:v>
                  </c:pt>
                  <c:pt idx="56">
                    <c:v>960</c:v>
                  </c:pt>
                  <c:pt idx="57">
                    <c:v>970</c:v>
                  </c:pt>
                  <c:pt idx="58">
                    <c:v>980</c:v>
                  </c:pt>
                  <c:pt idx="59">
                    <c:v>990</c:v>
                  </c:pt>
                  <c:pt idx="60">
                    <c:v>1000</c:v>
                  </c:pt>
                  <c:pt idx="61">
                    <c:v>1010</c:v>
                  </c:pt>
                  <c:pt idx="62">
                    <c:v>1020</c:v>
                  </c:pt>
                  <c:pt idx="63">
                    <c:v>1030</c:v>
                  </c:pt>
                  <c:pt idx="64">
                    <c:v>1040</c:v>
                  </c:pt>
                  <c:pt idx="65">
                    <c:v>1050</c:v>
                  </c:pt>
                  <c:pt idx="66">
                    <c:v>1060</c:v>
                  </c:pt>
                  <c:pt idx="67">
                    <c:v>1070</c:v>
                  </c:pt>
                  <c:pt idx="68">
                    <c:v>1080</c:v>
                  </c:pt>
                  <c:pt idx="69">
                    <c:v>1090</c:v>
                  </c:pt>
                  <c:pt idx="70">
                    <c:v>1100</c:v>
                  </c:pt>
                  <c:pt idx="71">
                    <c:v>1110</c:v>
                  </c:pt>
                  <c:pt idx="72">
                    <c:v>1120</c:v>
                  </c:pt>
                  <c:pt idx="73">
                    <c:v>1130</c:v>
                  </c:pt>
                  <c:pt idx="74">
                    <c:v>1140</c:v>
                  </c:pt>
                  <c:pt idx="75">
                    <c:v>1150</c:v>
                  </c:pt>
                  <c:pt idx="76">
                    <c:v>1160</c:v>
                  </c:pt>
                  <c:pt idx="77">
                    <c:v>1170</c:v>
                  </c:pt>
                  <c:pt idx="78">
                    <c:v>1180</c:v>
                  </c:pt>
                  <c:pt idx="79">
                    <c:v>1190</c:v>
                  </c:pt>
                  <c:pt idx="80">
                    <c:v>1200</c:v>
                  </c:pt>
                  <c:pt idx="81">
                    <c:v>1210</c:v>
                  </c:pt>
                  <c:pt idx="82">
                    <c:v>1220</c:v>
                  </c:pt>
                  <c:pt idx="83">
                    <c:v>1230</c:v>
                  </c:pt>
                  <c:pt idx="84">
                    <c:v>1240</c:v>
                  </c:pt>
                  <c:pt idx="85">
                    <c:v>1250</c:v>
                  </c:pt>
                  <c:pt idx="86">
                    <c:v>1260</c:v>
                  </c:pt>
                  <c:pt idx="87">
                    <c:v>1270</c:v>
                  </c:pt>
                  <c:pt idx="88">
                    <c:v>1280</c:v>
                  </c:pt>
                  <c:pt idx="89">
                    <c:v>1290</c:v>
                  </c:pt>
                  <c:pt idx="90">
                    <c:v>1300</c:v>
                  </c:pt>
                  <c:pt idx="91">
                    <c:v>1310</c:v>
                  </c:pt>
                  <c:pt idx="92">
                    <c:v>1320</c:v>
                  </c:pt>
                  <c:pt idx="93">
                    <c:v>1330</c:v>
                  </c:pt>
                  <c:pt idx="94">
                    <c:v>1340</c:v>
                  </c:pt>
                  <c:pt idx="95">
                    <c:v>1350</c:v>
                  </c:pt>
                  <c:pt idx="96">
                    <c:v>1360</c:v>
                  </c:pt>
                  <c:pt idx="97">
                    <c:v>1370</c:v>
                  </c:pt>
                  <c:pt idx="98">
                    <c:v>1380</c:v>
                  </c:pt>
                  <c:pt idx="99">
                    <c:v>1390</c:v>
                  </c:pt>
                  <c:pt idx="100">
                    <c:v>1400</c:v>
                  </c:pt>
                  <c:pt idx="101">
                    <c:v>1410</c:v>
                  </c:pt>
                  <c:pt idx="102">
                    <c:v>1420</c:v>
                  </c:pt>
                  <c:pt idx="103">
                    <c:v>1430</c:v>
                  </c:pt>
                  <c:pt idx="104">
                    <c:v>1440</c:v>
                  </c:pt>
                  <c:pt idx="105">
                    <c:v>1450</c:v>
                  </c:pt>
                  <c:pt idx="106">
                    <c:v>1460</c:v>
                  </c:pt>
                  <c:pt idx="107">
                    <c:v>1470</c:v>
                  </c:pt>
                  <c:pt idx="108">
                    <c:v>1480</c:v>
                  </c:pt>
                  <c:pt idx="109">
                    <c:v>1490</c:v>
                  </c:pt>
                  <c:pt idx="110">
                    <c:v>1500</c:v>
                  </c:pt>
                  <c:pt idx="111">
                    <c:v>1510</c:v>
                  </c:pt>
                  <c:pt idx="112">
                    <c:v>1520</c:v>
                  </c:pt>
                  <c:pt idx="113">
                    <c:v>1530</c:v>
                  </c:pt>
                  <c:pt idx="114">
                    <c:v>1540</c:v>
                  </c:pt>
                  <c:pt idx="115">
                    <c:v>1550</c:v>
                  </c:pt>
                  <c:pt idx="116">
                    <c:v>1560</c:v>
                  </c:pt>
                  <c:pt idx="117">
                    <c:v>1570</c:v>
                  </c:pt>
                  <c:pt idx="118">
                    <c:v>1580</c:v>
                  </c:pt>
                  <c:pt idx="119">
                    <c:v>1590</c:v>
                  </c:pt>
                  <c:pt idx="120">
                    <c:v>1600</c:v>
                  </c:pt>
                  <c:pt idx="121">
                    <c:v>1610</c:v>
                  </c:pt>
                  <c:pt idx="122">
                    <c:v>1620</c:v>
                  </c:pt>
                  <c:pt idx="123">
                    <c:v>1630</c:v>
                  </c:pt>
                  <c:pt idx="124">
                    <c:v>1640</c:v>
                  </c:pt>
                  <c:pt idx="125">
                    <c:v>1650</c:v>
                  </c:pt>
                  <c:pt idx="126">
                    <c:v>1660</c:v>
                  </c:pt>
                  <c:pt idx="127">
                    <c:v>1670</c:v>
                  </c:pt>
                  <c:pt idx="128">
                    <c:v>1680</c:v>
                  </c:pt>
                  <c:pt idx="129">
                    <c:v>1690</c:v>
                  </c:pt>
                  <c:pt idx="130">
                    <c:v>1700</c:v>
                  </c:pt>
                  <c:pt idx="131">
                    <c:v>1710</c:v>
                  </c:pt>
                  <c:pt idx="132">
                    <c:v>1720</c:v>
                  </c:pt>
                  <c:pt idx="133">
                    <c:v>1730</c:v>
                  </c:pt>
                  <c:pt idx="134">
                    <c:v>1740</c:v>
                  </c:pt>
                  <c:pt idx="135">
                    <c:v>1750</c:v>
                  </c:pt>
                  <c:pt idx="136">
                    <c:v>1760</c:v>
                  </c:pt>
                  <c:pt idx="137">
                    <c:v>1770</c:v>
                  </c:pt>
                  <c:pt idx="138">
                    <c:v>1780</c:v>
                  </c:pt>
                  <c:pt idx="139">
                    <c:v>1790</c:v>
                  </c:pt>
                  <c:pt idx="140">
                    <c:v>1800</c:v>
                  </c:pt>
                  <c:pt idx="141">
                    <c:v>1810</c:v>
                  </c:pt>
                  <c:pt idx="142">
                    <c:v>1820</c:v>
                  </c:pt>
                  <c:pt idx="143">
                    <c:v>1830</c:v>
                  </c:pt>
                  <c:pt idx="144">
                    <c:v>1840</c:v>
                  </c:pt>
                  <c:pt idx="145">
                    <c:v>1850</c:v>
                  </c:pt>
                  <c:pt idx="146">
                    <c:v>1860</c:v>
                  </c:pt>
                  <c:pt idx="147">
                    <c:v>1870</c:v>
                  </c:pt>
                  <c:pt idx="148">
                    <c:v>1880</c:v>
                  </c:pt>
                  <c:pt idx="149">
                    <c:v>1890</c:v>
                  </c:pt>
                  <c:pt idx="150">
                    <c:v>1900</c:v>
                  </c:pt>
                  <c:pt idx="151">
                    <c:v>1910</c:v>
                  </c:pt>
                  <c:pt idx="152">
                    <c:v>1920</c:v>
                  </c:pt>
                  <c:pt idx="153">
                    <c:v>1930</c:v>
                  </c:pt>
                  <c:pt idx="154">
                    <c:v>1940</c:v>
                  </c:pt>
                  <c:pt idx="155">
                    <c:v>1950</c:v>
                  </c:pt>
                  <c:pt idx="156">
                    <c:v>1960</c:v>
                  </c:pt>
                  <c:pt idx="157">
                    <c:v>1970</c:v>
                  </c:pt>
                  <c:pt idx="158">
                    <c:v>1980</c:v>
                  </c:pt>
                  <c:pt idx="159">
                    <c:v>1990</c:v>
                  </c:pt>
                  <c:pt idx="160">
                    <c:v>2000</c:v>
                  </c:pt>
                  <c:pt idx="161">
                    <c:v>2010</c:v>
                  </c:pt>
                  <c:pt idx="162">
                    <c:v>2020</c:v>
                  </c:pt>
                  <c:pt idx="163">
                    <c:v>2030</c:v>
                  </c:pt>
                  <c:pt idx="164">
                    <c:v>2040</c:v>
                  </c:pt>
                  <c:pt idx="165">
                    <c:v>2050</c:v>
                  </c:pt>
                  <c:pt idx="166">
                    <c:v>2060</c:v>
                  </c:pt>
                  <c:pt idx="167">
                    <c:v>2070</c:v>
                  </c:pt>
                  <c:pt idx="168">
                    <c:v>2080</c:v>
                  </c:pt>
                  <c:pt idx="169">
                    <c:v>2090</c:v>
                  </c:pt>
                  <c:pt idx="170">
                    <c:v>2100</c:v>
                  </c:pt>
                  <c:pt idx="171">
                    <c:v>2110</c:v>
                  </c:pt>
                  <c:pt idx="172">
                    <c:v>2120</c:v>
                  </c:pt>
                  <c:pt idx="173">
                    <c:v>2130</c:v>
                  </c:pt>
                  <c:pt idx="174">
                    <c:v>2140</c:v>
                  </c:pt>
                  <c:pt idx="175">
                    <c:v>2150</c:v>
                  </c:pt>
                  <c:pt idx="176">
                    <c:v>2160</c:v>
                  </c:pt>
                  <c:pt idx="177">
                    <c:v>2170</c:v>
                  </c:pt>
                  <c:pt idx="178">
                    <c:v>2180</c:v>
                  </c:pt>
                  <c:pt idx="179">
                    <c:v>2190</c:v>
                  </c:pt>
                  <c:pt idx="180">
                    <c:v>2200</c:v>
                  </c:pt>
                  <c:pt idx="181">
                    <c:v>2210</c:v>
                  </c:pt>
                  <c:pt idx="182">
                    <c:v>2220</c:v>
                  </c:pt>
                  <c:pt idx="183">
                    <c:v>2230</c:v>
                  </c:pt>
                  <c:pt idx="184">
                    <c:v>2240</c:v>
                  </c:pt>
                  <c:pt idx="185">
                    <c:v>2250</c:v>
                  </c:pt>
                  <c:pt idx="186">
                    <c:v>2260</c:v>
                  </c:pt>
                  <c:pt idx="187">
                    <c:v>2270</c:v>
                  </c:pt>
                  <c:pt idx="188">
                    <c:v>2280</c:v>
                  </c:pt>
                  <c:pt idx="189">
                    <c:v>2290</c:v>
                  </c:pt>
                  <c:pt idx="190">
                    <c:v>2300</c:v>
                  </c:pt>
                  <c:pt idx="191">
                    <c:v>2310</c:v>
                  </c:pt>
                  <c:pt idx="192">
                    <c:v>2320</c:v>
                  </c:pt>
                  <c:pt idx="193">
                    <c:v>2330</c:v>
                  </c:pt>
                  <c:pt idx="194">
                    <c:v>2340</c:v>
                  </c:pt>
                  <c:pt idx="195">
                    <c:v>2350</c:v>
                  </c:pt>
                  <c:pt idx="196">
                    <c:v>2360</c:v>
                  </c:pt>
                  <c:pt idx="197">
                    <c:v>2370</c:v>
                  </c:pt>
                  <c:pt idx="198">
                    <c:v>2380</c:v>
                  </c:pt>
                  <c:pt idx="199">
                    <c:v>2390</c:v>
                  </c:pt>
                  <c:pt idx="200">
                    <c:v>2400</c:v>
                  </c:pt>
                </c:lvl>
              </c:multiLvlStrCache>
            </c:multiLvlStrRef>
          </c:cat>
          <c:val>
            <c:numRef>
              <c:f>Sheet1!$B$2:$B$202</c:f>
              <c:numCache>
                <c:formatCode>General</c:formatCode>
                <c:ptCount val="201"/>
                <c:pt idx="0">
                  <c:v>0.27833</c:v>
                </c:pt>
                <c:pt idx="1">
                  <c:v>0.2689</c:v>
                </c:pt>
                <c:pt idx="2">
                  <c:v>0.25477</c:v>
                </c:pt>
                <c:pt idx="3">
                  <c:v>0.23717</c:v>
                </c:pt>
                <c:pt idx="4">
                  <c:v>0.21897</c:v>
                </c:pt>
                <c:pt idx="5">
                  <c:v>0.20461</c:v>
                </c:pt>
                <c:pt idx="6">
                  <c:v>0.19076</c:v>
                </c:pt>
                <c:pt idx="7">
                  <c:v>0.17705</c:v>
                </c:pt>
                <c:pt idx="8">
                  <c:v>0.16554</c:v>
                </c:pt>
                <c:pt idx="9">
                  <c:v>0.15704</c:v>
                </c:pt>
                <c:pt idx="10">
                  <c:v>0.15545</c:v>
                </c:pt>
                <c:pt idx="11">
                  <c:v>0.16788</c:v>
                </c:pt>
                <c:pt idx="12">
                  <c:v>0.20415</c:v>
                </c:pt>
                <c:pt idx="13">
                  <c:v>0.24834</c:v>
                </c:pt>
                <c:pt idx="14">
                  <c:v>0.26661</c:v>
                </c:pt>
                <c:pt idx="15">
                  <c:v>0.26824</c:v>
                </c:pt>
                <c:pt idx="16">
                  <c:v>0.25375</c:v>
                </c:pt>
                <c:pt idx="17">
                  <c:v>0.22095</c:v>
                </c:pt>
                <c:pt idx="18">
                  <c:v>0.18769</c:v>
                </c:pt>
                <c:pt idx="19">
                  <c:v>0.16852</c:v>
                </c:pt>
                <c:pt idx="20">
                  <c:v>0.15845</c:v>
                </c:pt>
                <c:pt idx="21">
                  <c:v>0.14476</c:v>
                </c:pt>
                <c:pt idx="22">
                  <c:v>0.13004</c:v>
                </c:pt>
                <c:pt idx="23">
                  <c:v>0.12376</c:v>
                </c:pt>
                <c:pt idx="24">
                  <c:v>0.1173</c:v>
                </c:pt>
                <c:pt idx="25">
                  <c:v>0.10594</c:v>
                </c:pt>
                <c:pt idx="26">
                  <c:v>0.09599</c:v>
                </c:pt>
                <c:pt idx="27">
                  <c:v>0.08918</c:v>
                </c:pt>
                <c:pt idx="28">
                  <c:v>0.09115</c:v>
                </c:pt>
                <c:pt idx="29">
                  <c:v>0.10914</c:v>
                </c:pt>
                <c:pt idx="30">
                  <c:v>0.19053</c:v>
                </c:pt>
                <c:pt idx="31">
                  <c:v>0.32061</c:v>
                </c:pt>
                <c:pt idx="32">
                  <c:v>0.44842</c:v>
                </c:pt>
                <c:pt idx="33">
                  <c:v>0.54724</c:v>
                </c:pt>
                <c:pt idx="34">
                  <c:v>0.6029</c:v>
                </c:pt>
                <c:pt idx="35">
                  <c:v>0.62625</c:v>
                </c:pt>
                <c:pt idx="36">
                  <c:v>0.6328</c:v>
                </c:pt>
                <c:pt idx="37">
                  <c:v>0.63318</c:v>
                </c:pt>
                <c:pt idx="38">
                  <c:v>0.63213</c:v>
                </c:pt>
                <c:pt idx="39">
                  <c:v>0.63131</c:v>
                </c:pt>
                <c:pt idx="40">
                  <c:v>0.63072</c:v>
                </c:pt>
                <c:pt idx="41">
                  <c:v>0.63022</c:v>
                </c:pt>
                <c:pt idx="42">
                  <c:v>0.62959</c:v>
                </c:pt>
                <c:pt idx="43">
                  <c:v>0.62865</c:v>
                </c:pt>
                <c:pt idx="44">
                  <c:v>0.62786</c:v>
                </c:pt>
                <c:pt idx="45">
                  <c:v>0.62749</c:v>
                </c:pt>
                <c:pt idx="46">
                  <c:v>0.62723</c:v>
                </c:pt>
                <c:pt idx="47">
                  <c:v>0.62686</c:v>
                </c:pt>
                <c:pt idx="48">
                  <c:v>0.62643</c:v>
                </c:pt>
                <c:pt idx="49">
                  <c:v>0.62599</c:v>
                </c:pt>
                <c:pt idx="50">
                  <c:v>0.62568</c:v>
                </c:pt>
                <c:pt idx="51">
                  <c:v>0.62557</c:v>
                </c:pt>
                <c:pt idx="52">
                  <c:v>0.62489</c:v>
                </c:pt>
                <c:pt idx="53">
                  <c:v>0.62225</c:v>
                </c:pt>
                <c:pt idx="54">
                  <c:v>0.61676</c:v>
                </c:pt>
                <c:pt idx="55">
                  <c:v>0.60805</c:v>
                </c:pt>
                <c:pt idx="56">
                  <c:v>0.59809</c:v>
                </c:pt>
                <c:pt idx="57">
                  <c:v>0.59481</c:v>
                </c:pt>
                <c:pt idx="58">
                  <c:v>0.59562</c:v>
                </c:pt>
                <c:pt idx="59">
                  <c:v>0.59894</c:v>
                </c:pt>
                <c:pt idx="60">
                  <c:v>0.60266</c:v>
                </c:pt>
                <c:pt idx="61">
                  <c:v>0.60602</c:v>
                </c:pt>
                <c:pt idx="62">
                  <c:v>0.61089</c:v>
                </c:pt>
                <c:pt idx="63">
                  <c:v>0.61506</c:v>
                </c:pt>
                <c:pt idx="64">
                  <c:v>0.61791</c:v>
                </c:pt>
                <c:pt idx="65">
                  <c:v>0.61974</c:v>
                </c:pt>
                <c:pt idx="66">
                  <c:v>0.62079</c:v>
                </c:pt>
                <c:pt idx="67">
                  <c:v>0.62111</c:v>
                </c:pt>
                <c:pt idx="68">
                  <c:v>0.6207</c:v>
                </c:pt>
                <c:pt idx="69">
                  <c:v>0.61941</c:v>
                </c:pt>
                <c:pt idx="70">
                  <c:v>0.6176</c:v>
                </c:pt>
                <c:pt idx="71">
                  <c:v>0.61504</c:v>
                </c:pt>
                <c:pt idx="72">
                  <c:v>0.61099</c:v>
                </c:pt>
                <c:pt idx="73">
                  <c:v>0.60095</c:v>
                </c:pt>
                <c:pt idx="74">
                  <c:v>0.57984</c:v>
                </c:pt>
                <c:pt idx="75">
                  <c:v>0.55742</c:v>
                </c:pt>
                <c:pt idx="76">
                  <c:v>0.54702</c:v>
                </c:pt>
                <c:pt idx="77">
                  <c:v>0.54517</c:v>
                </c:pt>
                <c:pt idx="78">
                  <c:v>0.546</c:v>
                </c:pt>
                <c:pt idx="79">
                  <c:v>0.54772</c:v>
                </c:pt>
                <c:pt idx="80">
                  <c:v>0.55081</c:v>
                </c:pt>
                <c:pt idx="81">
                  <c:v>0.55467</c:v>
                </c:pt>
                <c:pt idx="82">
                  <c:v>0.55479</c:v>
                </c:pt>
                <c:pt idx="83">
                  <c:v>0.55336</c:v>
                </c:pt>
                <c:pt idx="84">
                  <c:v>0.55385</c:v>
                </c:pt>
                <c:pt idx="85">
                  <c:v>0.55524</c:v>
                </c:pt>
                <c:pt idx="86">
                  <c:v>0.5558</c:v>
                </c:pt>
                <c:pt idx="87">
                  <c:v>0.55454</c:v>
                </c:pt>
                <c:pt idx="88">
                  <c:v>0.5514</c:v>
                </c:pt>
                <c:pt idx="89">
                  <c:v>0.54578</c:v>
                </c:pt>
                <c:pt idx="90">
                  <c:v>0.53681</c:v>
                </c:pt>
                <c:pt idx="91">
                  <c:v>0.52347</c:v>
                </c:pt>
                <c:pt idx="92">
                  <c:v>0.50504</c:v>
                </c:pt>
                <c:pt idx="93">
                  <c:v>0.48211</c:v>
                </c:pt>
                <c:pt idx="94">
                  <c:v>0.45806</c:v>
                </c:pt>
                <c:pt idx="95">
                  <c:v>0.43602</c:v>
                </c:pt>
                <c:pt idx="96">
                  <c:v>0.41457</c:v>
                </c:pt>
                <c:pt idx="97">
                  <c:v>0.38389</c:v>
                </c:pt>
                <c:pt idx="98">
                  <c:v>0.32696</c:v>
                </c:pt>
                <c:pt idx="99">
                  <c:v>0.24622</c:v>
                </c:pt>
                <c:pt idx="100">
                  <c:v>0.17503</c:v>
                </c:pt>
                <c:pt idx="101">
                  <c:v>0.13558</c:v>
                </c:pt>
                <c:pt idx="102">
                  <c:v>0.11803</c:v>
                </c:pt>
                <c:pt idx="103">
                  <c:v>0.11031</c:v>
                </c:pt>
                <c:pt idx="104">
                  <c:v>0.1072</c:v>
                </c:pt>
                <c:pt idx="105">
                  <c:v>0.10666</c:v>
                </c:pt>
                <c:pt idx="106">
                  <c:v>0.10862</c:v>
                </c:pt>
                <c:pt idx="107">
                  <c:v>0.11461</c:v>
                </c:pt>
                <c:pt idx="108">
                  <c:v>0.12455</c:v>
                </c:pt>
                <c:pt idx="109">
                  <c:v>0.13728</c:v>
                </c:pt>
                <c:pt idx="110">
                  <c:v>0.15209</c:v>
                </c:pt>
                <c:pt idx="111">
                  <c:v>0.16844</c:v>
                </c:pt>
                <c:pt idx="112">
                  <c:v>0.18574</c:v>
                </c:pt>
                <c:pt idx="113">
                  <c:v>0.20352</c:v>
                </c:pt>
                <c:pt idx="114">
                  <c:v>0.2213</c:v>
                </c:pt>
                <c:pt idx="115">
                  <c:v>0.23862</c:v>
                </c:pt>
                <c:pt idx="116">
                  <c:v>0.25507</c:v>
                </c:pt>
                <c:pt idx="117">
                  <c:v>0.27025</c:v>
                </c:pt>
                <c:pt idx="118">
                  <c:v>0.28413</c:v>
                </c:pt>
                <c:pt idx="119">
                  <c:v>0.29668</c:v>
                </c:pt>
                <c:pt idx="120">
                  <c:v>0.30792</c:v>
                </c:pt>
                <c:pt idx="121">
                  <c:v>0.31789</c:v>
                </c:pt>
                <c:pt idx="122">
                  <c:v>0.32666</c:v>
                </c:pt>
                <c:pt idx="123">
                  <c:v>0.33441</c:v>
                </c:pt>
                <c:pt idx="124">
                  <c:v>0.34107</c:v>
                </c:pt>
                <c:pt idx="125">
                  <c:v>0.34671</c:v>
                </c:pt>
                <c:pt idx="126">
                  <c:v>0.35119</c:v>
                </c:pt>
                <c:pt idx="127">
                  <c:v>0.35452</c:v>
                </c:pt>
                <c:pt idx="128">
                  <c:v>0.35767</c:v>
                </c:pt>
                <c:pt idx="129">
                  <c:v>0.36254</c:v>
                </c:pt>
                <c:pt idx="130">
                  <c:v>0.36772</c:v>
                </c:pt>
                <c:pt idx="131">
                  <c:v>0.37109</c:v>
                </c:pt>
                <c:pt idx="132">
                  <c:v>0.37367</c:v>
                </c:pt>
                <c:pt idx="133">
                  <c:v>0.36574</c:v>
                </c:pt>
                <c:pt idx="134">
                  <c:v>0.34382</c:v>
                </c:pt>
                <c:pt idx="135">
                  <c:v>0.32873</c:v>
                </c:pt>
                <c:pt idx="136">
                  <c:v>0.31693</c:v>
                </c:pt>
                <c:pt idx="137">
                  <c:v>0.30067</c:v>
                </c:pt>
                <c:pt idx="138">
                  <c:v>0.28802</c:v>
                </c:pt>
                <c:pt idx="139">
                  <c:v>0.2829</c:v>
                </c:pt>
                <c:pt idx="140">
                  <c:v>0.28192</c:v>
                </c:pt>
                <c:pt idx="141">
                  <c:v>0.28354</c:v>
                </c:pt>
                <c:pt idx="142">
                  <c:v>0.28379</c:v>
                </c:pt>
                <c:pt idx="143">
                  <c:v>0.27936</c:v>
                </c:pt>
                <c:pt idx="144">
                  <c:v>0.26881</c:v>
                </c:pt>
                <c:pt idx="145">
                  <c:v>0.24813</c:v>
                </c:pt>
                <c:pt idx="146">
                  <c:v>0.21182</c:v>
                </c:pt>
                <c:pt idx="147">
                  <c:v>0.1598</c:v>
                </c:pt>
                <c:pt idx="148">
                  <c:v>0.10705</c:v>
                </c:pt>
                <c:pt idx="149">
                  <c:v>0.07375</c:v>
                </c:pt>
                <c:pt idx="150">
                  <c:v>0.06146</c:v>
                </c:pt>
                <c:pt idx="151">
                  <c:v>0.05922</c:v>
                </c:pt>
                <c:pt idx="152">
                  <c:v>0.05931</c:v>
                </c:pt>
                <c:pt idx="153">
                  <c:v>0.05967</c:v>
                </c:pt>
                <c:pt idx="154">
                  <c:v>0.05998</c:v>
                </c:pt>
                <c:pt idx="155">
                  <c:v>0.06027</c:v>
                </c:pt>
                <c:pt idx="156">
                  <c:v>0.0608</c:v>
                </c:pt>
                <c:pt idx="157">
                  <c:v>0.06175</c:v>
                </c:pt>
                <c:pt idx="158">
                  <c:v>0.06305</c:v>
                </c:pt>
                <c:pt idx="159">
                  <c:v>0.06483</c:v>
                </c:pt>
                <c:pt idx="160">
                  <c:v>0.06718</c:v>
                </c:pt>
                <c:pt idx="161">
                  <c:v>0.07013</c:v>
                </c:pt>
                <c:pt idx="162">
                  <c:v>0.07364</c:v>
                </c:pt>
                <c:pt idx="163">
                  <c:v>0.07774</c:v>
                </c:pt>
                <c:pt idx="164">
                  <c:v>0.0824</c:v>
                </c:pt>
                <c:pt idx="165">
                  <c:v>0.08746</c:v>
                </c:pt>
                <c:pt idx="166">
                  <c:v>0.093</c:v>
                </c:pt>
                <c:pt idx="167">
                  <c:v>0.09918</c:v>
                </c:pt>
                <c:pt idx="168">
                  <c:v>0.10591</c:v>
                </c:pt>
                <c:pt idx="169">
                  <c:v>0.11301</c:v>
                </c:pt>
                <c:pt idx="170">
                  <c:v>0.12036</c:v>
                </c:pt>
                <c:pt idx="171">
                  <c:v>0.12793</c:v>
                </c:pt>
                <c:pt idx="172">
                  <c:v>0.13553</c:v>
                </c:pt>
                <c:pt idx="173">
                  <c:v>0.1426</c:v>
                </c:pt>
                <c:pt idx="174">
                  <c:v>0.14857</c:v>
                </c:pt>
                <c:pt idx="175">
                  <c:v>0.15323</c:v>
                </c:pt>
                <c:pt idx="176">
                  <c:v>0.15684</c:v>
                </c:pt>
                <c:pt idx="177">
                  <c:v>0.15988</c:v>
                </c:pt>
                <c:pt idx="178">
                  <c:v>0.16274</c:v>
                </c:pt>
                <c:pt idx="179">
                  <c:v>0.16538</c:v>
                </c:pt>
                <c:pt idx="180">
                  <c:v>0.16746</c:v>
                </c:pt>
                <c:pt idx="181">
                  <c:v>0.16885</c:v>
                </c:pt>
                <c:pt idx="182">
                  <c:v>0.16948</c:v>
                </c:pt>
                <c:pt idx="183">
                  <c:v>0.16944</c:v>
                </c:pt>
                <c:pt idx="184">
                  <c:v>0.16928</c:v>
                </c:pt>
                <c:pt idx="185">
                  <c:v>0.17018</c:v>
                </c:pt>
                <c:pt idx="186">
                  <c:v>0.17293</c:v>
                </c:pt>
                <c:pt idx="187">
                  <c:v>0.177</c:v>
                </c:pt>
                <c:pt idx="188">
                  <c:v>0.17962</c:v>
                </c:pt>
                <c:pt idx="189">
                  <c:v>0.1828</c:v>
                </c:pt>
                <c:pt idx="190">
                  <c:v>0.19137</c:v>
                </c:pt>
                <c:pt idx="191">
                  <c:v>0.18877</c:v>
                </c:pt>
                <c:pt idx="192">
                  <c:v>0.16485</c:v>
                </c:pt>
                <c:pt idx="193">
                  <c:v>0.15132</c:v>
                </c:pt>
                <c:pt idx="194">
                  <c:v>0.15112</c:v>
                </c:pt>
                <c:pt idx="195">
                  <c:v>0.14775</c:v>
                </c:pt>
                <c:pt idx="196">
                  <c:v>0.13357</c:v>
                </c:pt>
                <c:pt idx="197">
                  <c:v>0.12571</c:v>
                </c:pt>
                <c:pt idx="198">
                  <c:v>0.12019</c:v>
                </c:pt>
                <c:pt idx="199">
                  <c:v>0.11473</c:v>
                </c:pt>
                <c:pt idx="200">
                  <c:v>0.11042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Diseased</c:v>
                </c:pt>
              </c:strCache>
            </c:strRef>
          </c:tx>
          <c:spPr>
            <a:solidFill>
              <a:srgbClr val="D08A00"/>
            </a:solidFill>
            <a:ln w="25400" cap="flat">
              <a:solidFill>
                <a:srgbClr val="D08A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08A00"/>
              </a:solidFill>
              <a:ln w="9525" cap="flat">
                <a:solidFill>
                  <a:srgbClr val="D08A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Sheet1!$A$2:$A$202</c:f>
              <c:multiLvlStrCache>
                <c:ptCount val="201"/>
                <c:lvl>
                  <c:pt idx="0">
                    <c:v>400</c:v>
                  </c:pt>
                  <c:pt idx="1">
                    <c:v>410</c:v>
                  </c:pt>
                  <c:pt idx="2">
                    <c:v>420</c:v>
                  </c:pt>
                  <c:pt idx="3">
                    <c:v>430</c:v>
                  </c:pt>
                  <c:pt idx="4">
                    <c:v>440</c:v>
                  </c:pt>
                  <c:pt idx="5">
                    <c:v>450</c:v>
                  </c:pt>
                  <c:pt idx="6">
                    <c:v>460</c:v>
                  </c:pt>
                  <c:pt idx="7">
                    <c:v>470</c:v>
                  </c:pt>
                  <c:pt idx="8">
                    <c:v>480</c:v>
                  </c:pt>
                  <c:pt idx="9">
                    <c:v>490</c:v>
                  </c:pt>
                  <c:pt idx="10">
                    <c:v>500</c:v>
                  </c:pt>
                  <c:pt idx="11">
                    <c:v>510</c:v>
                  </c:pt>
                  <c:pt idx="12">
                    <c:v>520</c:v>
                  </c:pt>
                  <c:pt idx="13">
                    <c:v>530</c:v>
                  </c:pt>
                  <c:pt idx="14">
                    <c:v>540</c:v>
                  </c:pt>
                  <c:pt idx="15">
                    <c:v>550</c:v>
                  </c:pt>
                  <c:pt idx="16">
                    <c:v>560</c:v>
                  </c:pt>
                  <c:pt idx="17">
                    <c:v>570</c:v>
                  </c:pt>
                  <c:pt idx="18">
                    <c:v>580</c:v>
                  </c:pt>
                  <c:pt idx="19">
                    <c:v>590</c:v>
                  </c:pt>
                  <c:pt idx="20">
                    <c:v>600</c:v>
                  </c:pt>
                  <c:pt idx="21">
                    <c:v>610</c:v>
                  </c:pt>
                  <c:pt idx="22">
                    <c:v>620</c:v>
                  </c:pt>
                  <c:pt idx="23">
                    <c:v>630</c:v>
                  </c:pt>
                  <c:pt idx="24">
                    <c:v>640</c:v>
                  </c:pt>
                  <c:pt idx="25">
                    <c:v>650</c:v>
                  </c:pt>
                  <c:pt idx="26">
                    <c:v>660</c:v>
                  </c:pt>
                  <c:pt idx="27">
                    <c:v>670</c:v>
                  </c:pt>
                  <c:pt idx="28">
                    <c:v>680</c:v>
                  </c:pt>
                  <c:pt idx="29">
                    <c:v>690</c:v>
                  </c:pt>
                  <c:pt idx="30">
                    <c:v>700</c:v>
                  </c:pt>
                  <c:pt idx="31">
                    <c:v>710</c:v>
                  </c:pt>
                  <c:pt idx="32">
                    <c:v>720</c:v>
                  </c:pt>
                  <c:pt idx="33">
                    <c:v>730</c:v>
                  </c:pt>
                  <c:pt idx="34">
                    <c:v>740</c:v>
                  </c:pt>
                  <c:pt idx="35">
                    <c:v>750</c:v>
                  </c:pt>
                  <c:pt idx="36">
                    <c:v>760</c:v>
                  </c:pt>
                  <c:pt idx="37">
                    <c:v>770</c:v>
                  </c:pt>
                  <c:pt idx="38">
                    <c:v>780</c:v>
                  </c:pt>
                  <c:pt idx="39">
                    <c:v>790</c:v>
                  </c:pt>
                  <c:pt idx="40">
                    <c:v>800</c:v>
                  </c:pt>
                  <c:pt idx="41">
                    <c:v>810</c:v>
                  </c:pt>
                  <c:pt idx="42">
                    <c:v>820</c:v>
                  </c:pt>
                  <c:pt idx="43">
                    <c:v>830</c:v>
                  </c:pt>
                  <c:pt idx="44">
                    <c:v>840</c:v>
                  </c:pt>
                  <c:pt idx="45">
                    <c:v>850</c:v>
                  </c:pt>
                  <c:pt idx="46">
                    <c:v>860</c:v>
                  </c:pt>
                  <c:pt idx="47">
                    <c:v>870</c:v>
                  </c:pt>
                  <c:pt idx="48">
                    <c:v>880</c:v>
                  </c:pt>
                  <c:pt idx="49">
                    <c:v>890</c:v>
                  </c:pt>
                  <c:pt idx="50">
                    <c:v>900</c:v>
                  </c:pt>
                  <c:pt idx="51">
                    <c:v>910</c:v>
                  </c:pt>
                  <c:pt idx="52">
                    <c:v>920</c:v>
                  </c:pt>
                  <c:pt idx="53">
                    <c:v>930</c:v>
                  </c:pt>
                  <c:pt idx="54">
                    <c:v>940</c:v>
                  </c:pt>
                  <c:pt idx="55">
                    <c:v>950</c:v>
                  </c:pt>
                  <c:pt idx="56">
                    <c:v>960</c:v>
                  </c:pt>
                  <c:pt idx="57">
                    <c:v>970</c:v>
                  </c:pt>
                  <c:pt idx="58">
                    <c:v>980</c:v>
                  </c:pt>
                  <c:pt idx="59">
                    <c:v>990</c:v>
                  </c:pt>
                  <c:pt idx="60">
                    <c:v>1000</c:v>
                  </c:pt>
                  <c:pt idx="61">
                    <c:v>1010</c:v>
                  </c:pt>
                  <c:pt idx="62">
                    <c:v>1020</c:v>
                  </c:pt>
                  <c:pt idx="63">
                    <c:v>1030</c:v>
                  </c:pt>
                  <c:pt idx="64">
                    <c:v>1040</c:v>
                  </c:pt>
                  <c:pt idx="65">
                    <c:v>1050</c:v>
                  </c:pt>
                  <c:pt idx="66">
                    <c:v>1060</c:v>
                  </c:pt>
                  <c:pt idx="67">
                    <c:v>1070</c:v>
                  </c:pt>
                  <c:pt idx="68">
                    <c:v>1080</c:v>
                  </c:pt>
                  <c:pt idx="69">
                    <c:v>1090</c:v>
                  </c:pt>
                  <c:pt idx="70">
                    <c:v>1100</c:v>
                  </c:pt>
                  <c:pt idx="71">
                    <c:v>1110</c:v>
                  </c:pt>
                  <c:pt idx="72">
                    <c:v>1120</c:v>
                  </c:pt>
                  <c:pt idx="73">
                    <c:v>1130</c:v>
                  </c:pt>
                  <c:pt idx="74">
                    <c:v>1140</c:v>
                  </c:pt>
                  <c:pt idx="75">
                    <c:v>1150</c:v>
                  </c:pt>
                  <c:pt idx="76">
                    <c:v>1160</c:v>
                  </c:pt>
                  <c:pt idx="77">
                    <c:v>1170</c:v>
                  </c:pt>
                  <c:pt idx="78">
                    <c:v>1180</c:v>
                  </c:pt>
                  <c:pt idx="79">
                    <c:v>1190</c:v>
                  </c:pt>
                  <c:pt idx="80">
                    <c:v>1200</c:v>
                  </c:pt>
                  <c:pt idx="81">
                    <c:v>1210</c:v>
                  </c:pt>
                  <c:pt idx="82">
                    <c:v>1220</c:v>
                  </c:pt>
                  <c:pt idx="83">
                    <c:v>1230</c:v>
                  </c:pt>
                  <c:pt idx="84">
                    <c:v>1240</c:v>
                  </c:pt>
                  <c:pt idx="85">
                    <c:v>1250</c:v>
                  </c:pt>
                  <c:pt idx="86">
                    <c:v>1260</c:v>
                  </c:pt>
                  <c:pt idx="87">
                    <c:v>1270</c:v>
                  </c:pt>
                  <c:pt idx="88">
                    <c:v>1280</c:v>
                  </c:pt>
                  <c:pt idx="89">
                    <c:v>1290</c:v>
                  </c:pt>
                  <c:pt idx="90">
                    <c:v>1300</c:v>
                  </c:pt>
                  <c:pt idx="91">
                    <c:v>1310</c:v>
                  </c:pt>
                  <c:pt idx="92">
                    <c:v>1320</c:v>
                  </c:pt>
                  <c:pt idx="93">
                    <c:v>1330</c:v>
                  </c:pt>
                  <c:pt idx="94">
                    <c:v>1340</c:v>
                  </c:pt>
                  <c:pt idx="95">
                    <c:v>1350</c:v>
                  </c:pt>
                  <c:pt idx="96">
                    <c:v>1360</c:v>
                  </c:pt>
                  <c:pt idx="97">
                    <c:v>1370</c:v>
                  </c:pt>
                  <c:pt idx="98">
                    <c:v>1380</c:v>
                  </c:pt>
                  <c:pt idx="99">
                    <c:v>1390</c:v>
                  </c:pt>
                  <c:pt idx="100">
                    <c:v>1400</c:v>
                  </c:pt>
                  <c:pt idx="101">
                    <c:v>1410</c:v>
                  </c:pt>
                  <c:pt idx="102">
                    <c:v>1420</c:v>
                  </c:pt>
                  <c:pt idx="103">
                    <c:v>1430</c:v>
                  </c:pt>
                  <c:pt idx="104">
                    <c:v>1440</c:v>
                  </c:pt>
                  <c:pt idx="105">
                    <c:v>1450</c:v>
                  </c:pt>
                  <c:pt idx="106">
                    <c:v>1460</c:v>
                  </c:pt>
                  <c:pt idx="107">
                    <c:v>1470</c:v>
                  </c:pt>
                  <c:pt idx="108">
                    <c:v>1480</c:v>
                  </c:pt>
                  <c:pt idx="109">
                    <c:v>1490</c:v>
                  </c:pt>
                  <c:pt idx="110">
                    <c:v>1500</c:v>
                  </c:pt>
                  <c:pt idx="111">
                    <c:v>1510</c:v>
                  </c:pt>
                  <c:pt idx="112">
                    <c:v>1520</c:v>
                  </c:pt>
                  <c:pt idx="113">
                    <c:v>1530</c:v>
                  </c:pt>
                  <c:pt idx="114">
                    <c:v>1540</c:v>
                  </c:pt>
                  <c:pt idx="115">
                    <c:v>1550</c:v>
                  </c:pt>
                  <c:pt idx="116">
                    <c:v>1560</c:v>
                  </c:pt>
                  <c:pt idx="117">
                    <c:v>1570</c:v>
                  </c:pt>
                  <c:pt idx="118">
                    <c:v>1580</c:v>
                  </c:pt>
                  <c:pt idx="119">
                    <c:v>1590</c:v>
                  </c:pt>
                  <c:pt idx="120">
                    <c:v>1600</c:v>
                  </c:pt>
                  <c:pt idx="121">
                    <c:v>1610</c:v>
                  </c:pt>
                  <c:pt idx="122">
                    <c:v>1620</c:v>
                  </c:pt>
                  <c:pt idx="123">
                    <c:v>1630</c:v>
                  </c:pt>
                  <c:pt idx="124">
                    <c:v>1640</c:v>
                  </c:pt>
                  <c:pt idx="125">
                    <c:v>1650</c:v>
                  </c:pt>
                  <c:pt idx="126">
                    <c:v>1660</c:v>
                  </c:pt>
                  <c:pt idx="127">
                    <c:v>1670</c:v>
                  </c:pt>
                  <c:pt idx="128">
                    <c:v>1680</c:v>
                  </c:pt>
                  <c:pt idx="129">
                    <c:v>1690</c:v>
                  </c:pt>
                  <c:pt idx="130">
                    <c:v>1700</c:v>
                  </c:pt>
                  <c:pt idx="131">
                    <c:v>1710</c:v>
                  </c:pt>
                  <c:pt idx="132">
                    <c:v>1720</c:v>
                  </c:pt>
                  <c:pt idx="133">
                    <c:v>1730</c:v>
                  </c:pt>
                  <c:pt idx="134">
                    <c:v>1740</c:v>
                  </c:pt>
                  <c:pt idx="135">
                    <c:v>1750</c:v>
                  </c:pt>
                  <c:pt idx="136">
                    <c:v>1760</c:v>
                  </c:pt>
                  <c:pt idx="137">
                    <c:v>1770</c:v>
                  </c:pt>
                  <c:pt idx="138">
                    <c:v>1780</c:v>
                  </c:pt>
                  <c:pt idx="139">
                    <c:v>1790</c:v>
                  </c:pt>
                  <c:pt idx="140">
                    <c:v>1800</c:v>
                  </c:pt>
                  <c:pt idx="141">
                    <c:v>1810</c:v>
                  </c:pt>
                  <c:pt idx="142">
                    <c:v>1820</c:v>
                  </c:pt>
                  <c:pt idx="143">
                    <c:v>1830</c:v>
                  </c:pt>
                  <c:pt idx="144">
                    <c:v>1840</c:v>
                  </c:pt>
                  <c:pt idx="145">
                    <c:v>1850</c:v>
                  </c:pt>
                  <c:pt idx="146">
                    <c:v>1860</c:v>
                  </c:pt>
                  <c:pt idx="147">
                    <c:v>1870</c:v>
                  </c:pt>
                  <c:pt idx="148">
                    <c:v>1880</c:v>
                  </c:pt>
                  <c:pt idx="149">
                    <c:v>1890</c:v>
                  </c:pt>
                  <c:pt idx="150">
                    <c:v>1900</c:v>
                  </c:pt>
                  <c:pt idx="151">
                    <c:v>1910</c:v>
                  </c:pt>
                  <c:pt idx="152">
                    <c:v>1920</c:v>
                  </c:pt>
                  <c:pt idx="153">
                    <c:v>1930</c:v>
                  </c:pt>
                  <c:pt idx="154">
                    <c:v>1940</c:v>
                  </c:pt>
                  <c:pt idx="155">
                    <c:v>1950</c:v>
                  </c:pt>
                  <c:pt idx="156">
                    <c:v>1960</c:v>
                  </c:pt>
                  <c:pt idx="157">
                    <c:v>1970</c:v>
                  </c:pt>
                  <c:pt idx="158">
                    <c:v>1980</c:v>
                  </c:pt>
                  <c:pt idx="159">
                    <c:v>1990</c:v>
                  </c:pt>
                  <c:pt idx="160">
                    <c:v>2000</c:v>
                  </c:pt>
                  <c:pt idx="161">
                    <c:v>2010</c:v>
                  </c:pt>
                  <c:pt idx="162">
                    <c:v>2020</c:v>
                  </c:pt>
                  <c:pt idx="163">
                    <c:v>2030</c:v>
                  </c:pt>
                  <c:pt idx="164">
                    <c:v>2040</c:v>
                  </c:pt>
                  <c:pt idx="165">
                    <c:v>2050</c:v>
                  </c:pt>
                  <c:pt idx="166">
                    <c:v>2060</c:v>
                  </c:pt>
                  <c:pt idx="167">
                    <c:v>2070</c:v>
                  </c:pt>
                  <c:pt idx="168">
                    <c:v>2080</c:v>
                  </c:pt>
                  <c:pt idx="169">
                    <c:v>2090</c:v>
                  </c:pt>
                  <c:pt idx="170">
                    <c:v>2100</c:v>
                  </c:pt>
                  <c:pt idx="171">
                    <c:v>2110</c:v>
                  </c:pt>
                  <c:pt idx="172">
                    <c:v>2120</c:v>
                  </c:pt>
                  <c:pt idx="173">
                    <c:v>2130</c:v>
                  </c:pt>
                  <c:pt idx="174">
                    <c:v>2140</c:v>
                  </c:pt>
                  <c:pt idx="175">
                    <c:v>2150</c:v>
                  </c:pt>
                  <c:pt idx="176">
                    <c:v>2160</c:v>
                  </c:pt>
                  <c:pt idx="177">
                    <c:v>2170</c:v>
                  </c:pt>
                  <c:pt idx="178">
                    <c:v>2180</c:v>
                  </c:pt>
                  <c:pt idx="179">
                    <c:v>2190</c:v>
                  </c:pt>
                  <c:pt idx="180">
                    <c:v>2200</c:v>
                  </c:pt>
                  <c:pt idx="181">
                    <c:v>2210</c:v>
                  </c:pt>
                  <c:pt idx="182">
                    <c:v>2220</c:v>
                  </c:pt>
                  <c:pt idx="183">
                    <c:v>2230</c:v>
                  </c:pt>
                  <c:pt idx="184">
                    <c:v>2240</c:v>
                  </c:pt>
                  <c:pt idx="185">
                    <c:v>2250</c:v>
                  </c:pt>
                  <c:pt idx="186">
                    <c:v>2260</c:v>
                  </c:pt>
                  <c:pt idx="187">
                    <c:v>2270</c:v>
                  </c:pt>
                  <c:pt idx="188">
                    <c:v>2280</c:v>
                  </c:pt>
                  <c:pt idx="189">
                    <c:v>2290</c:v>
                  </c:pt>
                  <c:pt idx="190">
                    <c:v>2300</c:v>
                  </c:pt>
                  <c:pt idx="191">
                    <c:v>2310</c:v>
                  </c:pt>
                  <c:pt idx="192">
                    <c:v>2320</c:v>
                  </c:pt>
                  <c:pt idx="193">
                    <c:v>2330</c:v>
                  </c:pt>
                  <c:pt idx="194">
                    <c:v>2340</c:v>
                  </c:pt>
                  <c:pt idx="195">
                    <c:v>2350</c:v>
                  </c:pt>
                  <c:pt idx="196">
                    <c:v>2360</c:v>
                  </c:pt>
                  <c:pt idx="197">
                    <c:v>2370</c:v>
                  </c:pt>
                  <c:pt idx="198">
                    <c:v>2380</c:v>
                  </c:pt>
                  <c:pt idx="199">
                    <c:v>2390</c:v>
                  </c:pt>
                  <c:pt idx="200">
                    <c:v>2400</c:v>
                  </c:pt>
                </c:lvl>
              </c:multiLvlStrCache>
            </c:multiLvlStrRef>
          </c:cat>
          <c:val>
            <c:numRef>
              <c:f>Sheet1!$C$2:$C$202</c:f>
              <c:numCache>
                <c:formatCode>General</c:formatCode>
                <c:ptCount val="201"/>
                <c:pt idx="0">
                  <c:v>0.27757</c:v>
                </c:pt>
                <c:pt idx="1">
                  <c:v>0.27068</c:v>
                </c:pt>
                <c:pt idx="2">
                  <c:v>0.25974</c:v>
                </c:pt>
                <c:pt idx="3">
                  <c:v>0.2441</c:v>
                </c:pt>
                <c:pt idx="4">
                  <c:v>0.22743</c:v>
                </c:pt>
                <c:pt idx="5">
                  <c:v>0.21435</c:v>
                </c:pt>
                <c:pt idx="6">
                  <c:v>0.20095</c:v>
                </c:pt>
                <c:pt idx="7">
                  <c:v>0.18749</c:v>
                </c:pt>
                <c:pt idx="8">
                  <c:v>0.17611</c:v>
                </c:pt>
                <c:pt idx="9">
                  <c:v>0.16791</c:v>
                </c:pt>
                <c:pt idx="10">
                  <c:v>0.16756</c:v>
                </c:pt>
                <c:pt idx="11">
                  <c:v>0.18191</c:v>
                </c:pt>
                <c:pt idx="12">
                  <c:v>0.21948</c:v>
                </c:pt>
                <c:pt idx="13">
                  <c:v>0.26333</c:v>
                </c:pt>
                <c:pt idx="14">
                  <c:v>0.28161</c:v>
                </c:pt>
                <c:pt idx="15">
                  <c:v>0.28351</c:v>
                </c:pt>
                <c:pt idx="16">
                  <c:v>0.26968</c:v>
                </c:pt>
                <c:pt idx="17">
                  <c:v>0.23866</c:v>
                </c:pt>
                <c:pt idx="18">
                  <c:v>0.20657</c:v>
                </c:pt>
                <c:pt idx="19">
                  <c:v>0.18746</c:v>
                </c:pt>
                <c:pt idx="20">
                  <c:v>0.1771</c:v>
                </c:pt>
                <c:pt idx="21">
                  <c:v>0.16326</c:v>
                </c:pt>
                <c:pt idx="22">
                  <c:v>0.14823</c:v>
                </c:pt>
                <c:pt idx="23">
                  <c:v>0.14181</c:v>
                </c:pt>
                <c:pt idx="24">
                  <c:v>0.13414</c:v>
                </c:pt>
                <c:pt idx="25">
                  <c:v>0.12074</c:v>
                </c:pt>
                <c:pt idx="26">
                  <c:v>0.10927</c:v>
                </c:pt>
                <c:pt idx="27">
                  <c:v>0.10021</c:v>
                </c:pt>
                <c:pt idx="28">
                  <c:v>0.10195</c:v>
                </c:pt>
                <c:pt idx="29">
                  <c:v>0.12612</c:v>
                </c:pt>
                <c:pt idx="30">
                  <c:v>0.21715</c:v>
                </c:pt>
                <c:pt idx="31">
                  <c:v>0.3442</c:v>
                </c:pt>
                <c:pt idx="32">
                  <c:v>0.46023</c:v>
                </c:pt>
                <c:pt idx="33">
                  <c:v>0.5464</c:v>
                </c:pt>
                <c:pt idx="34">
                  <c:v>0.59371</c:v>
                </c:pt>
                <c:pt idx="35">
                  <c:v>0.61318</c:v>
                </c:pt>
                <c:pt idx="36">
                  <c:v>0.61848</c:v>
                </c:pt>
                <c:pt idx="37">
                  <c:v>0.61897</c:v>
                </c:pt>
                <c:pt idx="38">
                  <c:v>0.61839</c:v>
                </c:pt>
                <c:pt idx="39">
                  <c:v>0.61811</c:v>
                </c:pt>
                <c:pt idx="40">
                  <c:v>0.61809</c:v>
                </c:pt>
                <c:pt idx="41">
                  <c:v>0.61811</c:v>
                </c:pt>
                <c:pt idx="42">
                  <c:v>0.61803</c:v>
                </c:pt>
                <c:pt idx="43">
                  <c:v>0.61767</c:v>
                </c:pt>
                <c:pt idx="44">
                  <c:v>0.61747</c:v>
                </c:pt>
                <c:pt idx="45">
                  <c:v>0.61767</c:v>
                </c:pt>
                <c:pt idx="46">
                  <c:v>0.61787</c:v>
                </c:pt>
                <c:pt idx="47">
                  <c:v>0.61798</c:v>
                </c:pt>
                <c:pt idx="48">
                  <c:v>0.61795</c:v>
                </c:pt>
                <c:pt idx="49">
                  <c:v>0.61787</c:v>
                </c:pt>
                <c:pt idx="50">
                  <c:v>0.6179</c:v>
                </c:pt>
                <c:pt idx="51">
                  <c:v>0.61805</c:v>
                </c:pt>
                <c:pt idx="52">
                  <c:v>0.61763</c:v>
                </c:pt>
                <c:pt idx="53">
                  <c:v>0.61526</c:v>
                </c:pt>
                <c:pt idx="54">
                  <c:v>0.61003</c:v>
                </c:pt>
                <c:pt idx="55">
                  <c:v>0.60153</c:v>
                </c:pt>
                <c:pt idx="56">
                  <c:v>0.59177</c:v>
                </c:pt>
                <c:pt idx="57">
                  <c:v>0.58843</c:v>
                </c:pt>
                <c:pt idx="58">
                  <c:v>0.58912</c:v>
                </c:pt>
                <c:pt idx="59">
                  <c:v>0.59221</c:v>
                </c:pt>
                <c:pt idx="60">
                  <c:v>0.59587</c:v>
                </c:pt>
                <c:pt idx="61">
                  <c:v>0.59925</c:v>
                </c:pt>
                <c:pt idx="62">
                  <c:v>0.60417</c:v>
                </c:pt>
                <c:pt idx="63">
                  <c:v>0.6084</c:v>
                </c:pt>
                <c:pt idx="64">
                  <c:v>0.61127</c:v>
                </c:pt>
                <c:pt idx="65">
                  <c:v>0.61295</c:v>
                </c:pt>
                <c:pt idx="66">
                  <c:v>0.61386</c:v>
                </c:pt>
                <c:pt idx="67">
                  <c:v>0.61416</c:v>
                </c:pt>
                <c:pt idx="68">
                  <c:v>0.61382</c:v>
                </c:pt>
                <c:pt idx="69">
                  <c:v>0.6126</c:v>
                </c:pt>
                <c:pt idx="70">
                  <c:v>0.61079</c:v>
                </c:pt>
                <c:pt idx="71">
                  <c:v>0.60836</c:v>
                </c:pt>
                <c:pt idx="72">
                  <c:v>0.60454</c:v>
                </c:pt>
                <c:pt idx="73">
                  <c:v>0.59482</c:v>
                </c:pt>
                <c:pt idx="74">
                  <c:v>0.57421</c:v>
                </c:pt>
                <c:pt idx="75">
                  <c:v>0.55213</c:v>
                </c:pt>
                <c:pt idx="76">
                  <c:v>0.54137</c:v>
                </c:pt>
                <c:pt idx="77">
                  <c:v>0.53907</c:v>
                </c:pt>
                <c:pt idx="78">
                  <c:v>0.53948</c:v>
                </c:pt>
                <c:pt idx="79">
                  <c:v>0.54087</c:v>
                </c:pt>
                <c:pt idx="80">
                  <c:v>0.54359</c:v>
                </c:pt>
                <c:pt idx="81">
                  <c:v>0.54708</c:v>
                </c:pt>
                <c:pt idx="82">
                  <c:v>0.54704</c:v>
                </c:pt>
                <c:pt idx="83">
                  <c:v>0.54562</c:v>
                </c:pt>
                <c:pt idx="84">
                  <c:v>0.54611</c:v>
                </c:pt>
                <c:pt idx="85">
                  <c:v>0.54756</c:v>
                </c:pt>
                <c:pt idx="86">
                  <c:v>0.54824</c:v>
                </c:pt>
                <c:pt idx="87">
                  <c:v>0.5471</c:v>
                </c:pt>
                <c:pt idx="88">
                  <c:v>0.54404</c:v>
                </c:pt>
                <c:pt idx="89">
                  <c:v>0.53852</c:v>
                </c:pt>
                <c:pt idx="90">
                  <c:v>0.52979</c:v>
                </c:pt>
                <c:pt idx="91">
                  <c:v>0.51689</c:v>
                </c:pt>
                <c:pt idx="92">
                  <c:v>0.49898</c:v>
                </c:pt>
                <c:pt idx="93">
                  <c:v>0.47677</c:v>
                </c:pt>
                <c:pt idx="94">
                  <c:v>0.45366</c:v>
                </c:pt>
                <c:pt idx="95">
                  <c:v>0.43319</c:v>
                </c:pt>
                <c:pt idx="96">
                  <c:v>0.41351</c:v>
                </c:pt>
                <c:pt idx="97">
                  <c:v>0.38411</c:v>
                </c:pt>
                <c:pt idx="98">
                  <c:v>0.32989</c:v>
                </c:pt>
                <c:pt idx="99">
                  <c:v>0.25223</c:v>
                </c:pt>
                <c:pt idx="100">
                  <c:v>0.1832</c:v>
                </c:pt>
                <c:pt idx="101">
                  <c:v>0.14415</c:v>
                </c:pt>
                <c:pt idx="102">
                  <c:v>0.12603</c:v>
                </c:pt>
                <c:pt idx="103">
                  <c:v>0.11763</c:v>
                </c:pt>
                <c:pt idx="104">
                  <c:v>0.11398</c:v>
                </c:pt>
                <c:pt idx="105">
                  <c:v>0.11305</c:v>
                </c:pt>
                <c:pt idx="106">
                  <c:v>0.11464</c:v>
                </c:pt>
                <c:pt idx="107">
                  <c:v>0.12013</c:v>
                </c:pt>
                <c:pt idx="108">
                  <c:v>0.1294</c:v>
                </c:pt>
                <c:pt idx="109">
                  <c:v>0.14131</c:v>
                </c:pt>
                <c:pt idx="110">
                  <c:v>0.15518</c:v>
                </c:pt>
                <c:pt idx="111">
                  <c:v>0.17043</c:v>
                </c:pt>
                <c:pt idx="112">
                  <c:v>0.18658</c:v>
                </c:pt>
                <c:pt idx="113">
                  <c:v>0.20316</c:v>
                </c:pt>
                <c:pt idx="114">
                  <c:v>0.21967</c:v>
                </c:pt>
                <c:pt idx="115">
                  <c:v>0.23575</c:v>
                </c:pt>
                <c:pt idx="116">
                  <c:v>0.25107</c:v>
                </c:pt>
                <c:pt idx="117">
                  <c:v>0.26526</c:v>
                </c:pt>
                <c:pt idx="118">
                  <c:v>0.27831</c:v>
                </c:pt>
                <c:pt idx="119">
                  <c:v>0.29017</c:v>
                </c:pt>
                <c:pt idx="120">
                  <c:v>0.3008</c:v>
                </c:pt>
                <c:pt idx="121">
                  <c:v>0.31026</c:v>
                </c:pt>
                <c:pt idx="122">
                  <c:v>0.3187</c:v>
                </c:pt>
                <c:pt idx="123">
                  <c:v>0.32618</c:v>
                </c:pt>
                <c:pt idx="124">
                  <c:v>0.33261</c:v>
                </c:pt>
                <c:pt idx="125">
                  <c:v>0.33805</c:v>
                </c:pt>
                <c:pt idx="126">
                  <c:v>0.34242</c:v>
                </c:pt>
                <c:pt idx="127">
                  <c:v>0.3458</c:v>
                </c:pt>
                <c:pt idx="128">
                  <c:v>0.34917</c:v>
                </c:pt>
                <c:pt idx="129">
                  <c:v>0.35445</c:v>
                </c:pt>
                <c:pt idx="130">
                  <c:v>0.36019</c:v>
                </c:pt>
                <c:pt idx="131">
                  <c:v>0.36418</c:v>
                </c:pt>
                <c:pt idx="132">
                  <c:v>0.36666</c:v>
                </c:pt>
                <c:pt idx="133">
                  <c:v>0.35839</c:v>
                </c:pt>
                <c:pt idx="134">
                  <c:v>0.33744</c:v>
                </c:pt>
                <c:pt idx="135">
                  <c:v>0.32353</c:v>
                </c:pt>
                <c:pt idx="136">
                  <c:v>0.31234</c:v>
                </c:pt>
                <c:pt idx="137">
                  <c:v>0.29668</c:v>
                </c:pt>
                <c:pt idx="138">
                  <c:v>0.28472</c:v>
                </c:pt>
                <c:pt idx="139">
                  <c:v>0.28009</c:v>
                </c:pt>
                <c:pt idx="140">
                  <c:v>0.27945</c:v>
                </c:pt>
                <c:pt idx="141">
                  <c:v>0.28067</c:v>
                </c:pt>
                <c:pt idx="142">
                  <c:v>0.28184</c:v>
                </c:pt>
                <c:pt idx="143">
                  <c:v>0.27853</c:v>
                </c:pt>
                <c:pt idx="144">
                  <c:v>0.26907</c:v>
                </c:pt>
                <c:pt idx="145">
                  <c:v>0.2496</c:v>
                </c:pt>
                <c:pt idx="146">
                  <c:v>0.21541</c:v>
                </c:pt>
                <c:pt idx="147">
                  <c:v>0.16617</c:v>
                </c:pt>
                <c:pt idx="148">
                  <c:v>0.11445</c:v>
                </c:pt>
                <c:pt idx="149">
                  <c:v>0.07992</c:v>
                </c:pt>
                <c:pt idx="150">
                  <c:v>0.06539</c:v>
                </c:pt>
                <c:pt idx="151">
                  <c:v>0.06124</c:v>
                </c:pt>
                <c:pt idx="152">
                  <c:v>0.06026</c:v>
                </c:pt>
                <c:pt idx="153">
                  <c:v>0.06026</c:v>
                </c:pt>
                <c:pt idx="154">
                  <c:v>0.0607</c:v>
                </c:pt>
                <c:pt idx="155">
                  <c:v>0.0614</c:v>
                </c:pt>
                <c:pt idx="156">
                  <c:v>0.06244</c:v>
                </c:pt>
                <c:pt idx="157">
                  <c:v>0.06394</c:v>
                </c:pt>
                <c:pt idx="158">
                  <c:v>0.06585</c:v>
                </c:pt>
                <c:pt idx="159">
                  <c:v>0.06818</c:v>
                </c:pt>
                <c:pt idx="160">
                  <c:v>0.07101</c:v>
                </c:pt>
                <c:pt idx="161">
                  <c:v>0.07431</c:v>
                </c:pt>
                <c:pt idx="162">
                  <c:v>0.07803</c:v>
                </c:pt>
                <c:pt idx="163">
                  <c:v>0.08224</c:v>
                </c:pt>
                <c:pt idx="164">
                  <c:v>0.08682</c:v>
                </c:pt>
                <c:pt idx="165">
                  <c:v>0.09169</c:v>
                </c:pt>
                <c:pt idx="166">
                  <c:v>0.09695</c:v>
                </c:pt>
                <c:pt idx="167">
                  <c:v>0.10278</c:v>
                </c:pt>
                <c:pt idx="168">
                  <c:v>0.10911</c:v>
                </c:pt>
                <c:pt idx="169">
                  <c:v>0.11577</c:v>
                </c:pt>
                <c:pt idx="170">
                  <c:v>0.12268</c:v>
                </c:pt>
                <c:pt idx="171">
                  <c:v>0.12985</c:v>
                </c:pt>
                <c:pt idx="172">
                  <c:v>0.13711</c:v>
                </c:pt>
                <c:pt idx="173">
                  <c:v>0.14389</c:v>
                </c:pt>
                <c:pt idx="174">
                  <c:v>0.14965</c:v>
                </c:pt>
                <c:pt idx="175">
                  <c:v>0.15418</c:v>
                </c:pt>
                <c:pt idx="176">
                  <c:v>0.15773</c:v>
                </c:pt>
                <c:pt idx="177">
                  <c:v>0.16073</c:v>
                </c:pt>
                <c:pt idx="178">
                  <c:v>0.16361</c:v>
                </c:pt>
                <c:pt idx="179">
                  <c:v>0.16631</c:v>
                </c:pt>
                <c:pt idx="180">
                  <c:v>0.16852</c:v>
                </c:pt>
                <c:pt idx="181">
                  <c:v>0.17012</c:v>
                </c:pt>
                <c:pt idx="182">
                  <c:v>0.17107</c:v>
                </c:pt>
                <c:pt idx="183">
                  <c:v>0.17136</c:v>
                </c:pt>
                <c:pt idx="184">
                  <c:v>0.17153</c:v>
                </c:pt>
                <c:pt idx="185">
                  <c:v>0.17283</c:v>
                </c:pt>
                <c:pt idx="186">
                  <c:v>0.17612</c:v>
                </c:pt>
                <c:pt idx="187">
                  <c:v>0.18083</c:v>
                </c:pt>
                <c:pt idx="188">
                  <c:v>0.1841</c:v>
                </c:pt>
                <c:pt idx="189">
                  <c:v>0.18824</c:v>
                </c:pt>
                <c:pt idx="190">
                  <c:v>0.19775</c:v>
                </c:pt>
                <c:pt idx="191">
                  <c:v>0.19485</c:v>
                </c:pt>
                <c:pt idx="192">
                  <c:v>0.17087</c:v>
                </c:pt>
                <c:pt idx="193">
                  <c:v>0.15808</c:v>
                </c:pt>
                <c:pt idx="194">
                  <c:v>0.15877</c:v>
                </c:pt>
                <c:pt idx="195">
                  <c:v>0.15544</c:v>
                </c:pt>
                <c:pt idx="196">
                  <c:v>0.1411</c:v>
                </c:pt>
                <c:pt idx="197">
                  <c:v>0.13347</c:v>
                </c:pt>
                <c:pt idx="198">
                  <c:v>0.12799</c:v>
                </c:pt>
                <c:pt idx="199">
                  <c:v>0.12243</c:v>
                </c:pt>
                <c:pt idx="200">
                  <c:v>0.11807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0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3D2B"/>
                </a:solidFill>
                <a:latin typeface="+mj-lt"/>
              </a:defRPr>
            </a:pPr>
            <a:r>
              <a:rPr sz="1100" b="0" i="0" u="none" strike="noStrike">
                <a:solidFill>
                  <a:srgbClr val="1F3D2B"/>
                </a:solidFill>
                <a:latin typeface="+mj-lt"/>
              </a:rPr>
              <a:t>03 Mar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Healthy</c:v>
                </c:pt>
              </c:strCache>
            </c:strRef>
          </c:tx>
          <c:spPr>
            <a:solidFill>
              <a:srgbClr val="2E7D32"/>
            </a:solidFill>
            <a:ln w="25400" cap="flat">
              <a:solidFill>
                <a:srgbClr val="2E7D3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E7D32"/>
              </a:solidFill>
              <a:ln w="9525" cap="flat">
                <a:solidFill>
                  <a:srgbClr val="2E7D3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Sheet1!$A$2:$A$202</c:f>
              <c:multiLvlStrCache>
                <c:ptCount val="201"/>
                <c:lvl>
                  <c:pt idx="0">
                    <c:v>400</c:v>
                  </c:pt>
                  <c:pt idx="1">
                    <c:v>410</c:v>
                  </c:pt>
                  <c:pt idx="2">
                    <c:v>420</c:v>
                  </c:pt>
                  <c:pt idx="3">
                    <c:v>430</c:v>
                  </c:pt>
                  <c:pt idx="4">
                    <c:v>440</c:v>
                  </c:pt>
                  <c:pt idx="5">
                    <c:v>450</c:v>
                  </c:pt>
                  <c:pt idx="6">
                    <c:v>460</c:v>
                  </c:pt>
                  <c:pt idx="7">
                    <c:v>470</c:v>
                  </c:pt>
                  <c:pt idx="8">
                    <c:v>480</c:v>
                  </c:pt>
                  <c:pt idx="9">
                    <c:v>490</c:v>
                  </c:pt>
                  <c:pt idx="10">
                    <c:v>500</c:v>
                  </c:pt>
                  <c:pt idx="11">
                    <c:v>510</c:v>
                  </c:pt>
                  <c:pt idx="12">
                    <c:v>520</c:v>
                  </c:pt>
                  <c:pt idx="13">
                    <c:v>530</c:v>
                  </c:pt>
                  <c:pt idx="14">
                    <c:v>540</c:v>
                  </c:pt>
                  <c:pt idx="15">
                    <c:v>550</c:v>
                  </c:pt>
                  <c:pt idx="16">
                    <c:v>560</c:v>
                  </c:pt>
                  <c:pt idx="17">
                    <c:v>570</c:v>
                  </c:pt>
                  <c:pt idx="18">
                    <c:v>580</c:v>
                  </c:pt>
                  <c:pt idx="19">
                    <c:v>590</c:v>
                  </c:pt>
                  <c:pt idx="20">
                    <c:v>600</c:v>
                  </c:pt>
                  <c:pt idx="21">
                    <c:v>610</c:v>
                  </c:pt>
                  <c:pt idx="22">
                    <c:v>620</c:v>
                  </c:pt>
                  <c:pt idx="23">
                    <c:v>630</c:v>
                  </c:pt>
                  <c:pt idx="24">
                    <c:v>640</c:v>
                  </c:pt>
                  <c:pt idx="25">
                    <c:v>650</c:v>
                  </c:pt>
                  <c:pt idx="26">
                    <c:v>660</c:v>
                  </c:pt>
                  <c:pt idx="27">
                    <c:v>670</c:v>
                  </c:pt>
                  <c:pt idx="28">
                    <c:v>680</c:v>
                  </c:pt>
                  <c:pt idx="29">
                    <c:v>690</c:v>
                  </c:pt>
                  <c:pt idx="30">
                    <c:v>700</c:v>
                  </c:pt>
                  <c:pt idx="31">
                    <c:v>710</c:v>
                  </c:pt>
                  <c:pt idx="32">
                    <c:v>720</c:v>
                  </c:pt>
                  <c:pt idx="33">
                    <c:v>730</c:v>
                  </c:pt>
                  <c:pt idx="34">
                    <c:v>740</c:v>
                  </c:pt>
                  <c:pt idx="35">
                    <c:v>750</c:v>
                  </c:pt>
                  <c:pt idx="36">
                    <c:v>760</c:v>
                  </c:pt>
                  <c:pt idx="37">
                    <c:v>770</c:v>
                  </c:pt>
                  <c:pt idx="38">
                    <c:v>780</c:v>
                  </c:pt>
                  <c:pt idx="39">
                    <c:v>790</c:v>
                  </c:pt>
                  <c:pt idx="40">
                    <c:v>800</c:v>
                  </c:pt>
                  <c:pt idx="41">
                    <c:v>810</c:v>
                  </c:pt>
                  <c:pt idx="42">
                    <c:v>820</c:v>
                  </c:pt>
                  <c:pt idx="43">
                    <c:v>830</c:v>
                  </c:pt>
                  <c:pt idx="44">
                    <c:v>840</c:v>
                  </c:pt>
                  <c:pt idx="45">
                    <c:v>850</c:v>
                  </c:pt>
                  <c:pt idx="46">
                    <c:v>860</c:v>
                  </c:pt>
                  <c:pt idx="47">
                    <c:v>870</c:v>
                  </c:pt>
                  <c:pt idx="48">
                    <c:v>880</c:v>
                  </c:pt>
                  <c:pt idx="49">
                    <c:v>890</c:v>
                  </c:pt>
                  <c:pt idx="50">
                    <c:v>900</c:v>
                  </c:pt>
                  <c:pt idx="51">
                    <c:v>910</c:v>
                  </c:pt>
                  <c:pt idx="52">
                    <c:v>920</c:v>
                  </c:pt>
                  <c:pt idx="53">
                    <c:v>930</c:v>
                  </c:pt>
                  <c:pt idx="54">
                    <c:v>940</c:v>
                  </c:pt>
                  <c:pt idx="55">
                    <c:v>950</c:v>
                  </c:pt>
                  <c:pt idx="56">
                    <c:v>960</c:v>
                  </c:pt>
                  <c:pt idx="57">
                    <c:v>970</c:v>
                  </c:pt>
                  <c:pt idx="58">
                    <c:v>980</c:v>
                  </c:pt>
                  <c:pt idx="59">
                    <c:v>990</c:v>
                  </c:pt>
                  <c:pt idx="60">
                    <c:v>1000</c:v>
                  </c:pt>
                  <c:pt idx="61">
                    <c:v>1010</c:v>
                  </c:pt>
                  <c:pt idx="62">
                    <c:v>1020</c:v>
                  </c:pt>
                  <c:pt idx="63">
                    <c:v>1030</c:v>
                  </c:pt>
                  <c:pt idx="64">
                    <c:v>1040</c:v>
                  </c:pt>
                  <c:pt idx="65">
                    <c:v>1050</c:v>
                  </c:pt>
                  <c:pt idx="66">
                    <c:v>1060</c:v>
                  </c:pt>
                  <c:pt idx="67">
                    <c:v>1070</c:v>
                  </c:pt>
                  <c:pt idx="68">
                    <c:v>1080</c:v>
                  </c:pt>
                  <c:pt idx="69">
                    <c:v>1090</c:v>
                  </c:pt>
                  <c:pt idx="70">
                    <c:v>1100</c:v>
                  </c:pt>
                  <c:pt idx="71">
                    <c:v>1110</c:v>
                  </c:pt>
                  <c:pt idx="72">
                    <c:v>1120</c:v>
                  </c:pt>
                  <c:pt idx="73">
                    <c:v>1130</c:v>
                  </c:pt>
                  <c:pt idx="74">
                    <c:v>1140</c:v>
                  </c:pt>
                  <c:pt idx="75">
                    <c:v>1150</c:v>
                  </c:pt>
                  <c:pt idx="76">
                    <c:v>1160</c:v>
                  </c:pt>
                  <c:pt idx="77">
                    <c:v>1170</c:v>
                  </c:pt>
                  <c:pt idx="78">
                    <c:v>1180</c:v>
                  </c:pt>
                  <c:pt idx="79">
                    <c:v>1190</c:v>
                  </c:pt>
                  <c:pt idx="80">
                    <c:v>1200</c:v>
                  </c:pt>
                  <c:pt idx="81">
                    <c:v>1210</c:v>
                  </c:pt>
                  <c:pt idx="82">
                    <c:v>1220</c:v>
                  </c:pt>
                  <c:pt idx="83">
                    <c:v>1230</c:v>
                  </c:pt>
                  <c:pt idx="84">
                    <c:v>1240</c:v>
                  </c:pt>
                  <c:pt idx="85">
                    <c:v>1250</c:v>
                  </c:pt>
                  <c:pt idx="86">
                    <c:v>1260</c:v>
                  </c:pt>
                  <c:pt idx="87">
                    <c:v>1270</c:v>
                  </c:pt>
                  <c:pt idx="88">
                    <c:v>1280</c:v>
                  </c:pt>
                  <c:pt idx="89">
                    <c:v>1290</c:v>
                  </c:pt>
                  <c:pt idx="90">
                    <c:v>1300</c:v>
                  </c:pt>
                  <c:pt idx="91">
                    <c:v>1310</c:v>
                  </c:pt>
                  <c:pt idx="92">
                    <c:v>1320</c:v>
                  </c:pt>
                  <c:pt idx="93">
                    <c:v>1330</c:v>
                  </c:pt>
                  <c:pt idx="94">
                    <c:v>1340</c:v>
                  </c:pt>
                  <c:pt idx="95">
                    <c:v>1350</c:v>
                  </c:pt>
                  <c:pt idx="96">
                    <c:v>1360</c:v>
                  </c:pt>
                  <c:pt idx="97">
                    <c:v>1370</c:v>
                  </c:pt>
                  <c:pt idx="98">
                    <c:v>1380</c:v>
                  </c:pt>
                  <c:pt idx="99">
                    <c:v>1390</c:v>
                  </c:pt>
                  <c:pt idx="100">
                    <c:v>1400</c:v>
                  </c:pt>
                  <c:pt idx="101">
                    <c:v>1410</c:v>
                  </c:pt>
                  <c:pt idx="102">
                    <c:v>1420</c:v>
                  </c:pt>
                  <c:pt idx="103">
                    <c:v>1430</c:v>
                  </c:pt>
                  <c:pt idx="104">
                    <c:v>1440</c:v>
                  </c:pt>
                  <c:pt idx="105">
                    <c:v>1450</c:v>
                  </c:pt>
                  <c:pt idx="106">
                    <c:v>1460</c:v>
                  </c:pt>
                  <c:pt idx="107">
                    <c:v>1470</c:v>
                  </c:pt>
                  <c:pt idx="108">
                    <c:v>1480</c:v>
                  </c:pt>
                  <c:pt idx="109">
                    <c:v>1490</c:v>
                  </c:pt>
                  <c:pt idx="110">
                    <c:v>1500</c:v>
                  </c:pt>
                  <c:pt idx="111">
                    <c:v>1510</c:v>
                  </c:pt>
                  <c:pt idx="112">
                    <c:v>1520</c:v>
                  </c:pt>
                  <c:pt idx="113">
                    <c:v>1530</c:v>
                  </c:pt>
                  <c:pt idx="114">
                    <c:v>1540</c:v>
                  </c:pt>
                  <c:pt idx="115">
                    <c:v>1550</c:v>
                  </c:pt>
                  <c:pt idx="116">
                    <c:v>1560</c:v>
                  </c:pt>
                  <c:pt idx="117">
                    <c:v>1570</c:v>
                  </c:pt>
                  <c:pt idx="118">
                    <c:v>1580</c:v>
                  </c:pt>
                  <c:pt idx="119">
                    <c:v>1590</c:v>
                  </c:pt>
                  <c:pt idx="120">
                    <c:v>1600</c:v>
                  </c:pt>
                  <c:pt idx="121">
                    <c:v>1610</c:v>
                  </c:pt>
                  <c:pt idx="122">
                    <c:v>1620</c:v>
                  </c:pt>
                  <c:pt idx="123">
                    <c:v>1630</c:v>
                  </c:pt>
                  <c:pt idx="124">
                    <c:v>1640</c:v>
                  </c:pt>
                  <c:pt idx="125">
                    <c:v>1650</c:v>
                  </c:pt>
                  <c:pt idx="126">
                    <c:v>1660</c:v>
                  </c:pt>
                  <c:pt idx="127">
                    <c:v>1670</c:v>
                  </c:pt>
                  <c:pt idx="128">
                    <c:v>1680</c:v>
                  </c:pt>
                  <c:pt idx="129">
                    <c:v>1690</c:v>
                  </c:pt>
                  <c:pt idx="130">
                    <c:v>1700</c:v>
                  </c:pt>
                  <c:pt idx="131">
                    <c:v>1710</c:v>
                  </c:pt>
                  <c:pt idx="132">
                    <c:v>1720</c:v>
                  </c:pt>
                  <c:pt idx="133">
                    <c:v>1730</c:v>
                  </c:pt>
                  <c:pt idx="134">
                    <c:v>1740</c:v>
                  </c:pt>
                  <c:pt idx="135">
                    <c:v>1750</c:v>
                  </c:pt>
                  <c:pt idx="136">
                    <c:v>1760</c:v>
                  </c:pt>
                  <c:pt idx="137">
                    <c:v>1770</c:v>
                  </c:pt>
                  <c:pt idx="138">
                    <c:v>1780</c:v>
                  </c:pt>
                  <c:pt idx="139">
                    <c:v>1790</c:v>
                  </c:pt>
                  <c:pt idx="140">
                    <c:v>1800</c:v>
                  </c:pt>
                  <c:pt idx="141">
                    <c:v>1810</c:v>
                  </c:pt>
                  <c:pt idx="142">
                    <c:v>1820</c:v>
                  </c:pt>
                  <c:pt idx="143">
                    <c:v>1830</c:v>
                  </c:pt>
                  <c:pt idx="144">
                    <c:v>1840</c:v>
                  </c:pt>
                  <c:pt idx="145">
                    <c:v>1850</c:v>
                  </c:pt>
                  <c:pt idx="146">
                    <c:v>1860</c:v>
                  </c:pt>
                  <c:pt idx="147">
                    <c:v>1870</c:v>
                  </c:pt>
                  <c:pt idx="148">
                    <c:v>1880</c:v>
                  </c:pt>
                  <c:pt idx="149">
                    <c:v>1890</c:v>
                  </c:pt>
                  <c:pt idx="150">
                    <c:v>1900</c:v>
                  </c:pt>
                  <c:pt idx="151">
                    <c:v>1910</c:v>
                  </c:pt>
                  <c:pt idx="152">
                    <c:v>1920</c:v>
                  </c:pt>
                  <c:pt idx="153">
                    <c:v>1930</c:v>
                  </c:pt>
                  <c:pt idx="154">
                    <c:v>1940</c:v>
                  </c:pt>
                  <c:pt idx="155">
                    <c:v>1950</c:v>
                  </c:pt>
                  <c:pt idx="156">
                    <c:v>1960</c:v>
                  </c:pt>
                  <c:pt idx="157">
                    <c:v>1970</c:v>
                  </c:pt>
                  <c:pt idx="158">
                    <c:v>1980</c:v>
                  </c:pt>
                  <c:pt idx="159">
                    <c:v>1990</c:v>
                  </c:pt>
                  <c:pt idx="160">
                    <c:v>2000</c:v>
                  </c:pt>
                  <c:pt idx="161">
                    <c:v>2010</c:v>
                  </c:pt>
                  <c:pt idx="162">
                    <c:v>2020</c:v>
                  </c:pt>
                  <c:pt idx="163">
                    <c:v>2030</c:v>
                  </c:pt>
                  <c:pt idx="164">
                    <c:v>2040</c:v>
                  </c:pt>
                  <c:pt idx="165">
                    <c:v>2050</c:v>
                  </c:pt>
                  <c:pt idx="166">
                    <c:v>2060</c:v>
                  </c:pt>
                  <c:pt idx="167">
                    <c:v>2070</c:v>
                  </c:pt>
                  <c:pt idx="168">
                    <c:v>2080</c:v>
                  </c:pt>
                  <c:pt idx="169">
                    <c:v>2090</c:v>
                  </c:pt>
                  <c:pt idx="170">
                    <c:v>2100</c:v>
                  </c:pt>
                  <c:pt idx="171">
                    <c:v>2110</c:v>
                  </c:pt>
                  <c:pt idx="172">
                    <c:v>2120</c:v>
                  </c:pt>
                  <c:pt idx="173">
                    <c:v>2130</c:v>
                  </c:pt>
                  <c:pt idx="174">
                    <c:v>2140</c:v>
                  </c:pt>
                  <c:pt idx="175">
                    <c:v>2150</c:v>
                  </c:pt>
                  <c:pt idx="176">
                    <c:v>2160</c:v>
                  </c:pt>
                  <c:pt idx="177">
                    <c:v>2170</c:v>
                  </c:pt>
                  <c:pt idx="178">
                    <c:v>2180</c:v>
                  </c:pt>
                  <c:pt idx="179">
                    <c:v>2190</c:v>
                  </c:pt>
                  <c:pt idx="180">
                    <c:v>2200</c:v>
                  </c:pt>
                  <c:pt idx="181">
                    <c:v>2210</c:v>
                  </c:pt>
                  <c:pt idx="182">
                    <c:v>2220</c:v>
                  </c:pt>
                  <c:pt idx="183">
                    <c:v>2230</c:v>
                  </c:pt>
                  <c:pt idx="184">
                    <c:v>2240</c:v>
                  </c:pt>
                  <c:pt idx="185">
                    <c:v>2250</c:v>
                  </c:pt>
                  <c:pt idx="186">
                    <c:v>2260</c:v>
                  </c:pt>
                  <c:pt idx="187">
                    <c:v>2270</c:v>
                  </c:pt>
                  <c:pt idx="188">
                    <c:v>2280</c:v>
                  </c:pt>
                  <c:pt idx="189">
                    <c:v>2290</c:v>
                  </c:pt>
                  <c:pt idx="190">
                    <c:v>2300</c:v>
                  </c:pt>
                  <c:pt idx="191">
                    <c:v>2310</c:v>
                  </c:pt>
                  <c:pt idx="192">
                    <c:v>2320</c:v>
                  </c:pt>
                  <c:pt idx="193">
                    <c:v>2330</c:v>
                  </c:pt>
                  <c:pt idx="194">
                    <c:v>2340</c:v>
                  </c:pt>
                  <c:pt idx="195">
                    <c:v>2350</c:v>
                  </c:pt>
                  <c:pt idx="196">
                    <c:v>2360</c:v>
                  </c:pt>
                  <c:pt idx="197">
                    <c:v>2370</c:v>
                  </c:pt>
                  <c:pt idx="198">
                    <c:v>2380</c:v>
                  </c:pt>
                  <c:pt idx="199">
                    <c:v>2390</c:v>
                  </c:pt>
                  <c:pt idx="200">
                    <c:v>2400</c:v>
                  </c:pt>
                </c:lvl>
              </c:multiLvlStrCache>
            </c:multiLvlStrRef>
          </c:cat>
          <c:val>
            <c:numRef>
              <c:f>Sheet1!$B$2:$B$202</c:f>
              <c:numCache>
                <c:formatCode>General</c:formatCode>
                <c:ptCount val="201"/>
                <c:pt idx="0">
                  <c:v>0.27695</c:v>
                </c:pt>
                <c:pt idx="1">
                  <c:v>0.26908</c:v>
                </c:pt>
                <c:pt idx="2">
                  <c:v>0.25608</c:v>
                </c:pt>
                <c:pt idx="3">
                  <c:v>0.23902</c:v>
                </c:pt>
                <c:pt idx="4">
                  <c:v>0.22166</c:v>
                </c:pt>
                <c:pt idx="5">
                  <c:v>0.20819</c:v>
                </c:pt>
                <c:pt idx="6">
                  <c:v>0.19495</c:v>
                </c:pt>
                <c:pt idx="7">
                  <c:v>0.18143</c:v>
                </c:pt>
                <c:pt idx="8">
                  <c:v>0.1702</c:v>
                </c:pt>
                <c:pt idx="9">
                  <c:v>0.1622</c:v>
                </c:pt>
                <c:pt idx="10">
                  <c:v>0.16139</c:v>
                </c:pt>
                <c:pt idx="11">
                  <c:v>0.17432</c:v>
                </c:pt>
                <c:pt idx="12">
                  <c:v>0.20941</c:v>
                </c:pt>
                <c:pt idx="13">
                  <c:v>0.25011</c:v>
                </c:pt>
                <c:pt idx="14">
                  <c:v>0.26512</c:v>
                </c:pt>
                <c:pt idx="15">
                  <c:v>0.26498</c:v>
                </c:pt>
                <c:pt idx="16">
                  <c:v>0.25052</c:v>
                </c:pt>
                <c:pt idx="17">
                  <c:v>0.21915</c:v>
                </c:pt>
                <c:pt idx="18">
                  <c:v>0.18791</c:v>
                </c:pt>
                <c:pt idx="19">
                  <c:v>0.16962</c:v>
                </c:pt>
                <c:pt idx="20">
                  <c:v>0.15984</c:v>
                </c:pt>
                <c:pt idx="21">
                  <c:v>0.14729</c:v>
                </c:pt>
                <c:pt idx="22">
                  <c:v>0.13379</c:v>
                </c:pt>
                <c:pt idx="23">
                  <c:v>0.12783</c:v>
                </c:pt>
                <c:pt idx="24">
                  <c:v>0.12099</c:v>
                </c:pt>
                <c:pt idx="25">
                  <c:v>0.10995</c:v>
                </c:pt>
                <c:pt idx="26">
                  <c:v>0.10126</c:v>
                </c:pt>
                <c:pt idx="27">
                  <c:v>0.09546</c:v>
                </c:pt>
                <c:pt idx="28">
                  <c:v>0.0985</c:v>
                </c:pt>
                <c:pt idx="29">
                  <c:v>0.11684</c:v>
                </c:pt>
                <c:pt idx="30">
                  <c:v>0.19521</c:v>
                </c:pt>
                <c:pt idx="31">
                  <c:v>0.32104</c:v>
                </c:pt>
                <c:pt idx="32">
                  <c:v>0.44646</c:v>
                </c:pt>
                <c:pt idx="33">
                  <c:v>0.54481</c:v>
                </c:pt>
                <c:pt idx="34">
                  <c:v>0.60084</c:v>
                </c:pt>
                <c:pt idx="35">
                  <c:v>0.62412</c:v>
                </c:pt>
                <c:pt idx="36">
                  <c:v>0.63016</c:v>
                </c:pt>
                <c:pt idx="37">
                  <c:v>0.63</c:v>
                </c:pt>
                <c:pt idx="38">
                  <c:v>0.62849</c:v>
                </c:pt>
                <c:pt idx="39">
                  <c:v>0.62733</c:v>
                </c:pt>
                <c:pt idx="40">
                  <c:v>0.62651</c:v>
                </c:pt>
                <c:pt idx="41">
                  <c:v>0.62579</c:v>
                </c:pt>
                <c:pt idx="42">
                  <c:v>0.62502</c:v>
                </c:pt>
                <c:pt idx="43">
                  <c:v>0.62403</c:v>
                </c:pt>
                <c:pt idx="44">
                  <c:v>0.62324</c:v>
                </c:pt>
                <c:pt idx="45">
                  <c:v>0.62284</c:v>
                </c:pt>
                <c:pt idx="46">
                  <c:v>0.62252</c:v>
                </c:pt>
                <c:pt idx="47">
                  <c:v>0.62222</c:v>
                </c:pt>
                <c:pt idx="48">
                  <c:v>0.62179</c:v>
                </c:pt>
                <c:pt idx="49">
                  <c:v>0.6214</c:v>
                </c:pt>
                <c:pt idx="50">
                  <c:v>0.62108</c:v>
                </c:pt>
                <c:pt idx="51">
                  <c:v>0.62095</c:v>
                </c:pt>
                <c:pt idx="52">
                  <c:v>0.62031</c:v>
                </c:pt>
                <c:pt idx="53">
                  <c:v>0.6179</c:v>
                </c:pt>
                <c:pt idx="54">
                  <c:v>0.61301</c:v>
                </c:pt>
                <c:pt idx="55">
                  <c:v>0.60513</c:v>
                </c:pt>
                <c:pt idx="56">
                  <c:v>0.5961</c:v>
                </c:pt>
                <c:pt idx="57">
                  <c:v>0.59297</c:v>
                </c:pt>
                <c:pt idx="58">
                  <c:v>0.59344</c:v>
                </c:pt>
                <c:pt idx="59">
                  <c:v>0.59607</c:v>
                </c:pt>
                <c:pt idx="60">
                  <c:v>0.59903</c:v>
                </c:pt>
                <c:pt idx="61">
                  <c:v>0.60202</c:v>
                </c:pt>
                <c:pt idx="62">
                  <c:v>0.60631</c:v>
                </c:pt>
                <c:pt idx="63">
                  <c:v>0.6099</c:v>
                </c:pt>
                <c:pt idx="64">
                  <c:v>0.6124</c:v>
                </c:pt>
                <c:pt idx="65">
                  <c:v>0.61394</c:v>
                </c:pt>
                <c:pt idx="66">
                  <c:v>0.61484</c:v>
                </c:pt>
                <c:pt idx="67">
                  <c:v>0.6152</c:v>
                </c:pt>
                <c:pt idx="68">
                  <c:v>0.61487</c:v>
                </c:pt>
                <c:pt idx="69">
                  <c:v>0.61372</c:v>
                </c:pt>
                <c:pt idx="70">
                  <c:v>0.61207</c:v>
                </c:pt>
                <c:pt idx="71">
                  <c:v>0.60986</c:v>
                </c:pt>
                <c:pt idx="72">
                  <c:v>0.60636</c:v>
                </c:pt>
                <c:pt idx="73">
                  <c:v>0.59761</c:v>
                </c:pt>
                <c:pt idx="74">
                  <c:v>0.57907</c:v>
                </c:pt>
                <c:pt idx="75">
                  <c:v>0.55937</c:v>
                </c:pt>
                <c:pt idx="76">
                  <c:v>0.55016</c:v>
                </c:pt>
                <c:pt idx="77">
                  <c:v>0.54871</c:v>
                </c:pt>
                <c:pt idx="78">
                  <c:v>0.54992</c:v>
                </c:pt>
                <c:pt idx="79">
                  <c:v>0.55189</c:v>
                </c:pt>
                <c:pt idx="80">
                  <c:v>0.55504</c:v>
                </c:pt>
                <c:pt idx="81">
                  <c:v>0.5587</c:v>
                </c:pt>
                <c:pt idx="82">
                  <c:v>0.55823</c:v>
                </c:pt>
                <c:pt idx="83">
                  <c:v>0.55625</c:v>
                </c:pt>
                <c:pt idx="84">
                  <c:v>0.55635</c:v>
                </c:pt>
                <c:pt idx="85">
                  <c:v>0.55738</c:v>
                </c:pt>
                <c:pt idx="86">
                  <c:v>0.55777</c:v>
                </c:pt>
                <c:pt idx="87">
                  <c:v>0.55661</c:v>
                </c:pt>
                <c:pt idx="88">
                  <c:v>0.55372</c:v>
                </c:pt>
                <c:pt idx="89">
                  <c:v>0.54869</c:v>
                </c:pt>
                <c:pt idx="90">
                  <c:v>0.54066</c:v>
                </c:pt>
                <c:pt idx="91">
                  <c:v>0.52872</c:v>
                </c:pt>
                <c:pt idx="92">
                  <c:v>0.51206</c:v>
                </c:pt>
                <c:pt idx="93">
                  <c:v>0.49119</c:v>
                </c:pt>
                <c:pt idx="94">
                  <c:v>0.46921</c:v>
                </c:pt>
                <c:pt idx="95">
                  <c:v>0.44934</c:v>
                </c:pt>
                <c:pt idx="96">
                  <c:v>0.42999</c:v>
                </c:pt>
                <c:pt idx="97">
                  <c:v>0.40079</c:v>
                </c:pt>
                <c:pt idx="98">
                  <c:v>0.34618</c:v>
                </c:pt>
                <c:pt idx="99">
                  <c:v>0.26672</c:v>
                </c:pt>
                <c:pt idx="100">
                  <c:v>0.19447</c:v>
                </c:pt>
                <c:pt idx="101">
                  <c:v>0.15307</c:v>
                </c:pt>
                <c:pt idx="102">
                  <c:v>0.13404</c:v>
                </c:pt>
                <c:pt idx="103">
                  <c:v>0.12559</c:v>
                </c:pt>
                <c:pt idx="104">
                  <c:v>0.12223</c:v>
                </c:pt>
                <c:pt idx="105">
                  <c:v>0.12169</c:v>
                </c:pt>
                <c:pt idx="106">
                  <c:v>0.12389</c:v>
                </c:pt>
                <c:pt idx="107">
                  <c:v>0.13056</c:v>
                </c:pt>
                <c:pt idx="108">
                  <c:v>0.14145</c:v>
                </c:pt>
                <c:pt idx="109">
                  <c:v>0.15519</c:v>
                </c:pt>
                <c:pt idx="110">
                  <c:v>0.17093</c:v>
                </c:pt>
                <c:pt idx="111">
                  <c:v>0.18806</c:v>
                </c:pt>
                <c:pt idx="112">
                  <c:v>0.20596</c:v>
                </c:pt>
                <c:pt idx="113">
                  <c:v>0.22412</c:v>
                </c:pt>
                <c:pt idx="114">
                  <c:v>0.24203</c:v>
                </c:pt>
                <c:pt idx="115">
                  <c:v>0.25927</c:v>
                </c:pt>
                <c:pt idx="116">
                  <c:v>0.27552</c:v>
                </c:pt>
                <c:pt idx="117">
                  <c:v>0.2904</c:v>
                </c:pt>
                <c:pt idx="118">
                  <c:v>0.30388</c:v>
                </c:pt>
                <c:pt idx="119">
                  <c:v>0.31602</c:v>
                </c:pt>
                <c:pt idx="120">
                  <c:v>0.32692</c:v>
                </c:pt>
                <c:pt idx="121">
                  <c:v>0.33655</c:v>
                </c:pt>
                <c:pt idx="122">
                  <c:v>0.34505</c:v>
                </c:pt>
                <c:pt idx="123">
                  <c:v>0.35259</c:v>
                </c:pt>
                <c:pt idx="124">
                  <c:v>0.35909</c:v>
                </c:pt>
                <c:pt idx="125">
                  <c:v>0.36454</c:v>
                </c:pt>
                <c:pt idx="126">
                  <c:v>0.36891</c:v>
                </c:pt>
                <c:pt idx="127">
                  <c:v>0.37228</c:v>
                </c:pt>
                <c:pt idx="128">
                  <c:v>0.37572</c:v>
                </c:pt>
                <c:pt idx="129">
                  <c:v>0.3813</c:v>
                </c:pt>
                <c:pt idx="130">
                  <c:v>0.38746</c:v>
                </c:pt>
                <c:pt idx="131">
                  <c:v>0.39192</c:v>
                </c:pt>
                <c:pt idx="132">
                  <c:v>0.39566</c:v>
                </c:pt>
                <c:pt idx="133">
                  <c:v>0.38761</c:v>
                </c:pt>
                <c:pt idx="134">
                  <c:v>0.36505</c:v>
                </c:pt>
                <c:pt idx="135">
                  <c:v>0.3506</c:v>
                </c:pt>
                <c:pt idx="136">
                  <c:v>0.33931</c:v>
                </c:pt>
                <c:pt idx="137">
                  <c:v>0.32248</c:v>
                </c:pt>
                <c:pt idx="138">
                  <c:v>0.30932</c:v>
                </c:pt>
                <c:pt idx="139">
                  <c:v>0.30408</c:v>
                </c:pt>
                <c:pt idx="140">
                  <c:v>0.3031</c:v>
                </c:pt>
                <c:pt idx="141">
                  <c:v>0.30349</c:v>
                </c:pt>
                <c:pt idx="142">
                  <c:v>0.30288</c:v>
                </c:pt>
                <c:pt idx="143">
                  <c:v>0.2983</c:v>
                </c:pt>
                <c:pt idx="144">
                  <c:v>0.2877</c:v>
                </c:pt>
                <c:pt idx="145">
                  <c:v>0.26655</c:v>
                </c:pt>
                <c:pt idx="146">
                  <c:v>0.22958</c:v>
                </c:pt>
                <c:pt idx="147">
                  <c:v>0.17602</c:v>
                </c:pt>
                <c:pt idx="148">
                  <c:v>0.1192</c:v>
                </c:pt>
                <c:pt idx="149">
                  <c:v>0.08121</c:v>
                </c:pt>
                <c:pt idx="150">
                  <c:v>0.06578</c:v>
                </c:pt>
                <c:pt idx="151">
                  <c:v>0.06193</c:v>
                </c:pt>
                <c:pt idx="152">
                  <c:v>0.06128</c:v>
                </c:pt>
                <c:pt idx="153">
                  <c:v>0.0614</c:v>
                </c:pt>
                <c:pt idx="154">
                  <c:v>0.06181</c:v>
                </c:pt>
                <c:pt idx="155">
                  <c:v>0.06245</c:v>
                </c:pt>
                <c:pt idx="156">
                  <c:v>0.06347</c:v>
                </c:pt>
                <c:pt idx="157">
                  <c:v>0.06498</c:v>
                </c:pt>
                <c:pt idx="158">
                  <c:v>0.06699</c:v>
                </c:pt>
                <c:pt idx="159">
                  <c:v>0.06958</c:v>
                </c:pt>
                <c:pt idx="160">
                  <c:v>0.07285</c:v>
                </c:pt>
                <c:pt idx="161">
                  <c:v>0.07674</c:v>
                </c:pt>
                <c:pt idx="162">
                  <c:v>0.08119</c:v>
                </c:pt>
                <c:pt idx="163">
                  <c:v>0.08625</c:v>
                </c:pt>
                <c:pt idx="164">
                  <c:v>0.09179</c:v>
                </c:pt>
                <c:pt idx="165">
                  <c:v>0.0977</c:v>
                </c:pt>
                <c:pt idx="166">
                  <c:v>0.10409</c:v>
                </c:pt>
                <c:pt idx="167">
                  <c:v>0.11109</c:v>
                </c:pt>
                <c:pt idx="168">
                  <c:v>0.1186</c:v>
                </c:pt>
                <c:pt idx="169">
                  <c:v>0.12644</c:v>
                </c:pt>
                <c:pt idx="170">
                  <c:v>0.13448</c:v>
                </c:pt>
                <c:pt idx="171">
                  <c:v>0.1427</c:v>
                </c:pt>
                <c:pt idx="172">
                  <c:v>0.15091</c:v>
                </c:pt>
                <c:pt idx="173">
                  <c:v>0.15847</c:v>
                </c:pt>
                <c:pt idx="174">
                  <c:v>0.1648</c:v>
                </c:pt>
                <c:pt idx="175">
                  <c:v>0.16966</c:v>
                </c:pt>
                <c:pt idx="176">
                  <c:v>0.17337</c:v>
                </c:pt>
                <c:pt idx="177">
                  <c:v>0.1765</c:v>
                </c:pt>
                <c:pt idx="178">
                  <c:v>0.17947</c:v>
                </c:pt>
                <c:pt idx="179">
                  <c:v>0.18228</c:v>
                </c:pt>
                <c:pt idx="180">
                  <c:v>0.18454</c:v>
                </c:pt>
                <c:pt idx="181">
                  <c:v>0.18606</c:v>
                </c:pt>
                <c:pt idx="182">
                  <c:v>0.1869</c:v>
                </c:pt>
                <c:pt idx="183">
                  <c:v>0.18709</c:v>
                </c:pt>
                <c:pt idx="184">
                  <c:v>0.18732</c:v>
                </c:pt>
                <c:pt idx="185">
                  <c:v>0.18892</c:v>
                </c:pt>
                <c:pt idx="186">
                  <c:v>0.19286</c:v>
                </c:pt>
                <c:pt idx="187">
                  <c:v>0.19847</c:v>
                </c:pt>
                <c:pt idx="188">
                  <c:v>0.20246</c:v>
                </c:pt>
                <c:pt idx="189">
                  <c:v>0.20726</c:v>
                </c:pt>
                <c:pt idx="190">
                  <c:v>0.21827</c:v>
                </c:pt>
                <c:pt idx="191">
                  <c:v>0.21495</c:v>
                </c:pt>
                <c:pt idx="192">
                  <c:v>0.18767</c:v>
                </c:pt>
                <c:pt idx="193">
                  <c:v>0.17317</c:v>
                </c:pt>
                <c:pt idx="194">
                  <c:v>0.17397</c:v>
                </c:pt>
                <c:pt idx="195">
                  <c:v>0.16996</c:v>
                </c:pt>
                <c:pt idx="196">
                  <c:v>0.15319</c:v>
                </c:pt>
                <c:pt idx="197">
                  <c:v>0.14422</c:v>
                </c:pt>
                <c:pt idx="198">
                  <c:v>0.13765</c:v>
                </c:pt>
                <c:pt idx="199">
                  <c:v>0.13101</c:v>
                </c:pt>
                <c:pt idx="200">
                  <c:v>0.1259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Diseased</c:v>
                </c:pt>
              </c:strCache>
            </c:strRef>
          </c:tx>
          <c:spPr>
            <a:solidFill>
              <a:srgbClr val="D08A00"/>
            </a:solidFill>
            <a:ln w="25400" cap="flat">
              <a:solidFill>
                <a:srgbClr val="D08A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08A00"/>
              </a:solidFill>
              <a:ln w="9525" cap="flat">
                <a:solidFill>
                  <a:srgbClr val="D08A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Sheet1!$A$2:$A$202</c:f>
              <c:multiLvlStrCache>
                <c:ptCount val="201"/>
                <c:lvl>
                  <c:pt idx="0">
                    <c:v>400</c:v>
                  </c:pt>
                  <c:pt idx="1">
                    <c:v>410</c:v>
                  </c:pt>
                  <c:pt idx="2">
                    <c:v>420</c:v>
                  </c:pt>
                  <c:pt idx="3">
                    <c:v>430</c:v>
                  </c:pt>
                  <c:pt idx="4">
                    <c:v>440</c:v>
                  </c:pt>
                  <c:pt idx="5">
                    <c:v>450</c:v>
                  </c:pt>
                  <c:pt idx="6">
                    <c:v>460</c:v>
                  </c:pt>
                  <c:pt idx="7">
                    <c:v>470</c:v>
                  </c:pt>
                  <c:pt idx="8">
                    <c:v>480</c:v>
                  </c:pt>
                  <c:pt idx="9">
                    <c:v>490</c:v>
                  </c:pt>
                  <c:pt idx="10">
                    <c:v>500</c:v>
                  </c:pt>
                  <c:pt idx="11">
                    <c:v>510</c:v>
                  </c:pt>
                  <c:pt idx="12">
                    <c:v>520</c:v>
                  </c:pt>
                  <c:pt idx="13">
                    <c:v>530</c:v>
                  </c:pt>
                  <c:pt idx="14">
                    <c:v>540</c:v>
                  </c:pt>
                  <c:pt idx="15">
                    <c:v>550</c:v>
                  </c:pt>
                  <c:pt idx="16">
                    <c:v>560</c:v>
                  </c:pt>
                  <c:pt idx="17">
                    <c:v>570</c:v>
                  </c:pt>
                  <c:pt idx="18">
                    <c:v>580</c:v>
                  </c:pt>
                  <c:pt idx="19">
                    <c:v>590</c:v>
                  </c:pt>
                  <c:pt idx="20">
                    <c:v>600</c:v>
                  </c:pt>
                  <c:pt idx="21">
                    <c:v>610</c:v>
                  </c:pt>
                  <c:pt idx="22">
                    <c:v>620</c:v>
                  </c:pt>
                  <c:pt idx="23">
                    <c:v>630</c:v>
                  </c:pt>
                  <c:pt idx="24">
                    <c:v>640</c:v>
                  </c:pt>
                  <c:pt idx="25">
                    <c:v>650</c:v>
                  </c:pt>
                  <c:pt idx="26">
                    <c:v>660</c:v>
                  </c:pt>
                  <c:pt idx="27">
                    <c:v>670</c:v>
                  </c:pt>
                  <c:pt idx="28">
                    <c:v>680</c:v>
                  </c:pt>
                  <c:pt idx="29">
                    <c:v>690</c:v>
                  </c:pt>
                  <c:pt idx="30">
                    <c:v>700</c:v>
                  </c:pt>
                  <c:pt idx="31">
                    <c:v>710</c:v>
                  </c:pt>
                  <c:pt idx="32">
                    <c:v>720</c:v>
                  </c:pt>
                  <c:pt idx="33">
                    <c:v>730</c:v>
                  </c:pt>
                  <c:pt idx="34">
                    <c:v>740</c:v>
                  </c:pt>
                  <c:pt idx="35">
                    <c:v>750</c:v>
                  </c:pt>
                  <c:pt idx="36">
                    <c:v>760</c:v>
                  </c:pt>
                  <c:pt idx="37">
                    <c:v>770</c:v>
                  </c:pt>
                  <c:pt idx="38">
                    <c:v>780</c:v>
                  </c:pt>
                  <c:pt idx="39">
                    <c:v>790</c:v>
                  </c:pt>
                  <c:pt idx="40">
                    <c:v>800</c:v>
                  </c:pt>
                  <c:pt idx="41">
                    <c:v>810</c:v>
                  </c:pt>
                  <c:pt idx="42">
                    <c:v>820</c:v>
                  </c:pt>
                  <c:pt idx="43">
                    <c:v>830</c:v>
                  </c:pt>
                  <c:pt idx="44">
                    <c:v>840</c:v>
                  </c:pt>
                  <c:pt idx="45">
                    <c:v>850</c:v>
                  </c:pt>
                  <c:pt idx="46">
                    <c:v>860</c:v>
                  </c:pt>
                  <c:pt idx="47">
                    <c:v>870</c:v>
                  </c:pt>
                  <c:pt idx="48">
                    <c:v>880</c:v>
                  </c:pt>
                  <c:pt idx="49">
                    <c:v>890</c:v>
                  </c:pt>
                  <c:pt idx="50">
                    <c:v>900</c:v>
                  </c:pt>
                  <c:pt idx="51">
                    <c:v>910</c:v>
                  </c:pt>
                  <c:pt idx="52">
                    <c:v>920</c:v>
                  </c:pt>
                  <c:pt idx="53">
                    <c:v>930</c:v>
                  </c:pt>
                  <c:pt idx="54">
                    <c:v>940</c:v>
                  </c:pt>
                  <c:pt idx="55">
                    <c:v>950</c:v>
                  </c:pt>
                  <c:pt idx="56">
                    <c:v>960</c:v>
                  </c:pt>
                  <c:pt idx="57">
                    <c:v>970</c:v>
                  </c:pt>
                  <c:pt idx="58">
                    <c:v>980</c:v>
                  </c:pt>
                  <c:pt idx="59">
                    <c:v>990</c:v>
                  </c:pt>
                  <c:pt idx="60">
                    <c:v>1000</c:v>
                  </c:pt>
                  <c:pt idx="61">
                    <c:v>1010</c:v>
                  </c:pt>
                  <c:pt idx="62">
                    <c:v>1020</c:v>
                  </c:pt>
                  <c:pt idx="63">
                    <c:v>1030</c:v>
                  </c:pt>
                  <c:pt idx="64">
                    <c:v>1040</c:v>
                  </c:pt>
                  <c:pt idx="65">
                    <c:v>1050</c:v>
                  </c:pt>
                  <c:pt idx="66">
                    <c:v>1060</c:v>
                  </c:pt>
                  <c:pt idx="67">
                    <c:v>1070</c:v>
                  </c:pt>
                  <c:pt idx="68">
                    <c:v>1080</c:v>
                  </c:pt>
                  <c:pt idx="69">
                    <c:v>1090</c:v>
                  </c:pt>
                  <c:pt idx="70">
                    <c:v>1100</c:v>
                  </c:pt>
                  <c:pt idx="71">
                    <c:v>1110</c:v>
                  </c:pt>
                  <c:pt idx="72">
                    <c:v>1120</c:v>
                  </c:pt>
                  <c:pt idx="73">
                    <c:v>1130</c:v>
                  </c:pt>
                  <c:pt idx="74">
                    <c:v>1140</c:v>
                  </c:pt>
                  <c:pt idx="75">
                    <c:v>1150</c:v>
                  </c:pt>
                  <c:pt idx="76">
                    <c:v>1160</c:v>
                  </c:pt>
                  <c:pt idx="77">
                    <c:v>1170</c:v>
                  </c:pt>
                  <c:pt idx="78">
                    <c:v>1180</c:v>
                  </c:pt>
                  <c:pt idx="79">
                    <c:v>1190</c:v>
                  </c:pt>
                  <c:pt idx="80">
                    <c:v>1200</c:v>
                  </c:pt>
                  <c:pt idx="81">
                    <c:v>1210</c:v>
                  </c:pt>
                  <c:pt idx="82">
                    <c:v>1220</c:v>
                  </c:pt>
                  <c:pt idx="83">
                    <c:v>1230</c:v>
                  </c:pt>
                  <c:pt idx="84">
                    <c:v>1240</c:v>
                  </c:pt>
                  <c:pt idx="85">
                    <c:v>1250</c:v>
                  </c:pt>
                  <c:pt idx="86">
                    <c:v>1260</c:v>
                  </c:pt>
                  <c:pt idx="87">
                    <c:v>1270</c:v>
                  </c:pt>
                  <c:pt idx="88">
                    <c:v>1280</c:v>
                  </c:pt>
                  <c:pt idx="89">
                    <c:v>1290</c:v>
                  </c:pt>
                  <c:pt idx="90">
                    <c:v>1300</c:v>
                  </c:pt>
                  <c:pt idx="91">
                    <c:v>1310</c:v>
                  </c:pt>
                  <c:pt idx="92">
                    <c:v>1320</c:v>
                  </c:pt>
                  <c:pt idx="93">
                    <c:v>1330</c:v>
                  </c:pt>
                  <c:pt idx="94">
                    <c:v>1340</c:v>
                  </c:pt>
                  <c:pt idx="95">
                    <c:v>1350</c:v>
                  </c:pt>
                  <c:pt idx="96">
                    <c:v>1360</c:v>
                  </c:pt>
                  <c:pt idx="97">
                    <c:v>1370</c:v>
                  </c:pt>
                  <c:pt idx="98">
                    <c:v>1380</c:v>
                  </c:pt>
                  <c:pt idx="99">
                    <c:v>1390</c:v>
                  </c:pt>
                  <c:pt idx="100">
                    <c:v>1400</c:v>
                  </c:pt>
                  <c:pt idx="101">
                    <c:v>1410</c:v>
                  </c:pt>
                  <c:pt idx="102">
                    <c:v>1420</c:v>
                  </c:pt>
                  <c:pt idx="103">
                    <c:v>1430</c:v>
                  </c:pt>
                  <c:pt idx="104">
                    <c:v>1440</c:v>
                  </c:pt>
                  <c:pt idx="105">
                    <c:v>1450</c:v>
                  </c:pt>
                  <c:pt idx="106">
                    <c:v>1460</c:v>
                  </c:pt>
                  <c:pt idx="107">
                    <c:v>1470</c:v>
                  </c:pt>
                  <c:pt idx="108">
                    <c:v>1480</c:v>
                  </c:pt>
                  <c:pt idx="109">
                    <c:v>1490</c:v>
                  </c:pt>
                  <c:pt idx="110">
                    <c:v>1500</c:v>
                  </c:pt>
                  <c:pt idx="111">
                    <c:v>1510</c:v>
                  </c:pt>
                  <c:pt idx="112">
                    <c:v>1520</c:v>
                  </c:pt>
                  <c:pt idx="113">
                    <c:v>1530</c:v>
                  </c:pt>
                  <c:pt idx="114">
                    <c:v>1540</c:v>
                  </c:pt>
                  <c:pt idx="115">
                    <c:v>1550</c:v>
                  </c:pt>
                  <c:pt idx="116">
                    <c:v>1560</c:v>
                  </c:pt>
                  <c:pt idx="117">
                    <c:v>1570</c:v>
                  </c:pt>
                  <c:pt idx="118">
                    <c:v>1580</c:v>
                  </c:pt>
                  <c:pt idx="119">
                    <c:v>1590</c:v>
                  </c:pt>
                  <c:pt idx="120">
                    <c:v>1600</c:v>
                  </c:pt>
                  <c:pt idx="121">
                    <c:v>1610</c:v>
                  </c:pt>
                  <c:pt idx="122">
                    <c:v>1620</c:v>
                  </c:pt>
                  <c:pt idx="123">
                    <c:v>1630</c:v>
                  </c:pt>
                  <c:pt idx="124">
                    <c:v>1640</c:v>
                  </c:pt>
                  <c:pt idx="125">
                    <c:v>1650</c:v>
                  </c:pt>
                  <c:pt idx="126">
                    <c:v>1660</c:v>
                  </c:pt>
                  <c:pt idx="127">
                    <c:v>1670</c:v>
                  </c:pt>
                  <c:pt idx="128">
                    <c:v>1680</c:v>
                  </c:pt>
                  <c:pt idx="129">
                    <c:v>1690</c:v>
                  </c:pt>
                  <c:pt idx="130">
                    <c:v>1700</c:v>
                  </c:pt>
                  <c:pt idx="131">
                    <c:v>1710</c:v>
                  </c:pt>
                  <c:pt idx="132">
                    <c:v>1720</c:v>
                  </c:pt>
                  <c:pt idx="133">
                    <c:v>1730</c:v>
                  </c:pt>
                  <c:pt idx="134">
                    <c:v>1740</c:v>
                  </c:pt>
                  <c:pt idx="135">
                    <c:v>1750</c:v>
                  </c:pt>
                  <c:pt idx="136">
                    <c:v>1760</c:v>
                  </c:pt>
                  <c:pt idx="137">
                    <c:v>1770</c:v>
                  </c:pt>
                  <c:pt idx="138">
                    <c:v>1780</c:v>
                  </c:pt>
                  <c:pt idx="139">
                    <c:v>1790</c:v>
                  </c:pt>
                  <c:pt idx="140">
                    <c:v>1800</c:v>
                  </c:pt>
                  <c:pt idx="141">
                    <c:v>1810</c:v>
                  </c:pt>
                  <c:pt idx="142">
                    <c:v>1820</c:v>
                  </c:pt>
                  <c:pt idx="143">
                    <c:v>1830</c:v>
                  </c:pt>
                  <c:pt idx="144">
                    <c:v>1840</c:v>
                  </c:pt>
                  <c:pt idx="145">
                    <c:v>1850</c:v>
                  </c:pt>
                  <c:pt idx="146">
                    <c:v>1860</c:v>
                  </c:pt>
                  <c:pt idx="147">
                    <c:v>1870</c:v>
                  </c:pt>
                  <c:pt idx="148">
                    <c:v>1880</c:v>
                  </c:pt>
                  <c:pt idx="149">
                    <c:v>1890</c:v>
                  </c:pt>
                  <c:pt idx="150">
                    <c:v>1900</c:v>
                  </c:pt>
                  <c:pt idx="151">
                    <c:v>1910</c:v>
                  </c:pt>
                  <c:pt idx="152">
                    <c:v>1920</c:v>
                  </c:pt>
                  <c:pt idx="153">
                    <c:v>1930</c:v>
                  </c:pt>
                  <c:pt idx="154">
                    <c:v>1940</c:v>
                  </c:pt>
                  <c:pt idx="155">
                    <c:v>1950</c:v>
                  </c:pt>
                  <c:pt idx="156">
                    <c:v>1960</c:v>
                  </c:pt>
                  <c:pt idx="157">
                    <c:v>1970</c:v>
                  </c:pt>
                  <c:pt idx="158">
                    <c:v>1980</c:v>
                  </c:pt>
                  <c:pt idx="159">
                    <c:v>1990</c:v>
                  </c:pt>
                  <c:pt idx="160">
                    <c:v>2000</c:v>
                  </c:pt>
                  <c:pt idx="161">
                    <c:v>2010</c:v>
                  </c:pt>
                  <c:pt idx="162">
                    <c:v>2020</c:v>
                  </c:pt>
                  <c:pt idx="163">
                    <c:v>2030</c:v>
                  </c:pt>
                  <c:pt idx="164">
                    <c:v>2040</c:v>
                  </c:pt>
                  <c:pt idx="165">
                    <c:v>2050</c:v>
                  </c:pt>
                  <c:pt idx="166">
                    <c:v>2060</c:v>
                  </c:pt>
                  <c:pt idx="167">
                    <c:v>2070</c:v>
                  </c:pt>
                  <c:pt idx="168">
                    <c:v>2080</c:v>
                  </c:pt>
                  <c:pt idx="169">
                    <c:v>2090</c:v>
                  </c:pt>
                  <c:pt idx="170">
                    <c:v>2100</c:v>
                  </c:pt>
                  <c:pt idx="171">
                    <c:v>2110</c:v>
                  </c:pt>
                  <c:pt idx="172">
                    <c:v>2120</c:v>
                  </c:pt>
                  <c:pt idx="173">
                    <c:v>2130</c:v>
                  </c:pt>
                  <c:pt idx="174">
                    <c:v>2140</c:v>
                  </c:pt>
                  <c:pt idx="175">
                    <c:v>2150</c:v>
                  </c:pt>
                  <c:pt idx="176">
                    <c:v>2160</c:v>
                  </c:pt>
                  <c:pt idx="177">
                    <c:v>2170</c:v>
                  </c:pt>
                  <c:pt idx="178">
                    <c:v>2180</c:v>
                  </c:pt>
                  <c:pt idx="179">
                    <c:v>2190</c:v>
                  </c:pt>
                  <c:pt idx="180">
                    <c:v>2200</c:v>
                  </c:pt>
                  <c:pt idx="181">
                    <c:v>2210</c:v>
                  </c:pt>
                  <c:pt idx="182">
                    <c:v>2220</c:v>
                  </c:pt>
                  <c:pt idx="183">
                    <c:v>2230</c:v>
                  </c:pt>
                  <c:pt idx="184">
                    <c:v>2240</c:v>
                  </c:pt>
                  <c:pt idx="185">
                    <c:v>2250</c:v>
                  </c:pt>
                  <c:pt idx="186">
                    <c:v>2260</c:v>
                  </c:pt>
                  <c:pt idx="187">
                    <c:v>2270</c:v>
                  </c:pt>
                  <c:pt idx="188">
                    <c:v>2280</c:v>
                  </c:pt>
                  <c:pt idx="189">
                    <c:v>2290</c:v>
                  </c:pt>
                  <c:pt idx="190">
                    <c:v>2300</c:v>
                  </c:pt>
                  <c:pt idx="191">
                    <c:v>2310</c:v>
                  </c:pt>
                  <c:pt idx="192">
                    <c:v>2320</c:v>
                  </c:pt>
                  <c:pt idx="193">
                    <c:v>2330</c:v>
                  </c:pt>
                  <c:pt idx="194">
                    <c:v>2340</c:v>
                  </c:pt>
                  <c:pt idx="195">
                    <c:v>2350</c:v>
                  </c:pt>
                  <c:pt idx="196">
                    <c:v>2360</c:v>
                  </c:pt>
                  <c:pt idx="197">
                    <c:v>2370</c:v>
                  </c:pt>
                  <c:pt idx="198">
                    <c:v>2380</c:v>
                  </c:pt>
                  <c:pt idx="199">
                    <c:v>2390</c:v>
                  </c:pt>
                  <c:pt idx="200">
                    <c:v>2400</c:v>
                  </c:pt>
                </c:lvl>
              </c:multiLvlStrCache>
            </c:multiLvlStrRef>
          </c:cat>
          <c:val>
            <c:numRef>
              <c:f>Sheet1!$C$2:$C$202</c:f>
              <c:numCache>
                <c:formatCode>General</c:formatCode>
                <c:ptCount val="201"/>
                <c:pt idx="0">
                  <c:v>0.29994</c:v>
                </c:pt>
                <c:pt idx="1">
                  <c:v>0.29147</c:v>
                </c:pt>
                <c:pt idx="2">
                  <c:v>0.27808</c:v>
                </c:pt>
                <c:pt idx="3">
                  <c:v>0.26066</c:v>
                </c:pt>
                <c:pt idx="4">
                  <c:v>0.24371</c:v>
                </c:pt>
                <c:pt idx="5">
                  <c:v>0.23101</c:v>
                </c:pt>
                <c:pt idx="6">
                  <c:v>0.21792</c:v>
                </c:pt>
                <c:pt idx="7">
                  <c:v>0.20427</c:v>
                </c:pt>
                <c:pt idx="8">
                  <c:v>0.19299</c:v>
                </c:pt>
                <c:pt idx="9">
                  <c:v>0.18545</c:v>
                </c:pt>
                <c:pt idx="10">
                  <c:v>0.18648</c:v>
                </c:pt>
                <c:pt idx="11">
                  <c:v>0.20199</c:v>
                </c:pt>
                <c:pt idx="12">
                  <c:v>0.23686</c:v>
                </c:pt>
                <c:pt idx="13">
                  <c:v>0.27318</c:v>
                </c:pt>
                <c:pt idx="14">
                  <c:v>0.28624</c:v>
                </c:pt>
                <c:pt idx="15">
                  <c:v>0.28644</c:v>
                </c:pt>
                <c:pt idx="16">
                  <c:v>0.2742</c:v>
                </c:pt>
                <c:pt idx="17">
                  <c:v>0.24754</c:v>
                </c:pt>
                <c:pt idx="18">
                  <c:v>0.21988</c:v>
                </c:pt>
                <c:pt idx="19">
                  <c:v>0.20287</c:v>
                </c:pt>
                <c:pt idx="20">
                  <c:v>0.19337</c:v>
                </c:pt>
                <c:pt idx="21">
                  <c:v>0.18125</c:v>
                </c:pt>
                <c:pt idx="22">
                  <c:v>0.16801</c:v>
                </c:pt>
                <c:pt idx="23">
                  <c:v>0.16221</c:v>
                </c:pt>
                <c:pt idx="24">
                  <c:v>0.15408</c:v>
                </c:pt>
                <c:pt idx="25">
                  <c:v>0.14007</c:v>
                </c:pt>
                <c:pt idx="26">
                  <c:v>0.1289</c:v>
                </c:pt>
                <c:pt idx="27">
                  <c:v>0.11946</c:v>
                </c:pt>
                <c:pt idx="28">
                  <c:v>0.12143</c:v>
                </c:pt>
                <c:pt idx="29">
                  <c:v>0.14824</c:v>
                </c:pt>
                <c:pt idx="30">
                  <c:v>0.23487</c:v>
                </c:pt>
                <c:pt idx="31">
                  <c:v>0.3476</c:v>
                </c:pt>
                <c:pt idx="32">
                  <c:v>0.44691</c:v>
                </c:pt>
                <c:pt idx="33">
                  <c:v>0.51917</c:v>
                </c:pt>
                <c:pt idx="34">
                  <c:v>0.55912</c:v>
                </c:pt>
                <c:pt idx="35">
                  <c:v>0.57606</c:v>
                </c:pt>
                <c:pt idx="36">
                  <c:v>0.58112</c:v>
                </c:pt>
                <c:pt idx="37">
                  <c:v>0.58198</c:v>
                </c:pt>
                <c:pt idx="38">
                  <c:v>0.58201</c:v>
                </c:pt>
                <c:pt idx="39">
                  <c:v>0.58239</c:v>
                </c:pt>
                <c:pt idx="40">
                  <c:v>0.58304</c:v>
                </c:pt>
                <c:pt idx="41">
                  <c:v>0.58371</c:v>
                </c:pt>
                <c:pt idx="42">
                  <c:v>0.58424</c:v>
                </c:pt>
                <c:pt idx="43">
                  <c:v>0.5845</c:v>
                </c:pt>
                <c:pt idx="44">
                  <c:v>0.58485</c:v>
                </c:pt>
                <c:pt idx="45">
                  <c:v>0.5855</c:v>
                </c:pt>
                <c:pt idx="46">
                  <c:v>0.58612</c:v>
                </c:pt>
                <c:pt idx="47">
                  <c:v>0.5867</c:v>
                </c:pt>
                <c:pt idx="48">
                  <c:v>0.58716</c:v>
                </c:pt>
                <c:pt idx="49">
                  <c:v>0.58768</c:v>
                </c:pt>
                <c:pt idx="50">
                  <c:v>0.58829</c:v>
                </c:pt>
                <c:pt idx="51">
                  <c:v>0.58914</c:v>
                </c:pt>
                <c:pt idx="52">
                  <c:v>0.58956</c:v>
                </c:pt>
                <c:pt idx="53">
                  <c:v>0.58832</c:v>
                </c:pt>
                <c:pt idx="54">
                  <c:v>0.58492</c:v>
                </c:pt>
                <c:pt idx="55">
                  <c:v>0.57905</c:v>
                </c:pt>
                <c:pt idx="56">
                  <c:v>0.5722</c:v>
                </c:pt>
                <c:pt idx="57">
                  <c:v>0.57059</c:v>
                </c:pt>
                <c:pt idx="58">
                  <c:v>0.57211</c:v>
                </c:pt>
                <c:pt idx="59">
                  <c:v>0.57567</c:v>
                </c:pt>
                <c:pt idx="60">
                  <c:v>0.57931</c:v>
                </c:pt>
                <c:pt idx="61">
                  <c:v>0.58214</c:v>
                </c:pt>
                <c:pt idx="62">
                  <c:v>0.5861</c:v>
                </c:pt>
                <c:pt idx="63">
                  <c:v>0.58942</c:v>
                </c:pt>
                <c:pt idx="64">
                  <c:v>0.59156</c:v>
                </c:pt>
                <c:pt idx="65">
                  <c:v>0.59276</c:v>
                </c:pt>
                <c:pt idx="66">
                  <c:v>0.59343</c:v>
                </c:pt>
                <c:pt idx="67">
                  <c:v>0.59368</c:v>
                </c:pt>
                <c:pt idx="68">
                  <c:v>0.59344</c:v>
                </c:pt>
                <c:pt idx="69">
                  <c:v>0.5926</c:v>
                </c:pt>
                <c:pt idx="70">
                  <c:v>0.59137</c:v>
                </c:pt>
                <c:pt idx="71">
                  <c:v>0.58962</c:v>
                </c:pt>
                <c:pt idx="72">
                  <c:v>0.58674</c:v>
                </c:pt>
                <c:pt idx="73">
                  <c:v>0.57923</c:v>
                </c:pt>
                <c:pt idx="74">
                  <c:v>0.56319</c:v>
                </c:pt>
                <c:pt idx="75">
                  <c:v>0.54599</c:v>
                </c:pt>
                <c:pt idx="76">
                  <c:v>0.53819</c:v>
                </c:pt>
                <c:pt idx="77">
                  <c:v>0.5374</c:v>
                </c:pt>
                <c:pt idx="78">
                  <c:v>0.53893</c:v>
                </c:pt>
                <c:pt idx="79">
                  <c:v>0.54126</c:v>
                </c:pt>
                <c:pt idx="80">
                  <c:v>0.54447</c:v>
                </c:pt>
                <c:pt idx="81">
                  <c:v>0.54798</c:v>
                </c:pt>
                <c:pt idx="82">
                  <c:v>0.54754</c:v>
                </c:pt>
                <c:pt idx="83">
                  <c:v>0.54557</c:v>
                </c:pt>
                <c:pt idx="84">
                  <c:v>0.54549</c:v>
                </c:pt>
                <c:pt idx="85">
                  <c:v>0.5464</c:v>
                </c:pt>
                <c:pt idx="86">
                  <c:v>0.54671</c:v>
                </c:pt>
                <c:pt idx="87">
                  <c:v>0.54552</c:v>
                </c:pt>
                <c:pt idx="88">
                  <c:v>0.54283</c:v>
                </c:pt>
                <c:pt idx="89">
                  <c:v>0.53833</c:v>
                </c:pt>
                <c:pt idx="90">
                  <c:v>0.53132</c:v>
                </c:pt>
                <c:pt idx="91">
                  <c:v>0.52087</c:v>
                </c:pt>
                <c:pt idx="92">
                  <c:v>0.50618</c:v>
                </c:pt>
                <c:pt idx="93">
                  <c:v>0.48771</c:v>
                </c:pt>
                <c:pt idx="94">
                  <c:v>0.46817</c:v>
                </c:pt>
                <c:pt idx="95">
                  <c:v>0.45008</c:v>
                </c:pt>
                <c:pt idx="96">
                  <c:v>0.43244</c:v>
                </c:pt>
                <c:pt idx="97">
                  <c:v>0.40662</c:v>
                </c:pt>
                <c:pt idx="98">
                  <c:v>0.35769</c:v>
                </c:pt>
                <c:pt idx="99">
                  <c:v>0.28599</c:v>
                </c:pt>
                <c:pt idx="100">
                  <c:v>0.21979</c:v>
                </c:pt>
                <c:pt idx="101">
                  <c:v>0.18126</c:v>
                </c:pt>
                <c:pt idx="102">
                  <c:v>0.16339</c:v>
                </c:pt>
                <c:pt idx="103">
                  <c:v>0.15556</c:v>
                </c:pt>
                <c:pt idx="104">
                  <c:v>0.15266</c:v>
                </c:pt>
                <c:pt idx="105">
                  <c:v>0.15244</c:v>
                </c:pt>
                <c:pt idx="106">
                  <c:v>0.15485</c:v>
                </c:pt>
                <c:pt idx="107">
                  <c:v>0.16159</c:v>
                </c:pt>
                <c:pt idx="108">
                  <c:v>0.17242</c:v>
                </c:pt>
                <c:pt idx="109">
                  <c:v>0.18586</c:v>
                </c:pt>
                <c:pt idx="110">
                  <c:v>0.20103</c:v>
                </c:pt>
                <c:pt idx="111">
                  <c:v>0.21726</c:v>
                </c:pt>
                <c:pt idx="112">
                  <c:v>0.23397</c:v>
                </c:pt>
                <c:pt idx="113">
                  <c:v>0.25073</c:v>
                </c:pt>
                <c:pt idx="114">
                  <c:v>0.26713</c:v>
                </c:pt>
                <c:pt idx="115">
                  <c:v>0.28278</c:v>
                </c:pt>
                <c:pt idx="116">
                  <c:v>0.29743</c:v>
                </c:pt>
                <c:pt idx="117">
                  <c:v>0.31083</c:v>
                </c:pt>
                <c:pt idx="118">
                  <c:v>0.32298</c:v>
                </c:pt>
                <c:pt idx="119">
                  <c:v>0.33393</c:v>
                </c:pt>
                <c:pt idx="120">
                  <c:v>0.34375</c:v>
                </c:pt>
                <c:pt idx="121">
                  <c:v>0.35244</c:v>
                </c:pt>
                <c:pt idx="122">
                  <c:v>0.36012</c:v>
                </c:pt>
                <c:pt idx="123">
                  <c:v>0.36693</c:v>
                </c:pt>
                <c:pt idx="124">
                  <c:v>0.37281</c:v>
                </c:pt>
                <c:pt idx="125">
                  <c:v>0.37774</c:v>
                </c:pt>
                <c:pt idx="126">
                  <c:v>0.38167</c:v>
                </c:pt>
                <c:pt idx="127">
                  <c:v>0.38479</c:v>
                </c:pt>
                <c:pt idx="128">
                  <c:v>0.38828</c:v>
                </c:pt>
                <c:pt idx="129">
                  <c:v>0.39416</c:v>
                </c:pt>
                <c:pt idx="130">
                  <c:v>0.40082</c:v>
                </c:pt>
                <c:pt idx="131">
                  <c:v>0.40574</c:v>
                </c:pt>
                <c:pt idx="132">
                  <c:v>0.40988</c:v>
                </c:pt>
                <c:pt idx="133">
                  <c:v>0.40229</c:v>
                </c:pt>
                <c:pt idx="134">
                  <c:v>0.38065</c:v>
                </c:pt>
                <c:pt idx="135">
                  <c:v>0.36747</c:v>
                </c:pt>
                <c:pt idx="136">
                  <c:v>0.35736</c:v>
                </c:pt>
                <c:pt idx="137">
                  <c:v>0.34131</c:v>
                </c:pt>
                <c:pt idx="138">
                  <c:v>0.32862</c:v>
                </c:pt>
                <c:pt idx="139">
                  <c:v>0.32354</c:v>
                </c:pt>
                <c:pt idx="140">
                  <c:v>0.32248</c:v>
                </c:pt>
                <c:pt idx="141">
                  <c:v>0.32283</c:v>
                </c:pt>
                <c:pt idx="142">
                  <c:v>0.32478</c:v>
                </c:pt>
                <c:pt idx="143">
                  <c:v>0.32213</c:v>
                </c:pt>
                <c:pt idx="144">
                  <c:v>0.3128</c:v>
                </c:pt>
                <c:pt idx="145">
                  <c:v>0.29377</c:v>
                </c:pt>
                <c:pt idx="146">
                  <c:v>0.25968</c:v>
                </c:pt>
                <c:pt idx="147">
                  <c:v>0.20902</c:v>
                </c:pt>
                <c:pt idx="148">
                  <c:v>0.1535</c:v>
                </c:pt>
                <c:pt idx="149">
                  <c:v>0.11361</c:v>
                </c:pt>
                <c:pt idx="150">
                  <c:v>0.09482</c:v>
                </c:pt>
                <c:pt idx="151">
                  <c:v>0.08873</c:v>
                </c:pt>
                <c:pt idx="152">
                  <c:v>0.08721</c:v>
                </c:pt>
                <c:pt idx="153">
                  <c:v>0.08728</c:v>
                </c:pt>
                <c:pt idx="154">
                  <c:v>0.08816</c:v>
                </c:pt>
                <c:pt idx="155">
                  <c:v>0.08956</c:v>
                </c:pt>
                <c:pt idx="156">
                  <c:v>0.09148</c:v>
                </c:pt>
                <c:pt idx="157">
                  <c:v>0.09405</c:v>
                </c:pt>
                <c:pt idx="158">
                  <c:v>0.09736</c:v>
                </c:pt>
                <c:pt idx="159">
                  <c:v>0.10119</c:v>
                </c:pt>
                <c:pt idx="160">
                  <c:v>0.10563</c:v>
                </c:pt>
                <c:pt idx="161">
                  <c:v>0.11057</c:v>
                </c:pt>
                <c:pt idx="162">
                  <c:v>0.11589</c:v>
                </c:pt>
                <c:pt idx="163">
                  <c:v>0.12168</c:v>
                </c:pt>
                <c:pt idx="164">
                  <c:v>0.1278</c:v>
                </c:pt>
                <c:pt idx="165">
                  <c:v>0.13408</c:v>
                </c:pt>
                <c:pt idx="166">
                  <c:v>0.14071</c:v>
                </c:pt>
                <c:pt idx="167">
                  <c:v>0.14793</c:v>
                </c:pt>
                <c:pt idx="168">
                  <c:v>0.15557</c:v>
                </c:pt>
                <c:pt idx="169">
                  <c:v>0.16343</c:v>
                </c:pt>
                <c:pt idx="170">
                  <c:v>0.17143</c:v>
                </c:pt>
                <c:pt idx="171">
                  <c:v>0.17959</c:v>
                </c:pt>
                <c:pt idx="172">
                  <c:v>0.18779</c:v>
                </c:pt>
                <c:pt idx="173">
                  <c:v>0.19533</c:v>
                </c:pt>
                <c:pt idx="174">
                  <c:v>0.20146</c:v>
                </c:pt>
                <c:pt idx="175">
                  <c:v>0.20604</c:v>
                </c:pt>
                <c:pt idx="176">
                  <c:v>0.20945</c:v>
                </c:pt>
                <c:pt idx="177">
                  <c:v>0.21223</c:v>
                </c:pt>
                <c:pt idx="178">
                  <c:v>0.21488</c:v>
                </c:pt>
                <c:pt idx="179">
                  <c:v>0.21746</c:v>
                </c:pt>
                <c:pt idx="180">
                  <c:v>0.2196</c:v>
                </c:pt>
                <c:pt idx="181">
                  <c:v>0.22123</c:v>
                </c:pt>
                <c:pt idx="182">
                  <c:v>0.22227</c:v>
                </c:pt>
                <c:pt idx="183">
                  <c:v>0.22274</c:v>
                </c:pt>
                <c:pt idx="184">
                  <c:v>0.22339</c:v>
                </c:pt>
                <c:pt idx="185">
                  <c:v>0.22586</c:v>
                </c:pt>
                <c:pt idx="186">
                  <c:v>0.23143</c:v>
                </c:pt>
                <c:pt idx="187">
                  <c:v>0.23928</c:v>
                </c:pt>
                <c:pt idx="188">
                  <c:v>0.24545</c:v>
                </c:pt>
                <c:pt idx="189">
                  <c:v>0.25297</c:v>
                </c:pt>
                <c:pt idx="190">
                  <c:v>0.26811</c:v>
                </c:pt>
                <c:pt idx="191">
                  <c:v>0.26579</c:v>
                </c:pt>
                <c:pt idx="192">
                  <c:v>0.23464</c:v>
                </c:pt>
                <c:pt idx="193">
                  <c:v>0.21917</c:v>
                </c:pt>
                <c:pt idx="194">
                  <c:v>0.22247</c:v>
                </c:pt>
                <c:pt idx="195">
                  <c:v>0.21951</c:v>
                </c:pt>
                <c:pt idx="196">
                  <c:v>0.20044</c:v>
                </c:pt>
                <c:pt idx="197">
                  <c:v>0.19109</c:v>
                </c:pt>
                <c:pt idx="198">
                  <c:v>0.1844</c:v>
                </c:pt>
                <c:pt idx="199">
                  <c:v>0.17729</c:v>
                </c:pt>
                <c:pt idx="200">
                  <c:v>0.17167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0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3D2B"/>
                </a:solidFill>
                <a:latin typeface="+mj-lt"/>
              </a:defRPr>
            </a:pPr>
            <a:r>
              <a:rPr sz="1100" b="0" i="0" u="none" strike="noStrike">
                <a:solidFill>
                  <a:srgbClr val="1F3D2B"/>
                </a:solidFill>
                <a:latin typeface="+mj-lt"/>
              </a:rPr>
              <a:t>13 Mar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Healthy</c:v>
                </c:pt>
              </c:strCache>
            </c:strRef>
          </c:tx>
          <c:spPr>
            <a:solidFill>
              <a:srgbClr val="2E7D32"/>
            </a:solidFill>
            <a:ln w="25400" cap="flat">
              <a:solidFill>
                <a:srgbClr val="2E7D3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E7D32"/>
              </a:solidFill>
              <a:ln w="9525" cap="flat">
                <a:solidFill>
                  <a:srgbClr val="2E7D3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Sheet1!$A$2:$A$202</c:f>
              <c:multiLvlStrCache>
                <c:ptCount val="201"/>
                <c:lvl>
                  <c:pt idx="0">
                    <c:v>400</c:v>
                  </c:pt>
                  <c:pt idx="1">
                    <c:v>410</c:v>
                  </c:pt>
                  <c:pt idx="2">
                    <c:v>420</c:v>
                  </c:pt>
                  <c:pt idx="3">
                    <c:v>430</c:v>
                  </c:pt>
                  <c:pt idx="4">
                    <c:v>440</c:v>
                  </c:pt>
                  <c:pt idx="5">
                    <c:v>450</c:v>
                  </c:pt>
                  <c:pt idx="6">
                    <c:v>460</c:v>
                  </c:pt>
                  <c:pt idx="7">
                    <c:v>470</c:v>
                  </c:pt>
                  <c:pt idx="8">
                    <c:v>480</c:v>
                  </c:pt>
                  <c:pt idx="9">
                    <c:v>490</c:v>
                  </c:pt>
                  <c:pt idx="10">
                    <c:v>500</c:v>
                  </c:pt>
                  <c:pt idx="11">
                    <c:v>510</c:v>
                  </c:pt>
                  <c:pt idx="12">
                    <c:v>520</c:v>
                  </c:pt>
                  <c:pt idx="13">
                    <c:v>530</c:v>
                  </c:pt>
                  <c:pt idx="14">
                    <c:v>540</c:v>
                  </c:pt>
                  <c:pt idx="15">
                    <c:v>550</c:v>
                  </c:pt>
                  <c:pt idx="16">
                    <c:v>560</c:v>
                  </c:pt>
                  <c:pt idx="17">
                    <c:v>570</c:v>
                  </c:pt>
                  <c:pt idx="18">
                    <c:v>580</c:v>
                  </c:pt>
                  <c:pt idx="19">
                    <c:v>590</c:v>
                  </c:pt>
                  <c:pt idx="20">
                    <c:v>600</c:v>
                  </c:pt>
                  <c:pt idx="21">
                    <c:v>610</c:v>
                  </c:pt>
                  <c:pt idx="22">
                    <c:v>620</c:v>
                  </c:pt>
                  <c:pt idx="23">
                    <c:v>630</c:v>
                  </c:pt>
                  <c:pt idx="24">
                    <c:v>640</c:v>
                  </c:pt>
                  <c:pt idx="25">
                    <c:v>650</c:v>
                  </c:pt>
                  <c:pt idx="26">
                    <c:v>660</c:v>
                  </c:pt>
                  <c:pt idx="27">
                    <c:v>670</c:v>
                  </c:pt>
                  <c:pt idx="28">
                    <c:v>680</c:v>
                  </c:pt>
                  <c:pt idx="29">
                    <c:v>690</c:v>
                  </c:pt>
                  <c:pt idx="30">
                    <c:v>700</c:v>
                  </c:pt>
                  <c:pt idx="31">
                    <c:v>710</c:v>
                  </c:pt>
                  <c:pt idx="32">
                    <c:v>720</c:v>
                  </c:pt>
                  <c:pt idx="33">
                    <c:v>730</c:v>
                  </c:pt>
                  <c:pt idx="34">
                    <c:v>740</c:v>
                  </c:pt>
                  <c:pt idx="35">
                    <c:v>750</c:v>
                  </c:pt>
                  <c:pt idx="36">
                    <c:v>760</c:v>
                  </c:pt>
                  <c:pt idx="37">
                    <c:v>770</c:v>
                  </c:pt>
                  <c:pt idx="38">
                    <c:v>780</c:v>
                  </c:pt>
                  <c:pt idx="39">
                    <c:v>790</c:v>
                  </c:pt>
                  <c:pt idx="40">
                    <c:v>800</c:v>
                  </c:pt>
                  <c:pt idx="41">
                    <c:v>810</c:v>
                  </c:pt>
                  <c:pt idx="42">
                    <c:v>820</c:v>
                  </c:pt>
                  <c:pt idx="43">
                    <c:v>830</c:v>
                  </c:pt>
                  <c:pt idx="44">
                    <c:v>840</c:v>
                  </c:pt>
                  <c:pt idx="45">
                    <c:v>850</c:v>
                  </c:pt>
                  <c:pt idx="46">
                    <c:v>860</c:v>
                  </c:pt>
                  <c:pt idx="47">
                    <c:v>870</c:v>
                  </c:pt>
                  <c:pt idx="48">
                    <c:v>880</c:v>
                  </c:pt>
                  <c:pt idx="49">
                    <c:v>890</c:v>
                  </c:pt>
                  <c:pt idx="50">
                    <c:v>900</c:v>
                  </c:pt>
                  <c:pt idx="51">
                    <c:v>910</c:v>
                  </c:pt>
                  <c:pt idx="52">
                    <c:v>920</c:v>
                  </c:pt>
                  <c:pt idx="53">
                    <c:v>930</c:v>
                  </c:pt>
                  <c:pt idx="54">
                    <c:v>940</c:v>
                  </c:pt>
                  <c:pt idx="55">
                    <c:v>950</c:v>
                  </c:pt>
                  <c:pt idx="56">
                    <c:v>960</c:v>
                  </c:pt>
                  <c:pt idx="57">
                    <c:v>970</c:v>
                  </c:pt>
                  <c:pt idx="58">
                    <c:v>980</c:v>
                  </c:pt>
                  <c:pt idx="59">
                    <c:v>990</c:v>
                  </c:pt>
                  <c:pt idx="60">
                    <c:v>1000</c:v>
                  </c:pt>
                  <c:pt idx="61">
                    <c:v>1010</c:v>
                  </c:pt>
                  <c:pt idx="62">
                    <c:v>1020</c:v>
                  </c:pt>
                  <c:pt idx="63">
                    <c:v>1030</c:v>
                  </c:pt>
                  <c:pt idx="64">
                    <c:v>1040</c:v>
                  </c:pt>
                  <c:pt idx="65">
                    <c:v>1050</c:v>
                  </c:pt>
                  <c:pt idx="66">
                    <c:v>1060</c:v>
                  </c:pt>
                  <c:pt idx="67">
                    <c:v>1070</c:v>
                  </c:pt>
                  <c:pt idx="68">
                    <c:v>1080</c:v>
                  </c:pt>
                  <c:pt idx="69">
                    <c:v>1090</c:v>
                  </c:pt>
                  <c:pt idx="70">
                    <c:v>1100</c:v>
                  </c:pt>
                  <c:pt idx="71">
                    <c:v>1110</c:v>
                  </c:pt>
                  <c:pt idx="72">
                    <c:v>1120</c:v>
                  </c:pt>
                  <c:pt idx="73">
                    <c:v>1130</c:v>
                  </c:pt>
                  <c:pt idx="74">
                    <c:v>1140</c:v>
                  </c:pt>
                  <c:pt idx="75">
                    <c:v>1150</c:v>
                  </c:pt>
                  <c:pt idx="76">
                    <c:v>1160</c:v>
                  </c:pt>
                  <c:pt idx="77">
                    <c:v>1170</c:v>
                  </c:pt>
                  <c:pt idx="78">
                    <c:v>1180</c:v>
                  </c:pt>
                  <c:pt idx="79">
                    <c:v>1190</c:v>
                  </c:pt>
                  <c:pt idx="80">
                    <c:v>1200</c:v>
                  </c:pt>
                  <c:pt idx="81">
                    <c:v>1210</c:v>
                  </c:pt>
                  <c:pt idx="82">
                    <c:v>1220</c:v>
                  </c:pt>
                  <c:pt idx="83">
                    <c:v>1230</c:v>
                  </c:pt>
                  <c:pt idx="84">
                    <c:v>1240</c:v>
                  </c:pt>
                  <c:pt idx="85">
                    <c:v>1250</c:v>
                  </c:pt>
                  <c:pt idx="86">
                    <c:v>1260</c:v>
                  </c:pt>
                  <c:pt idx="87">
                    <c:v>1270</c:v>
                  </c:pt>
                  <c:pt idx="88">
                    <c:v>1280</c:v>
                  </c:pt>
                  <c:pt idx="89">
                    <c:v>1290</c:v>
                  </c:pt>
                  <c:pt idx="90">
                    <c:v>1300</c:v>
                  </c:pt>
                  <c:pt idx="91">
                    <c:v>1310</c:v>
                  </c:pt>
                  <c:pt idx="92">
                    <c:v>1320</c:v>
                  </c:pt>
                  <c:pt idx="93">
                    <c:v>1330</c:v>
                  </c:pt>
                  <c:pt idx="94">
                    <c:v>1340</c:v>
                  </c:pt>
                  <c:pt idx="95">
                    <c:v>1350</c:v>
                  </c:pt>
                  <c:pt idx="96">
                    <c:v>1360</c:v>
                  </c:pt>
                  <c:pt idx="97">
                    <c:v>1370</c:v>
                  </c:pt>
                  <c:pt idx="98">
                    <c:v>1380</c:v>
                  </c:pt>
                  <c:pt idx="99">
                    <c:v>1390</c:v>
                  </c:pt>
                  <c:pt idx="100">
                    <c:v>1400</c:v>
                  </c:pt>
                  <c:pt idx="101">
                    <c:v>1410</c:v>
                  </c:pt>
                  <c:pt idx="102">
                    <c:v>1420</c:v>
                  </c:pt>
                  <c:pt idx="103">
                    <c:v>1430</c:v>
                  </c:pt>
                  <c:pt idx="104">
                    <c:v>1440</c:v>
                  </c:pt>
                  <c:pt idx="105">
                    <c:v>1450</c:v>
                  </c:pt>
                  <c:pt idx="106">
                    <c:v>1460</c:v>
                  </c:pt>
                  <c:pt idx="107">
                    <c:v>1470</c:v>
                  </c:pt>
                  <c:pt idx="108">
                    <c:v>1480</c:v>
                  </c:pt>
                  <c:pt idx="109">
                    <c:v>1490</c:v>
                  </c:pt>
                  <c:pt idx="110">
                    <c:v>1500</c:v>
                  </c:pt>
                  <c:pt idx="111">
                    <c:v>1510</c:v>
                  </c:pt>
                  <c:pt idx="112">
                    <c:v>1520</c:v>
                  </c:pt>
                  <c:pt idx="113">
                    <c:v>1530</c:v>
                  </c:pt>
                  <c:pt idx="114">
                    <c:v>1540</c:v>
                  </c:pt>
                  <c:pt idx="115">
                    <c:v>1550</c:v>
                  </c:pt>
                  <c:pt idx="116">
                    <c:v>1560</c:v>
                  </c:pt>
                  <c:pt idx="117">
                    <c:v>1570</c:v>
                  </c:pt>
                  <c:pt idx="118">
                    <c:v>1580</c:v>
                  </c:pt>
                  <c:pt idx="119">
                    <c:v>1590</c:v>
                  </c:pt>
                  <c:pt idx="120">
                    <c:v>1600</c:v>
                  </c:pt>
                  <c:pt idx="121">
                    <c:v>1610</c:v>
                  </c:pt>
                  <c:pt idx="122">
                    <c:v>1620</c:v>
                  </c:pt>
                  <c:pt idx="123">
                    <c:v>1630</c:v>
                  </c:pt>
                  <c:pt idx="124">
                    <c:v>1640</c:v>
                  </c:pt>
                  <c:pt idx="125">
                    <c:v>1650</c:v>
                  </c:pt>
                  <c:pt idx="126">
                    <c:v>1660</c:v>
                  </c:pt>
                  <c:pt idx="127">
                    <c:v>1670</c:v>
                  </c:pt>
                  <c:pt idx="128">
                    <c:v>1680</c:v>
                  </c:pt>
                  <c:pt idx="129">
                    <c:v>1690</c:v>
                  </c:pt>
                  <c:pt idx="130">
                    <c:v>1700</c:v>
                  </c:pt>
                  <c:pt idx="131">
                    <c:v>1710</c:v>
                  </c:pt>
                  <c:pt idx="132">
                    <c:v>1720</c:v>
                  </c:pt>
                  <c:pt idx="133">
                    <c:v>1730</c:v>
                  </c:pt>
                  <c:pt idx="134">
                    <c:v>1740</c:v>
                  </c:pt>
                  <c:pt idx="135">
                    <c:v>1750</c:v>
                  </c:pt>
                  <c:pt idx="136">
                    <c:v>1760</c:v>
                  </c:pt>
                  <c:pt idx="137">
                    <c:v>1770</c:v>
                  </c:pt>
                  <c:pt idx="138">
                    <c:v>1780</c:v>
                  </c:pt>
                  <c:pt idx="139">
                    <c:v>1790</c:v>
                  </c:pt>
                  <c:pt idx="140">
                    <c:v>1800</c:v>
                  </c:pt>
                  <c:pt idx="141">
                    <c:v>1810</c:v>
                  </c:pt>
                  <c:pt idx="142">
                    <c:v>1820</c:v>
                  </c:pt>
                  <c:pt idx="143">
                    <c:v>1830</c:v>
                  </c:pt>
                  <c:pt idx="144">
                    <c:v>1840</c:v>
                  </c:pt>
                  <c:pt idx="145">
                    <c:v>1850</c:v>
                  </c:pt>
                  <c:pt idx="146">
                    <c:v>1860</c:v>
                  </c:pt>
                  <c:pt idx="147">
                    <c:v>1870</c:v>
                  </c:pt>
                  <c:pt idx="148">
                    <c:v>1880</c:v>
                  </c:pt>
                  <c:pt idx="149">
                    <c:v>1890</c:v>
                  </c:pt>
                  <c:pt idx="150">
                    <c:v>1900</c:v>
                  </c:pt>
                  <c:pt idx="151">
                    <c:v>1910</c:v>
                  </c:pt>
                  <c:pt idx="152">
                    <c:v>1920</c:v>
                  </c:pt>
                  <c:pt idx="153">
                    <c:v>1930</c:v>
                  </c:pt>
                  <c:pt idx="154">
                    <c:v>1940</c:v>
                  </c:pt>
                  <c:pt idx="155">
                    <c:v>1950</c:v>
                  </c:pt>
                  <c:pt idx="156">
                    <c:v>1960</c:v>
                  </c:pt>
                  <c:pt idx="157">
                    <c:v>1970</c:v>
                  </c:pt>
                  <c:pt idx="158">
                    <c:v>1980</c:v>
                  </c:pt>
                  <c:pt idx="159">
                    <c:v>1990</c:v>
                  </c:pt>
                  <c:pt idx="160">
                    <c:v>2000</c:v>
                  </c:pt>
                  <c:pt idx="161">
                    <c:v>2010</c:v>
                  </c:pt>
                  <c:pt idx="162">
                    <c:v>2020</c:v>
                  </c:pt>
                  <c:pt idx="163">
                    <c:v>2030</c:v>
                  </c:pt>
                  <c:pt idx="164">
                    <c:v>2040</c:v>
                  </c:pt>
                  <c:pt idx="165">
                    <c:v>2050</c:v>
                  </c:pt>
                  <c:pt idx="166">
                    <c:v>2060</c:v>
                  </c:pt>
                  <c:pt idx="167">
                    <c:v>2070</c:v>
                  </c:pt>
                  <c:pt idx="168">
                    <c:v>2080</c:v>
                  </c:pt>
                  <c:pt idx="169">
                    <c:v>2090</c:v>
                  </c:pt>
                  <c:pt idx="170">
                    <c:v>2100</c:v>
                  </c:pt>
                  <c:pt idx="171">
                    <c:v>2110</c:v>
                  </c:pt>
                  <c:pt idx="172">
                    <c:v>2120</c:v>
                  </c:pt>
                  <c:pt idx="173">
                    <c:v>2130</c:v>
                  </c:pt>
                  <c:pt idx="174">
                    <c:v>2140</c:v>
                  </c:pt>
                  <c:pt idx="175">
                    <c:v>2150</c:v>
                  </c:pt>
                  <c:pt idx="176">
                    <c:v>2160</c:v>
                  </c:pt>
                  <c:pt idx="177">
                    <c:v>2170</c:v>
                  </c:pt>
                  <c:pt idx="178">
                    <c:v>2180</c:v>
                  </c:pt>
                  <c:pt idx="179">
                    <c:v>2190</c:v>
                  </c:pt>
                  <c:pt idx="180">
                    <c:v>2200</c:v>
                  </c:pt>
                  <c:pt idx="181">
                    <c:v>2210</c:v>
                  </c:pt>
                  <c:pt idx="182">
                    <c:v>2220</c:v>
                  </c:pt>
                  <c:pt idx="183">
                    <c:v>2230</c:v>
                  </c:pt>
                  <c:pt idx="184">
                    <c:v>2240</c:v>
                  </c:pt>
                  <c:pt idx="185">
                    <c:v>2250</c:v>
                  </c:pt>
                  <c:pt idx="186">
                    <c:v>2260</c:v>
                  </c:pt>
                  <c:pt idx="187">
                    <c:v>2270</c:v>
                  </c:pt>
                  <c:pt idx="188">
                    <c:v>2280</c:v>
                  </c:pt>
                  <c:pt idx="189">
                    <c:v>2290</c:v>
                  </c:pt>
                  <c:pt idx="190">
                    <c:v>2300</c:v>
                  </c:pt>
                  <c:pt idx="191">
                    <c:v>2310</c:v>
                  </c:pt>
                  <c:pt idx="192">
                    <c:v>2320</c:v>
                  </c:pt>
                  <c:pt idx="193">
                    <c:v>2330</c:v>
                  </c:pt>
                  <c:pt idx="194">
                    <c:v>2340</c:v>
                  </c:pt>
                  <c:pt idx="195">
                    <c:v>2350</c:v>
                  </c:pt>
                  <c:pt idx="196">
                    <c:v>2360</c:v>
                  </c:pt>
                  <c:pt idx="197">
                    <c:v>2370</c:v>
                  </c:pt>
                  <c:pt idx="198">
                    <c:v>2380</c:v>
                  </c:pt>
                  <c:pt idx="199">
                    <c:v>2390</c:v>
                  </c:pt>
                  <c:pt idx="200">
                    <c:v>2400</c:v>
                  </c:pt>
                </c:lvl>
              </c:multiLvlStrCache>
            </c:multiLvlStrRef>
          </c:cat>
          <c:val>
            <c:numRef>
              <c:f>Sheet1!$B$2:$B$202</c:f>
              <c:numCache>
                <c:formatCode>General</c:formatCode>
                <c:ptCount val="201"/>
                <c:pt idx="0">
                  <c:v>0.08898</c:v>
                </c:pt>
                <c:pt idx="1">
                  <c:v>0.09205</c:v>
                </c:pt>
                <c:pt idx="2">
                  <c:v>0.09382</c:v>
                </c:pt>
                <c:pt idx="3">
                  <c:v>0.09498</c:v>
                </c:pt>
                <c:pt idx="4">
                  <c:v>0.09538</c:v>
                </c:pt>
                <c:pt idx="5">
                  <c:v>0.09664</c:v>
                </c:pt>
                <c:pt idx="6">
                  <c:v>0.0979</c:v>
                </c:pt>
                <c:pt idx="7">
                  <c:v>0.09811</c:v>
                </c:pt>
                <c:pt idx="8">
                  <c:v>0.09832</c:v>
                </c:pt>
                <c:pt idx="9">
                  <c:v>0.09983</c:v>
                </c:pt>
                <c:pt idx="10">
                  <c:v>0.10531</c:v>
                </c:pt>
                <c:pt idx="11">
                  <c:v>0.11896</c:v>
                </c:pt>
                <c:pt idx="12">
                  <c:v>0.14508</c:v>
                </c:pt>
                <c:pt idx="13">
                  <c:v>0.17388</c:v>
                </c:pt>
                <c:pt idx="14">
                  <c:v>0.18865</c:v>
                </c:pt>
                <c:pt idx="15">
                  <c:v>0.19445</c:v>
                </c:pt>
                <c:pt idx="16">
                  <c:v>0.19123</c:v>
                </c:pt>
                <c:pt idx="17">
                  <c:v>0.17598</c:v>
                </c:pt>
                <c:pt idx="18">
                  <c:v>0.15913</c:v>
                </c:pt>
                <c:pt idx="19">
                  <c:v>0.14927</c:v>
                </c:pt>
                <c:pt idx="20">
                  <c:v>0.14447</c:v>
                </c:pt>
                <c:pt idx="21">
                  <c:v>0.13757</c:v>
                </c:pt>
                <c:pt idx="22">
                  <c:v>0.12928</c:v>
                </c:pt>
                <c:pt idx="23">
                  <c:v>0.12619</c:v>
                </c:pt>
                <c:pt idx="24">
                  <c:v>0.12083</c:v>
                </c:pt>
                <c:pt idx="25">
                  <c:v>0.11085</c:v>
                </c:pt>
                <c:pt idx="26">
                  <c:v>0.10357</c:v>
                </c:pt>
                <c:pt idx="27">
                  <c:v>0.09767</c:v>
                </c:pt>
                <c:pt idx="28">
                  <c:v>0.09985</c:v>
                </c:pt>
                <c:pt idx="29">
                  <c:v>0.12055</c:v>
                </c:pt>
                <c:pt idx="30">
                  <c:v>0.19324</c:v>
                </c:pt>
                <c:pt idx="31">
                  <c:v>0.29131</c:v>
                </c:pt>
                <c:pt idx="32">
                  <c:v>0.37835</c:v>
                </c:pt>
                <c:pt idx="33">
                  <c:v>0.44153</c:v>
                </c:pt>
                <c:pt idx="34">
                  <c:v>0.47658</c:v>
                </c:pt>
                <c:pt idx="35">
                  <c:v>0.49169</c:v>
                </c:pt>
                <c:pt idx="36">
                  <c:v>0.49653</c:v>
                </c:pt>
                <c:pt idx="37">
                  <c:v>0.4976</c:v>
                </c:pt>
                <c:pt idx="38">
                  <c:v>0.49785</c:v>
                </c:pt>
                <c:pt idx="39">
                  <c:v>0.49825</c:v>
                </c:pt>
                <c:pt idx="40">
                  <c:v>0.4987</c:v>
                </c:pt>
                <c:pt idx="41">
                  <c:v>0.49905</c:v>
                </c:pt>
                <c:pt idx="42">
                  <c:v>0.49919</c:v>
                </c:pt>
                <c:pt idx="43">
                  <c:v>0.49896</c:v>
                </c:pt>
                <c:pt idx="44">
                  <c:v>0.49865</c:v>
                </c:pt>
                <c:pt idx="45">
                  <c:v>0.49858</c:v>
                </c:pt>
                <c:pt idx="46">
                  <c:v>0.49847</c:v>
                </c:pt>
                <c:pt idx="47">
                  <c:v>0.49827</c:v>
                </c:pt>
                <c:pt idx="48">
                  <c:v>0.49791</c:v>
                </c:pt>
                <c:pt idx="49">
                  <c:v>0.49752</c:v>
                </c:pt>
                <c:pt idx="50">
                  <c:v>0.49704</c:v>
                </c:pt>
                <c:pt idx="51">
                  <c:v>0.49653</c:v>
                </c:pt>
                <c:pt idx="52">
                  <c:v>0.49557</c:v>
                </c:pt>
                <c:pt idx="53">
                  <c:v>0.49348</c:v>
                </c:pt>
                <c:pt idx="54">
                  <c:v>0.48989</c:v>
                </c:pt>
                <c:pt idx="55">
                  <c:v>0.48409</c:v>
                </c:pt>
                <c:pt idx="56">
                  <c:v>0.47709</c:v>
                </c:pt>
                <c:pt idx="57">
                  <c:v>0.47439</c:v>
                </c:pt>
                <c:pt idx="58">
                  <c:v>0.47448</c:v>
                </c:pt>
                <c:pt idx="59">
                  <c:v>0.47597</c:v>
                </c:pt>
                <c:pt idx="60">
                  <c:v>0.47789</c:v>
                </c:pt>
                <c:pt idx="61">
                  <c:v>0.47987</c:v>
                </c:pt>
                <c:pt idx="62">
                  <c:v>0.48268</c:v>
                </c:pt>
                <c:pt idx="63">
                  <c:v>0.4852</c:v>
                </c:pt>
                <c:pt idx="64">
                  <c:v>0.487</c:v>
                </c:pt>
                <c:pt idx="65">
                  <c:v>0.488</c:v>
                </c:pt>
                <c:pt idx="66">
                  <c:v>0.48842</c:v>
                </c:pt>
                <c:pt idx="67">
                  <c:v>0.48828</c:v>
                </c:pt>
                <c:pt idx="68">
                  <c:v>0.48769</c:v>
                </c:pt>
                <c:pt idx="69">
                  <c:v>0.48652</c:v>
                </c:pt>
                <c:pt idx="70">
                  <c:v>0.48492</c:v>
                </c:pt>
                <c:pt idx="71">
                  <c:v>0.48291</c:v>
                </c:pt>
                <c:pt idx="72">
                  <c:v>0.47989</c:v>
                </c:pt>
                <c:pt idx="73">
                  <c:v>0.47282</c:v>
                </c:pt>
                <c:pt idx="74">
                  <c:v>0.45834</c:v>
                </c:pt>
                <c:pt idx="75">
                  <c:v>0.44273</c:v>
                </c:pt>
                <c:pt idx="76">
                  <c:v>0.43497</c:v>
                </c:pt>
                <c:pt idx="77">
                  <c:v>0.43286</c:v>
                </c:pt>
                <c:pt idx="78">
                  <c:v>0.43184</c:v>
                </c:pt>
                <c:pt idx="79">
                  <c:v>0.43094</c:v>
                </c:pt>
                <c:pt idx="80">
                  <c:v>0.43117</c:v>
                </c:pt>
                <c:pt idx="81">
                  <c:v>0.4326</c:v>
                </c:pt>
                <c:pt idx="82">
                  <c:v>0.43439</c:v>
                </c:pt>
                <c:pt idx="83">
                  <c:v>0.4362</c:v>
                </c:pt>
                <c:pt idx="84">
                  <c:v>0.43786</c:v>
                </c:pt>
                <c:pt idx="85">
                  <c:v>0.43915</c:v>
                </c:pt>
                <c:pt idx="86">
                  <c:v>0.4397</c:v>
                </c:pt>
                <c:pt idx="87">
                  <c:v>0.43896</c:v>
                </c:pt>
                <c:pt idx="88">
                  <c:v>0.43676</c:v>
                </c:pt>
                <c:pt idx="89">
                  <c:v>0.43277</c:v>
                </c:pt>
                <c:pt idx="90">
                  <c:v>0.42651</c:v>
                </c:pt>
                <c:pt idx="91">
                  <c:v>0.41743</c:v>
                </c:pt>
                <c:pt idx="92">
                  <c:v>0.40491</c:v>
                </c:pt>
                <c:pt idx="93">
                  <c:v>0.38939</c:v>
                </c:pt>
                <c:pt idx="94">
                  <c:v>0.37295</c:v>
                </c:pt>
                <c:pt idx="95">
                  <c:v>0.35764</c:v>
                </c:pt>
                <c:pt idx="96">
                  <c:v>0.34224</c:v>
                </c:pt>
                <c:pt idx="97">
                  <c:v>0.31978</c:v>
                </c:pt>
                <c:pt idx="98">
                  <c:v>0.27859</c:v>
                </c:pt>
                <c:pt idx="99">
                  <c:v>0.21952</c:v>
                </c:pt>
                <c:pt idx="100">
                  <c:v>0.16597</c:v>
                </c:pt>
                <c:pt idx="101">
                  <c:v>0.13441</c:v>
                </c:pt>
                <c:pt idx="102">
                  <c:v>0.11995</c:v>
                </c:pt>
                <c:pt idx="103">
                  <c:v>0.11376</c:v>
                </c:pt>
                <c:pt idx="104">
                  <c:v>0.11161</c:v>
                </c:pt>
                <c:pt idx="105">
                  <c:v>0.11169</c:v>
                </c:pt>
                <c:pt idx="106">
                  <c:v>0.1138</c:v>
                </c:pt>
                <c:pt idx="107">
                  <c:v>0.1193</c:v>
                </c:pt>
                <c:pt idx="108">
                  <c:v>0.12805</c:v>
                </c:pt>
                <c:pt idx="109">
                  <c:v>0.13887</c:v>
                </c:pt>
                <c:pt idx="110">
                  <c:v>0.1511</c:v>
                </c:pt>
                <c:pt idx="111">
                  <c:v>0.16418</c:v>
                </c:pt>
                <c:pt idx="112">
                  <c:v>0.17762</c:v>
                </c:pt>
                <c:pt idx="113">
                  <c:v>0.19103</c:v>
                </c:pt>
                <c:pt idx="114">
                  <c:v>0.2041</c:v>
                </c:pt>
                <c:pt idx="115">
                  <c:v>0.21656</c:v>
                </c:pt>
                <c:pt idx="116">
                  <c:v>0.22814</c:v>
                </c:pt>
                <c:pt idx="117">
                  <c:v>0.2387</c:v>
                </c:pt>
                <c:pt idx="118">
                  <c:v>0.24816</c:v>
                </c:pt>
                <c:pt idx="119">
                  <c:v>0.25658</c:v>
                </c:pt>
                <c:pt idx="120">
                  <c:v>0.26399</c:v>
                </c:pt>
                <c:pt idx="121">
                  <c:v>0.27043</c:v>
                </c:pt>
                <c:pt idx="122">
                  <c:v>0.27591</c:v>
                </c:pt>
                <c:pt idx="123">
                  <c:v>0.28064</c:v>
                </c:pt>
                <c:pt idx="124">
                  <c:v>0.28463</c:v>
                </c:pt>
                <c:pt idx="125">
                  <c:v>0.28766</c:v>
                </c:pt>
                <c:pt idx="126">
                  <c:v>0.28953</c:v>
                </c:pt>
                <c:pt idx="127">
                  <c:v>0.29021</c:v>
                </c:pt>
                <c:pt idx="128">
                  <c:v>0.28947</c:v>
                </c:pt>
                <c:pt idx="129">
                  <c:v>0.28742</c:v>
                </c:pt>
                <c:pt idx="130">
                  <c:v>0.28451</c:v>
                </c:pt>
                <c:pt idx="131">
                  <c:v>0.28064</c:v>
                </c:pt>
                <c:pt idx="132">
                  <c:v>0.27572</c:v>
                </c:pt>
                <c:pt idx="133">
                  <c:v>0.26958</c:v>
                </c:pt>
                <c:pt idx="134">
                  <c:v>0.26218</c:v>
                </c:pt>
                <c:pt idx="135">
                  <c:v>0.2535</c:v>
                </c:pt>
                <c:pt idx="136">
                  <c:v>0.24459</c:v>
                </c:pt>
                <c:pt idx="137">
                  <c:v>0.2369</c:v>
                </c:pt>
                <c:pt idx="138">
                  <c:v>0.23158</c:v>
                </c:pt>
                <c:pt idx="139">
                  <c:v>0.22893</c:v>
                </c:pt>
                <c:pt idx="140">
                  <c:v>0.22819</c:v>
                </c:pt>
                <c:pt idx="141">
                  <c:v>0.22814</c:v>
                </c:pt>
                <c:pt idx="142">
                  <c:v>0.22753</c:v>
                </c:pt>
                <c:pt idx="143">
                  <c:v>0.22481</c:v>
                </c:pt>
                <c:pt idx="144">
                  <c:v>0.21816</c:v>
                </c:pt>
                <c:pt idx="145">
                  <c:v>0.20458</c:v>
                </c:pt>
                <c:pt idx="146">
                  <c:v>0.17991</c:v>
                </c:pt>
                <c:pt idx="147">
                  <c:v>0.14278</c:v>
                </c:pt>
                <c:pt idx="148">
                  <c:v>0.10214</c:v>
                </c:pt>
                <c:pt idx="149">
                  <c:v>0.07332</c:v>
                </c:pt>
                <c:pt idx="150">
                  <c:v>0.06012</c:v>
                </c:pt>
                <c:pt idx="151">
                  <c:v>0.05577</c:v>
                </c:pt>
                <c:pt idx="152">
                  <c:v>0.05439</c:v>
                </c:pt>
                <c:pt idx="153">
                  <c:v>0.05409</c:v>
                </c:pt>
                <c:pt idx="154">
                  <c:v>0.05445</c:v>
                </c:pt>
                <c:pt idx="155">
                  <c:v>0.0553</c:v>
                </c:pt>
                <c:pt idx="156">
                  <c:v>0.05655</c:v>
                </c:pt>
                <c:pt idx="157">
                  <c:v>0.05819</c:v>
                </c:pt>
                <c:pt idx="158">
                  <c:v>0.06025</c:v>
                </c:pt>
                <c:pt idx="159">
                  <c:v>0.06275</c:v>
                </c:pt>
                <c:pt idx="160">
                  <c:v>0.06567</c:v>
                </c:pt>
                <c:pt idx="161">
                  <c:v>0.06898</c:v>
                </c:pt>
                <c:pt idx="162">
                  <c:v>0.07261</c:v>
                </c:pt>
                <c:pt idx="163">
                  <c:v>0.07651</c:v>
                </c:pt>
                <c:pt idx="164">
                  <c:v>0.08056</c:v>
                </c:pt>
                <c:pt idx="165">
                  <c:v>0.08479</c:v>
                </c:pt>
                <c:pt idx="166">
                  <c:v>0.0893</c:v>
                </c:pt>
                <c:pt idx="167">
                  <c:v>0.09413</c:v>
                </c:pt>
                <c:pt idx="168">
                  <c:v>0.09924</c:v>
                </c:pt>
                <c:pt idx="169">
                  <c:v>0.10454</c:v>
                </c:pt>
                <c:pt idx="170">
                  <c:v>0.1099</c:v>
                </c:pt>
                <c:pt idx="171">
                  <c:v>0.11527</c:v>
                </c:pt>
                <c:pt idx="172">
                  <c:v>0.12055</c:v>
                </c:pt>
                <c:pt idx="173">
                  <c:v>0.12534</c:v>
                </c:pt>
                <c:pt idx="174">
                  <c:v>0.12924</c:v>
                </c:pt>
                <c:pt idx="175">
                  <c:v>0.1322</c:v>
                </c:pt>
                <c:pt idx="176">
                  <c:v>0.13425</c:v>
                </c:pt>
                <c:pt idx="177">
                  <c:v>0.13566</c:v>
                </c:pt>
                <c:pt idx="178">
                  <c:v>0.1368</c:v>
                </c:pt>
                <c:pt idx="179">
                  <c:v>0.13766</c:v>
                </c:pt>
                <c:pt idx="180">
                  <c:v>0.13817</c:v>
                </c:pt>
                <c:pt idx="181">
                  <c:v>0.1383</c:v>
                </c:pt>
                <c:pt idx="182">
                  <c:v>0.13787</c:v>
                </c:pt>
                <c:pt idx="183">
                  <c:v>0.13665</c:v>
                </c:pt>
                <c:pt idx="184">
                  <c:v>0.13445</c:v>
                </c:pt>
                <c:pt idx="185">
                  <c:v>0.13133</c:v>
                </c:pt>
                <c:pt idx="186">
                  <c:v>0.12749</c:v>
                </c:pt>
                <c:pt idx="187">
                  <c:v>0.12341</c:v>
                </c:pt>
                <c:pt idx="188">
                  <c:v>0.1194</c:v>
                </c:pt>
                <c:pt idx="189">
                  <c:v>0.11534</c:v>
                </c:pt>
                <c:pt idx="190">
                  <c:v>0.11104</c:v>
                </c:pt>
                <c:pt idx="191">
                  <c:v>0.10668</c:v>
                </c:pt>
                <c:pt idx="192">
                  <c:v>0.1028</c:v>
                </c:pt>
                <c:pt idx="193">
                  <c:v>0.0989</c:v>
                </c:pt>
                <c:pt idx="194">
                  <c:v>0.09483</c:v>
                </c:pt>
                <c:pt idx="195">
                  <c:v>0.09072</c:v>
                </c:pt>
                <c:pt idx="196">
                  <c:v>0.08686</c:v>
                </c:pt>
                <c:pt idx="197">
                  <c:v>0.08317</c:v>
                </c:pt>
                <c:pt idx="198">
                  <c:v>0.07965</c:v>
                </c:pt>
                <c:pt idx="199">
                  <c:v>0.07632</c:v>
                </c:pt>
                <c:pt idx="200">
                  <c:v>0.07381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Diseased</c:v>
                </c:pt>
              </c:strCache>
            </c:strRef>
          </c:tx>
          <c:spPr>
            <a:solidFill>
              <a:srgbClr val="D08A00"/>
            </a:solidFill>
            <a:ln w="25400" cap="flat">
              <a:solidFill>
                <a:srgbClr val="D08A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08A00"/>
              </a:solidFill>
              <a:ln w="9525" cap="flat">
                <a:solidFill>
                  <a:srgbClr val="D08A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Sheet1!$A$2:$A$202</c:f>
              <c:multiLvlStrCache>
                <c:ptCount val="201"/>
                <c:lvl>
                  <c:pt idx="0">
                    <c:v>400</c:v>
                  </c:pt>
                  <c:pt idx="1">
                    <c:v>410</c:v>
                  </c:pt>
                  <c:pt idx="2">
                    <c:v>420</c:v>
                  </c:pt>
                  <c:pt idx="3">
                    <c:v>430</c:v>
                  </c:pt>
                  <c:pt idx="4">
                    <c:v>440</c:v>
                  </c:pt>
                  <c:pt idx="5">
                    <c:v>450</c:v>
                  </c:pt>
                  <c:pt idx="6">
                    <c:v>460</c:v>
                  </c:pt>
                  <c:pt idx="7">
                    <c:v>470</c:v>
                  </c:pt>
                  <c:pt idx="8">
                    <c:v>480</c:v>
                  </c:pt>
                  <c:pt idx="9">
                    <c:v>490</c:v>
                  </c:pt>
                  <c:pt idx="10">
                    <c:v>500</c:v>
                  </c:pt>
                  <c:pt idx="11">
                    <c:v>510</c:v>
                  </c:pt>
                  <c:pt idx="12">
                    <c:v>520</c:v>
                  </c:pt>
                  <c:pt idx="13">
                    <c:v>530</c:v>
                  </c:pt>
                  <c:pt idx="14">
                    <c:v>540</c:v>
                  </c:pt>
                  <c:pt idx="15">
                    <c:v>550</c:v>
                  </c:pt>
                  <c:pt idx="16">
                    <c:v>560</c:v>
                  </c:pt>
                  <c:pt idx="17">
                    <c:v>570</c:v>
                  </c:pt>
                  <c:pt idx="18">
                    <c:v>580</c:v>
                  </c:pt>
                  <c:pt idx="19">
                    <c:v>590</c:v>
                  </c:pt>
                  <c:pt idx="20">
                    <c:v>600</c:v>
                  </c:pt>
                  <c:pt idx="21">
                    <c:v>610</c:v>
                  </c:pt>
                  <c:pt idx="22">
                    <c:v>620</c:v>
                  </c:pt>
                  <c:pt idx="23">
                    <c:v>630</c:v>
                  </c:pt>
                  <c:pt idx="24">
                    <c:v>640</c:v>
                  </c:pt>
                  <c:pt idx="25">
                    <c:v>650</c:v>
                  </c:pt>
                  <c:pt idx="26">
                    <c:v>660</c:v>
                  </c:pt>
                  <c:pt idx="27">
                    <c:v>670</c:v>
                  </c:pt>
                  <c:pt idx="28">
                    <c:v>680</c:v>
                  </c:pt>
                  <c:pt idx="29">
                    <c:v>690</c:v>
                  </c:pt>
                  <c:pt idx="30">
                    <c:v>700</c:v>
                  </c:pt>
                  <c:pt idx="31">
                    <c:v>710</c:v>
                  </c:pt>
                  <c:pt idx="32">
                    <c:v>720</c:v>
                  </c:pt>
                  <c:pt idx="33">
                    <c:v>730</c:v>
                  </c:pt>
                  <c:pt idx="34">
                    <c:v>740</c:v>
                  </c:pt>
                  <c:pt idx="35">
                    <c:v>750</c:v>
                  </c:pt>
                  <c:pt idx="36">
                    <c:v>760</c:v>
                  </c:pt>
                  <c:pt idx="37">
                    <c:v>770</c:v>
                  </c:pt>
                  <c:pt idx="38">
                    <c:v>780</c:v>
                  </c:pt>
                  <c:pt idx="39">
                    <c:v>790</c:v>
                  </c:pt>
                  <c:pt idx="40">
                    <c:v>800</c:v>
                  </c:pt>
                  <c:pt idx="41">
                    <c:v>810</c:v>
                  </c:pt>
                  <c:pt idx="42">
                    <c:v>820</c:v>
                  </c:pt>
                  <c:pt idx="43">
                    <c:v>830</c:v>
                  </c:pt>
                  <c:pt idx="44">
                    <c:v>840</c:v>
                  </c:pt>
                  <c:pt idx="45">
                    <c:v>850</c:v>
                  </c:pt>
                  <c:pt idx="46">
                    <c:v>860</c:v>
                  </c:pt>
                  <c:pt idx="47">
                    <c:v>870</c:v>
                  </c:pt>
                  <c:pt idx="48">
                    <c:v>880</c:v>
                  </c:pt>
                  <c:pt idx="49">
                    <c:v>890</c:v>
                  </c:pt>
                  <c:pt idx="50">
                    <c:v>900</c:v>
                  </c:pt>
                  <c:pt idx="51">
                    <c:v>910</c:v>
                  </c:pt>
                  <c:pt idx="52">
                    <c:v>920</c:v>
                  </c:pt>
                  <c:pt idx="53">
                    <c:v>930</c:v>
                  </c:pt>
                  <c:pt idx="54">
                    <c:v>940</c:v>
                  </c:pt>
                  <c:pt idx="55">
                    <c:v>950</c:v>
                  </c:pt>
                  <c:pt idx="56">
                    <c:v>960</c:v>
                  </c:pt>
                  <c:pt idx="57">
                    <c:v>970</c:v>
                  </c:pt>
                  <c:pt idx="58">
                    <c:v>980</c:v>
                  </c:pt>
                  <c:pt idx="59">
                    <c:v>990</c:v>
                  </c:pt>
                  <c:pt idx="60">
                    <c:v>1000</c:v>
                  </c:pt>
                  <c:pt idx="61">
                    <c:v>1010</c:v>
                  </c:pt>
                  <c:pt idx="62">
                    <c:v>1020</c:v>
                  </c:pt>
                  <c:pt idx="63">
                    <c:v>1030</c:v>
                  </c:pt>
                  <c:pt idx="64">
                    <c:v>1040</c:v>
                  </c:pt>
                  <c:pt idx="65">
                    <c:v>1050</c:v>
                  </c:pt>
                  <c:pt idx="66">
                    <c:v>1060</c:v>
                  </c:pt>
                  <c:pt idx="67">
                    <c:v>1070</c:v>
                  </c:pt>
                  <c:pt idx="68">
                    <c:v>1080</c:v>
                  </c:pt>
                  <c:pt idx="69">
                    <c:v>1090</c:v>
                  </c:pt>
                  <c:pt idx="70">
                    <c:v>1100</c:v>
                  </c:pt>
                  <c:pt idx="71">
                    <c:v>1110</c:v>
                  </c:pt>
                  <c:pt idx="72">
                    <c:v>1120</c:v>
                  </c:pt>
                  <c:pt idx="73">
                    <c:v>1130</c:v>
                  </c:pt>
                  <c:pt idx="74">
                    <c:v>1140</c:v>
                  </c:pt>
                  <c:pt idx="75">
                    <c:v>1150</c:v>
                  </c:pt>
                  <c:pt idx="76">
                    <c:v>1160</c:v>
                  </c:pt>
                  <c:pt idx="77">
                    <c:v>1170</c:v>
                  </c:pt>
                  <c:pt idx="78">
                    <c:v>1180</c:v>
                  </c:pt>
                  <c:pt idx="79">
                    <c:v>1190</c:v>
                  </c:pt>
                  <c:pt idx="80">
                    <c:v>1200</c:v>
                  </c:pt>
                  <c:pt idx="81">
                    <c:v>1210</c:v>
                  </c:pt>
                  <c:pt idx="82">
                    <c:v>1220</c:v>
                  </c:pt>
                  <c:pt idx="83">
                    <c:v>1230</c:v>
                  </c:pt>
                  <c:pt idx="84">
                    <c:v>1240</c:v>
                  </c:pt>
                  <c:pt idx="85">
                    <c:v>1250</c:v>
                  </c:pt>
                  <c:pt idx="86">
                    <c:v>1260</c:v>
                  </c:pt>
                  <c:pt idx="87">
                    <c:v>1270</c:v>
                  </c:pt>
                  <c:pt idx="88">
                    <c:v>1280</c:v>
                  </c:pt>
                  <c:pt idx="89">
                    <c:v>1290</c:v>
                  </c:pt>
                  <c:pt idx="90">
                    <c:v>1300</c:v>
                  </c:pt>
                  <c:pt idx="91">
                    <c:v>1310</c:v>
                  </c:pt>
                  <c:pt idx="92">
                    <c:v>1320</c:v>
                  </c:pt>
                  <c:pt idx="93">
                    <c:v>1330</c:v>
                  </c:pt>
                  <c:pt idx="94">
                    <c:v>1340</c:v>
                  </c:pt>
                  <c:pt idx="95">
                    <c:v>1350</c:v>
                  </c:pt>
                  <c:pt idx="96">
                    <c:v>1360</c:v>
                  </c:pt>
                  <c:pt idx="97">
                    <c:v>1370</c:v>
                  </c:pt>
                  <c:pt idx="98">
                    <c:v>1380</c:v>
                  </c:pt>
                  <c:pt idx="99">
                    <c:v>1390</c:v>
                  </c:pt>
                  <c:pt idx="100">
                    <c:v>1400</c:v>
                  </c:pt>
                  <c:pt idx="101">
                    <c:v>1410</c:v>
                  </c:pt>
                  <c:pt idx="102">
                    <c:v>1420</c:v>
                  </c:pt>
                  <c:pt idx="103">
                    <c:v>1430</c:v>
                  </c:pt>
                  <c:pt idx="104">
                    <c:v>1440</c:v>
                  </c:pt>
                  <c:pt idx="105">
                    <c:v>1450</c:v>
                  </c:pt>
                  <c:pt idx="106">
                    <c:v>1460</c:v>
                  </c:pt>
                  <c:pt idx="107">
                    <c:v>1470</c:v>
                  </c:pt>
                  <c:pt idx="108">
                    <c:v>1480</c:v>
                  </c:pt>
                  <c:pt idx="109">
                    <c:v>1490</c:v>
                  </c:pt>
                  <c:pt idx="110">
                    <c:v>1500</c:v>
                  </c:pt>
                  <c:pt idx="111">
                    <c:v>1510</c:v>
                  </c:pt>
                  <c:pt idx="112">
                    <c:v>1520</c:v>
                  </c:pt>
                  <c:pt idx="113">
                    <c:v>1530</c:v>
                  </c:pt>
                  <c:pt idx="114">
                    <c:v>1540</c:v>
                  </c:pt>
                  <c:pt idx="115">
                    <c:v>1550</c:v>
                  </c:pt>
                  <c:pt idx="116">
                    <c:v>1560</c:v>
                  </c:pt>
                  <c:pt idx="117">
                    <c:v>1570</c:v>
                  </c:pt>
                  <c:pt idx="118">
                    <c:v>1580</c:v>
                  </c:pt>
                  <c:pt idx="119">
                    <c:v>1590</c:v>
                  </c:pt>
                  <c:pt idx="120">
                    <c:v>1600</c:v>
                  </c:pt>
                  <c:pt idx="121">
                    <c:v>1610</c:v>
                  </c:pt>
                  <c:pt idx="122">
                    <c:v>1620</c:v>
                  </c:pt>
                  <c:pt idx="123">
                    <c:v>1630</c:v>
                  </c:pt>
                  <c:pt idx="124">
                    <c:v>1640</c:v>
                  </c:pt>
                  <c:pt idx="125">
                    <c:v>1650</c:v>
                  </c:pt>
                  <c:pt idx="126">
                    <c:v>1660</c:v>
                  </c:pt>
                  <c:pt idx="127">
                    <c:v>1670</c:v>
                  </c:pt>
                  <c:pt idx="128">
                    <c:v>1680</c:v>
                  </c:pt>
                  <c:pt idx="129">
                    <c:v>1690</c:v>
                  </c:pt>
                  <c:pt idx="130">
                    <c:v>1700</c:v>
                  </c:pt>
                  <c:pt idx="131">
                    <c:v>1710</c:v>
                  </c:pt>
                  <c:pt idx="132">
                    <c:v>1720</c:v>
                  </c:pt>
                  <c:pt idx="133">
                    <c:v>1730</c:v>
                  </c:pt>
                  <c:pt idx="134">
                    <c:v>1740</c:v>
                  </c:pt>
                  <c:pt idx="135">
                    <c:v>1750</c:v>
                  </c:pt>
                  <c:pt idx="136">
                    <c:v>1760</c:v>
                  </c:pt>
                  <c:pt idx="137">
                    <c:v>1770</c:v>
                  </c:pt>
                  <c:pt idx="138">
                    <c:v>1780</c:v>
                  </c:pt>
                  <c:pt idx="139">
                    <c:v>1790</c:v>
                  </c:pt>
                  <c:pt idx="140">
                    <c:v>1800</c:v>
                  </c:pt>
                  <c:pt idx="141">
                    <c:v>1810</c:v>
                  </c:pt>
                  <c:pt idx="142">
                    <c:v>1820</c:v>
                  </c:pt>
                  <c:pt idx="143">
                    <c:v>1830</c:v>
                  </c:pt>
                  <c:pt idx="144">
                    <c:v>1840</c:v>
                  </c:pt>
                  <c:pt idx="145">
                    <c:v>1850</c:v>
                  </c:pt>
                  <c:pt idx="146">
                    <c:v>1860</c:v>
                  </c:pt>
                  <c:pt idx="147">
                    <c:v>1870</c:v>
                  </c:pt>
                  <c:pt idx="148">
                    <c:v>1880</c:v>
                  </c:pt>
                  <c:pt idx="149">
                    <c:v>1890</c:v>
                  </c:pt>
                  <c:pt idx="150">
                    <c:v>1900</c:v>
                  </c:pt>
                  <c:pt idx="151">
                    <c:v>1910</c:v>
                  </c:pt>
                  <c:pt idx="152">
                    <c:v>1920</c:v>
                  </c:pt>
                  <c:pt idx="153">
                    <c:v>1930</c:v>
                  </c:pt>
                  <c:pt idx="154">
                    <c:v>1940</c:v>
                  </c:pt>
                  <c:pt idx="155">
                    <c:v>1950</c:v>
                  </c:pt>
                  <c:pt idx="156">
                    <c:v>1960</c:v>
                  </c:pt>
                  <c:pt idx="157">
                    <c:v>1970</c:v>
                  </c:pt>
                  <c:pt idx="158">
                    <c:v>1980</c:v>
                  </c:pt>
                  <c:pt idx="159">
                    <c:v>1990</c:v>
                  </c:pt>
                  <c:pt idx="160">
                    <c:v>2000</c:v>
                  </c:pt>
                  <c:pt idx="161">
                    <c:v>2010</c:v>
                  </c:pt>
                  <c:pt idx="162">
                    <c:v>2020</c:v>
                  </c:pt>
                  <c:pt idx="163">
                    <c:v>2030</c:v>
                  </c:pt>
                  <c:pt idx="164">
                    <c:v>2040</c:v>
                  </c:pt>
                  <c:pt idx="165">
                    <c:v>2050</c:v>
                  </c:pt>
                  <c:pt idx="166">
                    <c:v>2060</c:v>
                  </c:pt>
                  <c:pt idx="167">
                    <c:v>2070</c:v>
                  </c:pt>
                  <c:pt idx="168">
                    <c:v>2080</c:v>
                  </c:pt>
                  <c:pt idx="169">
                    <c:v>2090</c:v>
                  </c:pt>
                  <c:pt idx="170">
                    <c:v>2100</c:v>
                  </c:pt>
                  <c:pt idx="171">
                    <c:v>2110</c:v>
                  </c:pt>
                  <c:pt idx="172">
                    <c:v>2120</c:v>
                  </c:pt>
                  <c:pt idx="173">
                    <c:v>2130</c:v>
                  </c:pt>
                  <c:pt idx="174">
                    <c:v>2140</c:v>
                  </c:pt>
                  <c:pt idx="175">
                    <c:v>2150</c:v>
                  </c:pt>
                  <c:pt idx="176">
                    <c:v>2160</c:v>
                  </c:pt>
                  <c:pt idx="177">
                    <c:v>2170</c:v>
                  </c:pt>
                  <c:pt idx="178">
                    <c:v>2180</c:v>
                  </c:pt>
                  <c:pt idx="179">
                    <c:v>2190</c:v>
                  </c:pt>
                  <c:pt idx="180">
                    <c:v>2200</c:v>
                  </c:pt>
                  <c:pt idx="181">
                    <c:v>2210</c:v>
                  </c:pt>
                  <c:pt idx="182">
                    <c:v>2220</c:v>
                  </c:pt>
                  <c:pt idx="183">
                    <c:v>2230</c:v>
                  </c:pt>
                  <c:pt idx="184">
                    <c:v>2240</c:v>
                  </c:pt>
                  <c:pt idx="185">
                    <c:v>2250</c:v>
                  </c:pt>
                  <c:pt idx="186">
                    <c:v>2260</c:v>
                  </c:pt>
                  <c:pt idx="187">
                    <c:v>2270</c:v>
                  </c:pt>
                  <c:pt idx="188">
                    <c:v>2280</c:v>
                  </c:pt>
                  <c:pt idx="189">
                    <c:v>2290</c:v>
                  </c:pt>
                  <c:pt idx="190">
                    <c:v>2300</c:v>
                  </c:pt>
                  <c:pt idx="191">
                    <c:v>2310</c:v>
                  </c:pt>
                  <c:pt idx="192">
                    <c:v>2320</c:v>
                  </c:pt>
                  <c:pt idx="193">
                    <c:v>2330</c:v>
                  </c:pt>
                  <c:pt idx="194">
                    <c:v>2340</c:v>
                  </c:pt>
                  <c:pt idx="195">
                    <c:v>2350</c:v>
                  </c:pt>
                  <c:pt idx="196">
                    <c:v>2360</c:v>
                  </c:pt>
                  <c:pt idx="197">
                    <c:v>2370</c:v>
                  </c:pt>
                  <c:pt idx="198">
                    <c:v>2380</c:v>
                  </c:pt>
                  <c:pt idx="199">
                    <c:v>2390</c:v>
                  </c:pt>
                  <c:pt idx="200">
                    <c:v>2400</c:v>
                  </c:pt>
                </c:lvl>
              </c:multiLvlStrCache>
            </c:multiLvlStrRef>
          </c:cat>
          <c:val>
            <c:numRef>
              <c:f>Sheet1!$C$2:$C$202</c:f>
              <c:numCache>
                <c:formatCode>General</c:formatCode>
                <c:ptCount val="201"/>
                <c:pt idx="0">
                  <c:v>0.09296</c:v>
                </c:pt>
                <c:pt idx="1">
                  <c:v>0.09584</c:v>
                </c:pt>
                <c:pt idx="2">
                  <c:v>0.09788</c:v>
                </c:pt>
                <c:pt idx="3">
                  <c:v>0.09925</c:v>
                </c:pt>
                <c:pt idx="4">
                  <c:v>0.1</c:v>
                </c:pt>
                <c:pt idx="5">
                  <c:v>0.10165</c:v>
                </c:pt>
                <c:pt idx="6">
                  <c:v>0.10327</c:v>
                </c:pt>
                <c:pt idx="7">
                  <c:v>0.1041</c:v>
                </c:pt>
                <c:pt idx="8">
                  <c:v>0.10473</c:v>
                </c:pt>
                <c:pt idx="9">
                  <c:v>0.10665</c:v>
                </c:pt>
                <c:pt idx="10">
                  <c:v>0.11248</c:v>
                </c:pt>
                <c:pt idx="11">
                  <c:v>0.12558</c:v>
                </c:pt>
                <c:pt idx="12">
                  <c:v>0.14902</c:v>
                </c:pt>
                <c:pt idx="13">
                  <c:v>0.17396</c:v>
                </c:pt>
                <c:pt idx="14">
                  <c:v>0.18682</c:v>
                </c:pt>
                <c:pt idx="15">
                  <c:v>0.1923</c:v>
                </c:pt>
                <c:pt idx="16">
                  <c:v>0.19079</c:v>
                </c:pt>
                <c:pt idx="17">
                  <c:v>0.17971</c:v>
                </c:pt>
                <c:pt idx="18">
                  <c:v>0.16682</c:v>
                </c:pt>
                <c:pt idx="19">
                  <c:v>0.15947</c:v>
                </c:pt>
                <c:pt idx="20">
                  <c:v>0.15641</c:v>
                </c:pt>
                <c:pt idx="21">
                  <c:v>0.15163</c:v>
                </c:pt>
                <c:pt idx="22">
                  <c:v>0.14555</c:v>
                </c:pt>
                <c:pt idx="23">
                  <c:v>0.14405</c:v>
                </c:pt>
                <c:pt idx="24">
                  <c:v>0.13969</c:v>
                </c:pt>
                <c:pt idx="25">
                  <c:v>0.12976</c:v>
                </c:pt>
                <c:pt idx="26">
                  <c:v>0.12217</c:v>
                </c:pt>
                <c:pt idx="27">
                  <c:v>0.11549</c:v>
                </c:pt>
                <c:pt idx="28">
                  <c:v>0.11823</c:v>
                </c:pt>
                <c:pt idx="29">
                  <c:v>0.14257</c:v>
                </c:pt>
                <c:pt idx="30">
                  <c:v>0.21641</c:v>
                </c:pt>
                <c:pt idx="31">
                  <c:v>0.30936</c:v>
                </c:pt>
                <c:pt idx="32">
                  <c:v>0.38955</c:v>
                </c:pt>
                <c:pt idx="33">
                  <c:v>0.44737</c:v>
                </c:pt>
                <c:pt idx="34">
                  <c:v>0.4799</c:v>
                </c:pt>
                <c:pt idx="35">
                  <c:v>0.49458</c:v>
                </c:pt>
                <c:pt idx="36">
                  <c:v>0.5</c:v>
                </c:pt>
                <c:pt idx="37">
                  <c:v>0.50194</c:v>
                </c:pt>
                <c:pt idx="38">
                  <c:v>0.50308</c:v>
                </c:pt>
                <c:pt idx="39">
                  <c:v>0.50431</c:v>
                </c:pt>
                <c:pt idx="40">
                  <c:v>0.50556</c:v>
                </c:pt>
                <c:pt idx="41">
                  <c:v>0.50666</c:v>
                </c:pt>
                <c:pt idx="42">
                  <c:v>0.50748</c:v>
                </c:pt>
                <c:pt idx="43">
                  <c:v>0.5079</c:v>
                </c:pt>
                <c:pt idx="44">
                  <c:v>0.50818</c:v>
                </c:pt>
                <c:pt idx="45">
                  <c:v>0.5086</c:v>
                </c:pt>
                <c:pt idx="46">
                  <c:v>0.50892</c:v>
                </c:pt>
                <c:pt idx="47">
                  <c:v>0.50911</c:v>
                </c:pt>
                <c:pt idx="48">
                  <c:v>0.50912</c:v>
                </c:pt>
                <c:pt idx="49">
                  <c:v>0.50909</c:v>
                </c:pt>
                <c:pt idx="50">
                  <c:v>0.50901</c:v>
                </c:pt>
                <c:pt idx="51">
                  <c:v>0.50889</c:v>
                </c:pt>
                <c:pt idx="52">
                  <c:v>0.50837</c:v>
                </c:pt>
                <c:pt idx="53">
                  <c:v>0.50679</c:v>
                </c:pt>
                <c:pt idx="54">
                  <c:v>0.50379</c:v>
                </c:pt>
                <c:pt idx="55">
                  <c:v>0.49879</c:v>
                </c:pt>
                <c:pt idx="56">
                  <c:v>0.49262</c:v>
                </c:pt>
                <c:pt idx="57">
                  <c:v>0.4904</c:v>
                </c:pt>
                <c:pt idx="58">
                  <c:v>0.49073</c:v>
                </c:pt>
                <c:pt idx="59">
                  <c:v>0.49245</c:v>
                </c:pt>
                <c:pt idx="60">
                  <c:v>0.49446</c:v>
                </c:pt>
                <c:pt idx="61">
                  <c:v>0.49637</c:v>
                </c:pt>
                <c:pt idx="62">
                  <c:v>0.49912</c:v>
                </c:pt>
                <c:pt idx="63">
                  <c:v>0.50152</c:v>
                </c:pt>
                <c:pt idx="64">
                  <c:v>0.50315</c:v>
                </c:pt>
                <c:pt idx="65">
                  <c:v>0.50401</c:v>
                </c:pt>
                <c:pt idx="66">
                  <c:v>0.50434</c:v>
                </c:pt>
                <c:pt idx="67">
                  <c:v>0.50425</c:v>
                </c:pt>
                <c:pt idx="68">
                  <c:v>0.50382</c:v>
                </c:pt>
                <c:pt idx="69">
                  <c:v>0.50287</c:v>
                </c:pt>
                <c:pt idx="70">
                  <c:v>0.50153</c:v>
                </c:pt>
                <c:pt idx="71">
                  <c:v>0.49977</c:v>
                </c:pt>
                <c:pt idx="72">
                  <c:v>0.49702</c:v>
                </c:pt>
                <c:pt idx="73">
                  <c:v>0.49053</c:v>
                </c:pt>
                <c:pt idx="74">
                  <c:v>0.47708</c:v>
                </c:pt>
                <c:pt idx="75">
                  <c:v>0.46244</c:v>
                </c:pt>
                <c:pt idx="76">
                  <c:v>0.45503</c:v>
                </c:pt>
                <c:pt idx="77">
                  <c:v>0.45289</c:v>
                </c:pt>
                <c:pt idx="78">
                  <c:v>0.45183</c:v>
                </c:pt>
                <c:pt idx="79">
                  <c:v>0.45093</c:v>
                </c:pt>
                <c:pt idx="80">
                  <c:v>0.45112</c:v>
                </c:pt>
                <c:pt idx="81">
                  <c:v>0.45251</c:v>
                </c:pt>
                <c:pt idx="82">
                  <c:v>0.45431</c:v>
                </c:pt>
                <c:pt idx="83">
                  <c:v>0.45613</c:v>
                </c:pt>
                <c:pt idx="84">
                  <c:v>0.45781</c:v>
                </c:pt>
                <c:pt idx="85">
                  <c:v>0.45914</c:v>
                </c:pt>
                <c:pt idx="86">
                  <c:v>0.45966</c:v>
                </c:pt>
                <c:pt idx="87">
                  <c:v>0.45891</c:v>
                </c:pt>
                <c:pt idx="88">
                  <c:v>0.4568</c:v>
                </c:pt>
                <c:pt idx="89">
                  <c:v>0.45308</c:v>
                </c:pt>
                <c:pt idx="90">
                  <c:v>0.44734</c:v>
                </c:pt>
                <c:pt idx="91">
                  <c:v>0.43896</c:v>
                </c:pt>
                <c:pt idx="92">
                  <c:v>0.42727</c:v>
                </c:pt>
                <c:pt idx="93">
                  <c:v>0.41258</c:v>
                </c:pt>
                <c:pt idx="94">
                  <c:v>0.39683</c:v>
                </c:pt>
                <c:pt idx="95">
                  <c:v>0.38173</c:v>
                </c:pt>
                <c:pt idx="96">
                  <c:v>0.36647</c:v>
                </c:pt>
                <c:pt idx="97">
                  <c:v>0.34507</c:v>
                </c:pt>
                <c:pt idx="98">
                  <c:v>0.30515</c:v>
                </c:pt>
                <c:pt idx="99">
                  <c:v>0.24714</c:v>
                </c:pt>
                <c:pt idx="100">
                  <c:v>0.19326</c:v>
                </c:pt>
                <c:pt idx="101">
                  <c:v>0.16057</c:v>
                </c:pt>
                <c:pt idx="102">
                  <c:v>0.14514</c:v>
                </c:pt>
                <c:pt idx="103">
                  <c:v>0.1384</c:v>
                </c:pt>
                <c:pt idx="104">
                  <c:v>0.13603</c:v>
                </c:pt>
                <c:pt idx="105">
                  <c:v>0.1361</c:v>
                </c:pt>
                <c:pt idx="106">
                  <c:v>0.13833</c:v>
                </c:pt>
                <c:pt idx="107">
                  <c:v>0.14411</c:v>
                </c:pt>
                <c:pt idx="108">
                  <c:v>0.15328</c:v>
                </c:pt>
                <c:pt idx="109">
                  <c:v>0.16452</c:v>
                </c:pt>
                <c:pt idx="110">
                  <c:v>0.17709</c:v>
                </c:pt>
                <c:pt idx="111">
                  <c:v>0.19037</c:v>
                </c:pt>
                <c:pt idx="112">
                  <c:v>0.20388</c:v>
                </c:pt>
                <c:pt idx="113">
                  <c:v>0.21723</c:v>
                </c:pt>
                <c:pt idx="114">
                  <c:v>0.23017</c:v>
                </c:pt>
                <c:pt idx="115">
                  <c:v>0.24239</c:v>
                </c:pt>
                <c:pt idx="116">
                  <c:v>0.25371</c:v>
                </c:pt>
                <c:pt idx="117">
                  <c:v>0.26399</c:v>
                </c:pt>
                <c:pt idx="118">
                  <c:v>0.27321</c:v>
                </c:pt>
                <c:pt idx="119">
                  <c:v>0.28142</c:v>
                </c:pt>
                <c:pt idx="120">
                  <c:v>0.28867</c:v>
                </c:pt>
                <c:pt idx="121">
                  <c:v>0.29496</c:v>
                </c:pt>
                <c:pt idx="122">
                  <c:v>0.30027</c:v>
                </c:pt>
                <c:pt idx="123">
                  <c:v>0.30486</c:v>
                </c:pt>
                <c:pt idx="124">
                  <c:v>0.30875</c:v>
                </c:pt>
                <c:pt idx="125">
                  <c:v>0.31164</c:v>
                </c:pt>
                <c:pt idx="126">
                  <c:v>0.31336</c:v>
                </c:pt>
                <c:pt idx="127">
                  <c:v>0.31385</c:v>
                </c:pt>
                <c:pt idx="128">
                  <c:v>0.3129</c:v>
                </c:pt>
                <c:pt idx="129">
                  <c:v>0.31072</c:v>
                </c:pt>
                <c:pt idx="130">
                  <c:v>0.30779</c:v>
                </c:pt>
                <c:pt idx="131">
                  <c:v>0.30389</c:v>
                </c:pt>
                <c:pt idx="132">
                  <c:v>0.29897</c:v>
                </c:pt>
                <c:pt idx="133">
                  <c:v>0.29296</c:v>
                </c:pt>
                <c:pt idx="134">
                  <c:v>0.28587</c:v>
                </c:pt>
                <c:pt idx="135">
                  <c:v>0.27754</c:v>
                </c:pt>
                <c:pt idx="136">
                  <c:v>0.26898</c:v>
                </c:pt>
                <c:pt idx="137">
                  <c:v>0.26162</c:v>
                </c:pt>
                <c:pt idx="138">
                  <c:v>0.2565</c:v>
                </c:pt>
                <c:pt idx="139">
                  <c:v>0.25396</c:v>
                </c:pt>
                <c:pt idx="140">
                  <c:v>0.25323</c:v>
                </c:pt>
                <c:pt idx="141">
                  <c:v>0.2534</c:v>
                </c:pt>
                <c:pt idx="142">
                  <c:v>0.25334</c:v>
                </c:pt>
                <c:pt idx="143">
                  <c:v>0.25086</c:v>
                </c:pt>
                <c:pt idx="144">
                  <c:v>0.24448</c:v>
                </c:pt>
                <c:pt idx="145">
                  <c:v>0.23146</c:v>
                </c:pt>
                <c:pt idx="146">
                  <c:v>0.20712</c:v>
                </c:pt>
                <c:pt idx="147">
                  <c:v>0.16932</c:v>
                </c:pt>
                <c:pt idx="148">
                  <c:v>0.12658</c:v>
                </c:pt>
                <c:pt idx="149">
                  <c:v>0.09402</c:v>
                </c:pt>
                <c:pt idx="150">
                  <c:v>0.07732</c:v>
                </c:pt>
                <c:pt idx="151">
                  <c:v>0.07106</c:v>
                </c:pt>
                <c:pt idx="152">
                  <c:v>0.06891</c:v>
                </c:pt>
                <c:pt idx="153">
                  <c:v>0.06846</c:v>
                </c:pt>
                <c:pt idx="154">
                  <c:v>0.06905</c:v>
                </c:pt>
                <c:pt idx="155">
                  <c:v>0.0704</c:v>
                </c:pt>
                <c:pt idx="156">
                  <c:v>0.07229</c:v>
                </c:pt>
                <c:pt idx="157">
                  <c:v>0.0747</c:v>
                </c:pt>
                <c:pt idx="158">
                  <c:v>0.07762</c:v>
                </c:pt>
                <c:pt idx="159">
                  <c:v>0.081</c:v>
                </c:pt>
                <c:pt idx="160">
                  <c:v>0.08481</c:v>
                </c:pt>
                <c:pt idx="161">
                  <c:v>0.08897</c:v>
                </c:pt>
                <c:pt idx="162">
                  <c:v>0.09337</c:v>
                </c:pt>
                <c:pt idx="163">
                  <c:v>0.09793</c:v>
                </c:pt>
                <c:pt idx="164">
                  <c:v>0.10252</c:v>
                </c:pt>
                <c:pt idx="165">
                  <c:v>0.10721</c:v>
                </c:pt>
                <c:pt idx="166">
                  <c:v>0.11215</c:v>
                </c:pt>
                <c:pt idx="167">
                  <c:v>0.11743</c:v>
                </c:pt>
                <c:pt idx="168">
                  <c:v>0.12294</c:v>
                </c:pt>
                <c:pt idx="169">
                  <c:v>0.12856</c:v>
                </c:pt>
                <c:pt idx="170">
                  <c:v>0.13421</c:v>
                </c:pt>
                <c:pt idx="171">
                  <c:v>0.13989</c:v>
                </c:pt>
                <c:pt idx="172">
                  <c:v>0.14545</c:v>
                </c:pt>
                <c:pt idx="173">
                  <c:v>0.15046</c:v>
                </c:pt>
                <c:pt idx="174">
                  <c:v>0.15446</c:v>
                </c:pt>
                <c:pt idx="175">
                  <c:v>0.15744</c:v>
                </c:pt>
                <c:pt idx="176">
                  <c:v>0.15942</c:v>
                </c:pt>
                <c:pt idx="177">
                  <c:v>0.16067</c:v>
                </c:pt>
                <c:pt idx="178">
                  <c:v>0.16173</c:v>
                </c:pt>
                <c:pt idx="179">
                  <c:v>0.16258</c:v>
                </c:pt>
                <c:pt idx="180">
                  <c:v>0.16314</c:v>
                </c:pt>
                <c:pt idx="181">
                  <c:v>0.16337</c:v>
                </c:pt>
                <c:pt idx="182">
                  <c:v>0.16304</c:v>
                </c:pt>
                <c:pt idx="183">
                  <c:v>0.16181</c:v>
                </c:pt>
                <c:pt idx="184">
                  <c:v>0.15941</c:v>
                </c:pt>
                <c:pt idx="185">
                  <c:v>0.15589</c:v>
                </c:pt>
                <c:pt idx="186">
                  <c:v>0.15162</c:v>
                </c:pt>
                <c:pt idx="187">
                  <c:v>0.14719</c:v>
                </c:pt>
                <c:pt idx="188">
                  <c:v>0.14293</c:v>
                </c:pt>
                <c:pt idx="189">
                  <c:v>0.13866</c:v>
                </c:pt>
                <c:pt idx="190">
                  <c:v>0.1341</c:v>
                </c:pt>
                <c:pt idx="191">
                  <c:v>0.12949</c:v>
                </c:pt>
                <c:pt idx="192">
                  <c:v>0.12554</c:v>
                </c:pt>
                <c:pt idx="193">
                  <c:v>0.12155</c:v>
                </c:pt>
                <c:pt idx="194">
                  <c:v>0.11727</c:v>
                </c:pt>
                <c:pt idx="195">
                  <c:v>0.11286</c:v>
                </c:pt>
                <c:pt idx="196">
                  <c:v>0.10871</c:v>
                </c:pt>
                <c:pt idx="197">
                  <c:v>0.10471</c:v>
                </c:pt>
                <c:pt idx="198">
                  <c:v>0.10076</c:v>
                </c:pt>
                <c:pt idx="199">
                  <c:v>0.09696</c:v>
                </c:pt>
                <c:pt idx="200">
                  <c:v>0.09405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0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D2B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D2B"/>
                </a:solidFill>
                <a:latin typeface="+mj-lt"/>
              </a:rPr>
              <a:t>Reflectance difference D - 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11 Feb</c:v>
                </c:pt>
              </c:strCache>
            </c:strRef>
          </c:tx>
          <c:spPr>
            <a:solidFill>
              <a:srgbClr val="2A6FB0"/>
            </a:solidFill>
            <a:ln w="25400" cap="flat">
              <a:solidFill>
                <a:srgbClr val="2A6FB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6FB0"/>
              </a:solidFill>
              <a:ln w="9525" cap="flat">
                <a:solidFill>
                  <a:srgbClr val="2A6FB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Sheet1!$A$2:$A$202</c:f>
              <c:multiLvlStrCache>
                <c:ptCount val="201"/>
                <c:lvl>
                  <c:pt idx="0">
                    <c:v>400</c:v>
                  </c:pt>
                  <c:pt idx="1">
                    <c:v>410</c:v>
                  </c:pt>
                  <c:pt idx="2">
                    <c:v>420</c:v>
                  </c:pt>
                  <c:pt idx="3">
                    <c:v>430</c:v>
                  </c:pt>
                  <c:pt idx="4">
                    <c:v>440</c:v>
                  </c:pt>
                  <c:pt idx="5">
                    <c:v>450</c:v>
                  </c:pt>
                  <c:pt idx="6">
                    <c:v>460</c:v>
                  </c:pt>
                  <c:pt idx="7">
                    <c:v>470</c:v>
                  </c:pt>
                  <c:pt idx="8">
                    <c:v>480</c:v>
                  </c:pt>
                  <c:pt idx="9">
                    <c:v>490</c:v>
                  </c:pt>
                  <c:pt idx="10">
                    <c:v>500</c:v>
                  </c:pt>
                  <c:pt idx="11">
                    <c:v>510</c:v>
                  </c:pt>
                  <c:pt idx="12">
                    <c:v>520</c:v>
                  </c:pt>
                  <c:pt idx="13">
                    <c:v>530</c:v>
                  </c:pt>
                  <c:pt idx="14">
                    <c:v>540</c:v>
                  </c:pt>
                  <c:pt idx="15">
                    <c:v>550</c:v>
                  </c:pt>
                  <c:pt idx="16">
                    <c:v>560</c:v>
                  </c:pt>
                  <c:pt idx="17">
                    <c:v>570</c:v>
                  </c:pt>
                  <c:pt idx="18">
                    <c:v>580</c:v>
                  </c:pt>
                  <c:pt idx="19">
                    <c:v>590</c:v>
                  </c:pt>
                  <c:pt idx="20">
                    <c:v>600</c:v>
                  </c:pt>
                  <c:pt idx="21">
                    <c:v>610</c:v>
                  </c:pt>
                  <c:pt idx="22">
                    <c:v>620</c:v>
                  </c:pt>
                  <c:pt idx="23">
                    <c:v>630</c:v>
                  </c:pt>
                  <c:pt idx="24">
                    <c:v>640</c:v>
                  </c:pt>
                  <c:pt idx="25">
                    <c:v>650</c:v>
                  </c:pt>
                  <c:pt idx="26">
                    <c:v>660</c:v>
                  </c:pt>
                  <c:pt idx="27">
                    <c:v>670</c:v>
                  </c:pt>
                  <c:pt idx="28">
                    <c:v>680</c:v>
                  </c:pt>
                  <c:pt idx="29">
                    <c:v>690</c:v>
                  </c:pt>
                  <c:pt idx="30">
                    <c:v>700</c:v>
                  </c:pt>
                  <c:pt idx="31">
                    <c:v>710</c:v>
                  </c:pt>
                  <c:pt idx="32">
                    <c:v>720</c:v>
                  </c:pt>
                  <c:pt idx="33">
                    <c:v>730</c:v>
                  </c:pt>
                  <c:pt idx="34">
                    <c:v>740</c:v>
                  </c:pt>
                  <c:pt idx="35">
                    <c:v>750</c:v>
                  </c:pt>
                  <c:pt idx="36">
                    <c:v>760</c:v>
                  </c:pt>
                  <c:pt idx="37">
                    <c:v>770</c:v>
                  </c:pt>
                  <c:pt idx="38">
                    <c:v>780</c:v>
                  </c:pt>
                  <c:pt idx="39">
                    <c:v>790</c:v>
                  </c:pt>
                  <c:pt idx="40">
                    <c:v>800</c:v>
                  </c:pt>
                  <c:pt idx="41">
                    <c:v>810</c:v>
                  </c:pt>
                  <c:pt idx="42">
                    <c:v>820</c:v>
                  </c:pt>
                  <c:pt idx="43">
                    <c:v>830</c:v>
                  </c:pt>
                  <c:pt idx="44">
                    <c:v>840</c:v>
                  </c:pt>
                  <c:pt idx="45">
                    <c:v>850</c:v>
                  </c:pt>
                  <c:pt idx="46">
                    <c:v>860</c:v>
                  </c:pt>
                  <c:pt idx="47">
                    <c:v>870</c:v>
                  </c:pt>
                  <c:pt idx="48">
                    <c:v>880</c:v>
                  </c:pt>
                  <c:pt idx="49">
                    <c:v>890</c:v>
                  </c:pt>
                  <c:pt idx="50">
                    <c:v>900</c:v>
                  </c:pt>
                  <c:pt idx="51">
                    <c:v>910</c:v>
                  </c:pt>
                  <c:pt idx="52">
                    <c:v>920</c:v>
                  </c:pt>
                  <c:pt idx="53">
                    <c:v>930</c:v>
                  </c:pt>
                  <c:pt idx="54">
                    <c:v>940</c:v>
                  </c:pt>
                  <c:pt idx="55">
                    <c:v>950</c:v>
                  </c:pt>
                  <c:pt idx="56">
                    <c:v>960</c:v>
                  </c:pt>
                  <c:pt idx="57">
                    <c:v>970</c:v>
                  </c:pt>
                  <c:pt idx="58">
                    <c:v>980</c:v>
                  </c:pt>
                  <c:pt idx="59">
                    <c:v>990</c:v>
                  </c:pt>
                  <c:pt idx="60">
                    <c:v>1000</c:v>
                  </c:pt>
                  <c:pt idx="61">
                    <c:v>1010</c:v>
                  </c:pt>
                  <c:pt idx="62">
                    <c:v>1020</c:v>
                  </c:pt>
                  <c:pt idx="63">
                    <c:v>1030</c:v>
                  </c:pt>
                  <c:pt idx="64">
                    <c:v>1040</c:v>
                  </c:pt>
                  <c:pt idx="65">
                    <c:v>1050</c:v>
                  </c:pt>
                  <c:pt idx="66">
                    <c:v>1060</c:v>
                  </c:pt>
                  <c:pt idx="67">
                    <c:v>1070</c:v>
                  </c:pt>
                  <c:pt idx="68">
                    <c:v>1080</c:v>
                  </c:pt>
                  <c:pt idx="69">
                    <c:v>1090</c:v>
                  </c:pt>
                  <c:pt idx="70">
                    <c:v>1100</c:v>
                  </c:pt>
                  <c:pt idx="71">
                    <c:v>1110</c:v>
                  </c:pt>
                  <c:pt idx="72">
                    <c:v>1120</c:v>
                  </c:pt>
                  <c:pt idx="73">
                    <c:v>1130</c:v>
                  </c:pt>
                  <c:pt idx="74">
                    <c:v>1140</c:v>
                  </c:pt>
                  <c:pt idx="75">
                    <c:v>1150</c:v>
                  </c:pt>
                  <c:pt idx="76">
                    <c:v>1160</c:v>
                  </c:pt>
                  <c:pt idx="77">
                    <c:v>1170</c:v>
                  </c:pt>
                  <c:pt idx="78">
                    <c:v>1180</c:v>
                  </c:pt>
                  <c:pt idx="79">
                    <c:v>1190</c:v>
                  </c:pt>
                  <c:pt idx="80">
                    <c:v>1200</c:v>
                  </c:pt>
                  <c:pt idx="81">
                    <c:v>1210</c:v>
                  </c:pt>
                  <c:pt idx="82">
                    <c:v>1220</c:v>
                  </c:pt>
                  <c:pt idx="83">
                    <c:v>1230</c:v>
                  </c:pt>
                  <c:pt idx="84">
                    <c:v>1240</c:v>
                  </c:pt>
                  <c:pt idx="85">
                    <c:v>1250</c:v>
                  </c:pt>
                  <c:pt idx="86">
                    <c:v>1260</c:v>
                  </c:pt>
                  <c:pt idx="87">
                    <c:v>1270</c:v>
                  </c:pt>
                  <c:pt idx="88">
                    <c:v>1280</c:v>
                  </c:pt>
                  <c:pt idx="89">
                    <c:v>1290</c:v>
                  </c:pt>
                  <c:pt idx="90">
                    <c:v>1300</c:v>
                  </c:pt>
                  <c:pt idx="91">
                    <c:v>1310</c:v>
                  </c:pt>
                  <c:pt idx="92">
                    <c:v>1320</c:v>
                  </c:pt>
                  <c:pt idx="93">
                    <c:v>1330</c:v>
                  </c:pt>
                  <c:pt idx="94">
                    <c:v>1340</c:v>
                  </c:pt>
                  <c:pt idx="95">
                    <c:v>1350</c:v>
                  </c:pt>
                  <c:pt idx="96">
                    <c:v>1360</c:v>
                  </c:pt>
                  <c:pt idx="97">
                    <c:v>1370</c:v>
                  </c:pt>
                  <c:pt idx="98">
                    <c:v>1380</c:v>
                  </c:pt>
                  <c:pt idx="99">
                    <c:v>1390</c:v>
                  </c:pt>
                  <c:pt idx="100">
                    <c:v>1400</c:v>
                  </c:pt>
                  <c:pt idx="101">
                    <c:v>1410</c:v>
                  </c:pt>
                  <c:pt idx="102">
                    <c:v>1420</c:v>
                  </c:pt>
                  <c:pt idx="103">
                    <c:v>1430</c:v>
                  </c:pt>
                  <c:pt idx="104">
                    <c:v>1440</c:v>
                  </c:pt>
                  <c:pt idx="105">
                    <c:v>1450</c:v>
                  </c:pt>
                  <c:pt idx="106">
                    <c:v>1460</c:v>
                  </c:pt>
                  <c:pt idx="107">
                    <c:v>1470</c:v>
                  </c:pt>
                  <c:pt idx="108">
                    <c:v>1480</c:v>
                  </c:pt>
                  <c:pt idx="109">
                    <c:v>1490</c:v>
                  </c:pt>
                  <c:pt idx="110">
                    <c:v>1500</c:v>
                  </c:pt>
                  <c:pt idx="111">
                    <c:v>1510</c:v>
                  </c:pt>
                  <c:pt idx="112">
                    <c:v>1520</c:v>
                  </c:pt>
                  <c:pt idx="113">
                    <c:v>1530</c:v>
                  </c:pt>
                  <c:pt idx="114">
                    <c:v>1540</c:v>
                  </c:pt>
                  <c:pt idx="115">
                    <c:v>1550</c:v>
                  </c:pt>
                  <c:pt idx="116">
                    <c:v>1560</c:v>
                  </c:pt>
                  <c:pt idx="117">
                    <c:v>1570</c:v>
                  </c:pt>
                  <c:pt idx="118">
                    <c:v>1580</c:v>
                  </c:pt>
                  <c:pt idx="119">
                    <c:v>1590</c:v>
                  </c:pt>
                  <c:pt idx="120">
                    <c:v>1600</c:v>
                  </c:pt>
                  <c:pt idx="121">
                    <c:v>1610</c:v>
                  </c:pt>
                  <c:pt idx="122">
                    <c:v>1620</c:v>
                  </c:pt>
                  <c:pt idx="123">
                    <c:v>1630</c:v>
                  </c:pt>
                  <c:pt idx="124">
                    <c:v>1640</c:v>
                  </c:pt>
                  <c:pt idx="125">
                    <c:v>1650</c:v>
                  </c:pt>
                  <c:pt idx="126">
                    <c:v>1660</c:v>
                  </c:pt>
                  <c:pt idx="127">
                    <c:v>1670</c:v>
                  </c:pt>
                  <c:pt idx="128">
                    <c:v>1680</c:v>
                  </c:pt>
                  <c:pt idx="129">
                    <c:v>1690</c:v>
                  </c:pt>
                  <c:pt idx="130">
                    <c:v>1700</c:v>
                  </c:pt>
                  <c:pt idx="131">
                    <c:v>1710</c:v>
                  </c:pt>
                  <c:pt idx="132">
                    <c:v>1720</c:v>
                  </c:pt>
                  <c:pt idx="133">
                    <c:v>1730</c:v>
                  </c:pt>
                  <c:pt idx="134">
                    <c:v>1740</c:v>
                  </c:pt>
                  <c:pt idx="135">
                    <c:v>1750</c:v>
                  </c:pt>
                  <c:pt idx="136">
                    <c:v>1760</c:v>
                  </c:pt>
                  <c:pt idx="137">
                    <c:v>1770</c:v>
                  </c:pt>
                  <c:pt idx="138">
                    <c:v>1780</c:v>
                  </c:pt>
                  <c:pt idx="139">
                    <c:v>1790</c:v>
                  </c:pt>
                  <c:pt idx="140">
                    <c:v>1800</c:v>
                  </c:pt>
                  <c:pt idx="141">
                    <c:v>1810</c:v>
                  </c:pt>
                  <c:pt idx="142">
                    <c:v>1820</c:v>
                  </c:pt>
                  <c:pt idx="143">
                    <c:v>1830</c:v>
                  </c:pt>
                  <c:pt idx="144">
                    <c:v>1840</c:v>
                  </c:pt>
                  <c:pt idx="145">
                    <c:v>1850</c:v>
                  </c:pt>
                  <c:pt idx="146">
                    <c:v>1860</c:v>
                  </c:pt>
                  <c:pt idx="147">
                    <c:v>1870</c:v>
                  </c:pt>
                  <c:pt idx="148">
                    <c:v>1880</c:v>
                  </c:pt>
                  <c:pt idx="149">
                    <c:v>1890</c:v>
                  </c:pt>
                  <c:pt idx="150">
                    <c:v>1900</c:v>
                  </c:pt>
                  <c:pt idx="151">
                    <c:v>1910</c:v>
                  </c:pt>
                  <c:pt idx="152">
                    <c:v>1920</c:v>
                  </c:pt>
                  <c:pt idx="153">
                    <c:v>1930</c:v>
                  </c:pt>
                  <c:pt idx="154">
                    <c:v>1940</c:v>
                  </c:pt>
                  <c:pt idx="155">
                    <c:v>1950</c:v>
                  </c:pt>
                  <c:pt idx="156">
                    <c:v>1960</c:v>
                  </c:pt>
                  <c:pt idx="157">
                    <c:v>1970</c:v>
                  </c:pt>
                  <c:pt idx="158">
                    <c:v>1980</c:v>
                  </c:pt>
                  <c:pt idx="159">
                    <c:v>1990</c:v>
                  </c:pt>
                  <c:pt idx="160">
                    <c:v>2000</c:v>
                  </c:pt>
                  <c:pt idx="161">
                    <c:v>2010</c:v>
                  </c:pt>
                  <c:pt idx="162">
                    <c:v>2020</c:v>
                  </c:pt>
                  <c:pt idx="163">
                    <c:v>2030</c:v>
                  </c:pt>
                  <c:pt idx="164">
                    <c:v>2040</c:v>
                  </c:pt>
                  <c:pt idx="165">
                    <c:v>2050</c:v>
                  </c:pt>
                  <c:pt idx="166">
                    <c:v>2060</c:v>
                  </c:pt>
                  <c:pt idx="167">
                    <c:v>2070</c:v>
                  </c:pt>
                  <c:pt idx="168">
                    <c:v>2080</c:v>
                  </c:pt>
                  <c:pt idx="169">
                    <c:v>2090</c:v>
                  </c:pt>
                  <c:pt idx="170">
                    <c:v>2100</c:v>
                  </c:pt>
                  <c:pt idx="171">
                    <c:v>2110</c:v>
                  </c:pt>
                  <c:pt idx="172">
                    <c:v>2120</c:v>
                  </c:pt>
                  <c:pt idx="173">
                    <c:v>2130</c:v>
                  </c:pt>
                  <c:pt idx="174">
                    <c:v>2140</c:v>
                  </c:pt>
                  <c:pt idx="175">
                    <c:v>2150</c:v>
                  </c:pt>
                  <c:pt idx="176">
                    <c:v>2160</c:v>
                  </c:pt>
                  <c:pt idx="177">
                    <c:v>2170</c:v>
                  </c:pt>
                  <c:pt idx="178">
                    <c:v>2180</c:v>
                  </c:pt>
                  <c:pt idx="179">
                    <c:v>2190</c:v>
                  </c:pt>
                  <c:pt idx="180">
                    <c:v>2200</c:v>
                  </c:pt>
                  <c:pt idx="181">
                    <c:v>2210</c:v>
                  </c:pt>
                  <c:pt idx="182">
                    <c:v>2220</c:v>
                  </c:pt>
                  <c:pt idx="183">
                    <c:v>2230</c:v>
                  </c:pt>
                  <c:pt idx="184">
                    <c:v>2240</c:v>
                  </c:pt>
                  <c:pt idx="185">
                    <c:v>2250</c:v>
                  </c:pt>
                  <c:pt idx="186">
                    <c:v>2260</c:v>
                  </c:pt>
                  <c:pt idx="187">
                    <c:v>2270</c:v>
                  </c:pt>
                  <c:pt idx="188">
                    <c:v>2280</c:v>
                  </c:pt>
                  <c:pt idx="189">
                    <c:v>2290</c:v>
                  </c:pt>
                  <c:pt idx="190">
                    <c:v>2300</c:v>
                  </c:pt>
                  <c:pt idx="191">
                    <c:v>2310</c:v>
                  </c:pt>
                  <c:pt idx="192">
                    <c:v>2320</c:v>
                  </c:pt>
                  <c:pt idx="193">
                    <c:v>2330</c:v>
                  </c:pt>
                  <c:pt idx="194">
                    <c:v>2340</c:v>
                  </c:pt>
                  <c:pt idx="195">
                    <c:v>2350</c:v>
                  </c:pt>
                  <c:pt idx="196">
                    <c:v>2360</c:v>
                  </c:pt>
                  <c:pt idx="197">
                    <c:v>2370</c:v>
                  </c:pt>
                  <c:pt idx="198">
                    <c:v>2380</c:v>
                  </c:pt>
                  <c:pt idx="199">
                    <c:v>2390</c:v>
                  </c:pt>
                  <c:pt idx="200">
                    <c:v>2400</c:v>
                  </c:pt>
                </c:lvl>
              </c:multiLvlStrCache>
            </c:multiLvlStrRef>
          </c:cat>
          <c:val>
            <c:numRef>
              <c:f>Sheet1!$B$2:$B$202</c:f>
              <c:numCache>
                <c:formatCode>General</c:formatCode>
                <c:ptCount val="201"/>
                <c:pt idx="0">
                  <c:v>-0.00677</c:v>
                </c:pt>
                <c:pt idx="1">
                  <c:v>-0.00727</c:v>
                </c:pt>
                <c:pt idx="2">
                  <c:v>-0.0073</c:v>
                </c:pt>
                <c:pt idx="3">
                  <c:v>-0.00742</c:v>
                </c:pt>
                <c:pt idx="4">
                  <c:v>-0.00734</c:v>
                </c:pt>
                <c:pt idx="5">
                  <c:v>-0.007</c:v>
                </c:pt>
                <c:pt idx="6">
                  <c:v>-0.00683</c:v>
                </c:pt>
                <c:pt idx="7">
                  <c:v>-0.0066</c:v>
                </c:pt>
                <c:pt idx="8">
                  <c:v>-0.00629</c:v>
                </c:pt>
                <c:pt idx="9">
                  <c:v>-0.00597</c:v>
                </c:pt>
                <c:pt idx="10">
                  <c:v>-0.00577</c:v>
                </c:pt>
                <c:pt idx="11">
                  <c:v>-0.0061</c:v>
                </c:pt>
                <c:pt idx="12">
                  <c:v>-0.00738</c:v>
                </c:pt>
                <c:pt idx="13">
                  <c:v>-0.00946</c:v>
                </c:pt>
                <c:pt idx="14">
                  <c:v>-0.01058</c:v>
                </c:pt>
                <c:pt idx="15">
                  <c:v>-0.01064</c:v>
                </c:pt>
                <c:pt idx="16">
                  <c:v>-0.01</c:v>
                </c:pt>
                <c:pt idx="17">
                  <c:v>-0.00852</c:v>
                </c:pt>
                <c:pt idx="18">
                  <c:v>-0.00683</c:v>
                </c:pt>
                <c:pt idx="19">
                  <c:v>-0.00584</c:v>
                </c:pt>
                <c:pt idx="20">
                  <c:v>-0.00539</c:v>
                </c:pt>
                <c:pt idx="21">
                  <c:v>-0.00474</c:v>
                </c:pt>
                <c:pt idx="22">
                  <c:v>-0.00394</c:v>
                </c:pt>
                <c:pt idx="23">
                  <c:v>-0.00359</c:v>
                </c:pt>
                <c:pt idx="24">
                  <c:v>-0.00356</c:v>
                </c:pt>
                <c:pt idx="25">
                  <c:v>-0.00322</c:v>
                </c:pt>
                <c:pt idx="26">
                  <c:v>-0.00266</c:v>
                </c:pt>
                <c:pt idx="27">
                  <c:v>-0.00228</c:v>
                </c:pt>
                <c:pt idx="28">
                  <c:v>-0.00217</c:v>
                </c:pt>
                <c:pt idx="29">
                  <c:v>-0.00218</c:v>
                </c:pt>
                <c:pt idx="30">
                  <c:v>-0.00398</c:v>
                </c:pt>
                <c:pt idx="31">
                  <c:v>-0.00728</c:v>
                </c:pt>
                <c:pt idx="32">
                  <c:v>-0.01014</c:v>
                </c:pt>
                <c:pt idx="33">
                  <c:v>-0.01217</c:v>
                </c:pt>
                <c:pt idx="34">
                  <c:v>-0.01306</c:v>
                </c:pt>
                <c:pt idx="35">
                  <c:v>-0.01325</c:v>
                </c:pt>
                <c:pt idx="36">
                  <c:v>-0.0132</c:v>
                </c:pt>
                <c:pt idx="37">
                  <c:v>-0.01298</c:v>
                </c:pt>
                <c:pt idx="38">
                  <c:v>-0.01281</c:v>
                </c:pt>
                <c:pt idx="39">
                  <c:v>-0.0126</c:v>
                </c:pt>
                <c:pt idx="40">
                  <c:v>-0.01236</c:v>
                </c:pt>
                <c:pt idx="41">
                  <c:v>-0.01217</c:v>
                </c:pt>
                <c:pt idx="42">
                  <c:v>-0.01193</c:v>
                </c:pt>
                <c:pt idx="43">
                  <c:v>-0.01166</c:v>
                </c:pt>
                <c:pt idx="44">
                  <c:v>-0.01134</c:v>
                </c:pt>
                <c:pt idx="45">
                  <c:v>-0.01103</c:v>
                </c:pt>
                <c:pt idx="46">
                  <c:v>-0.01067</c:v>
                </c:pt>
                <c:pt idx="47">
                  <c:v>-0.01036</c:v>
                </c:pt>
                <c:pt idx="48">
                  <c:v>-0.01</c:v>
                </c:pt>
                <c:pt idx="49">
                  <c:v>-0.00963</c:v>
                </c:pt>
                <c:pt idx="50">
                  <c:v>-0.00931</c:v>
                </c:pt>
                <c:pt idx="51">
                  <c:v>-0.00895</c:v>
                </c:pt>
                <c:pt idx="52">
                  <c:v>-0.00865</c:v>
                </c:pt>
                <c:pt idx="53">
                  <c:v>-0.0082</c:v>
                </c:pt>
                <c:pt idx="54">
                  <c:v>-0.00777</c:v>
                </c:pt>
                <c:pt idx="55">
                  <c:v>-0.00721</c:v>
                </c:pt>
                <c:pt idx="56">
                  <c:v>-0.00657</c:v>
                </c:pt>
                <c:pt idx="57">
                  <c:v>-0.0061</c:v>
                </c:pt>
                <c:pt idx="58">
                  <c:v>-0.00576</c:v>
                </c:pt>
                <c:pt idx="59">
                  <c:v>-0.00543</c:v>
                </c:pt>
                <c:pt idx="60">
                  <c:v>-0.00521</c:v>
                </c:pt>
                <c:pt idx="61">
                  <c:v>-0.00522</c:v>
                </c:pt>
                <c:pt idx="62">
                  <c:v>-0.00516</c:v>
                </c:pt>
                <c:pt idx="63">
                  <c:v>-0.00518</c:v>
                </c:pt>
                <c:pt idx="64">
                  <c:v>-0.00528</c:v>
                </c:pt>
                <c:pt idx="65">
                  <c:v>-0.00543</c:v>
                </c:pt>
                <c:pt idx="66">
                  <c:v>-0.00549</c:v>
                </c:pt>
                <c:pt idx="67">
                  <c:v>-0.00546</c:v>
                </c:pt>
                <c:pt idx="68">
                  <c:v>-0.00536</c:v>
                </c:pt>
                <c:pt idx="69">
                  <c:v>-0.00517</c:v>
                </c:pt>
                <c:pt idx="70">
                  <c:v>-0.00491</c:v>
                </c:pt>
                <c:pt idx="71">
                  <c:v>-0.00465</c:v>
                </c:pt>
                <c:pt idx="72">
                  <c:v>-0.00429</c:v>
                </c:pt>
                <c:pt idx="73">
                  <c:v>-0.00392</c:v>
                </c:pt>
                <c:pt idx="74">
                  <c:v>-0.0033</c:v>
                </c:pt>
                <c:pt idx="75">
                  <c:v>-0.00266</c:v>
                </c:pt>
                <c:pt idx="76">
                  <c:v>-0.0022</c:v>
                </c:pt>
                <c:pt idx="77">
                  <c:v>-0.00191</c:v>
                </c:pt>
                <c:pt idx="78">
                  <c:v>-0.00164</c:v>
                </c:pt>
                <c:pt idx="79">
                  <c:v>-0.00122</c:v>
                </c:pt>
                <c:pt idx="80">
                  <c:v>-0.00097</c:v>
                </c:pt>
                <c:pt idx="81">
                  <c:v>-0.00088</c:v>
                </c:pt>
                <c:pt idx="82">
                  <c:v>-0.00085</c:v>
                </c:pt>
                <c:pt idx="83">
                  <c:v>-0.00099</c:v>
                </c:pt>
                <c:pt idx="84">
                  <c:v>-0.00104</c:v>
                </c:pt>
                <c:pt idx="85">
                  <c:v>-0.00103</c:v>
                </c:pt>
                <c:pt idx="86">
                  <c:v>-0.00109</c:v>
                </c:pt>
                <c:pt idx="87">
                  <c:v>-0.00116</c:v>
                </c:pt>
                <c:pt idx="88">
                  <c:v>-0.00112</c:v>
                </c:pt>
                <c:pt idx="89">
                  <c:v>-0.00091</c:v>
                </c:pt>
                <c:pt idx="90">
                  <c:v>-0.00064</c:v>
                </c:pt>
                <c:pt idx="91">
                  <c:v>-0.00009</c:v>
                </c:pt>
                <c:pt idx="92">
                  <c:v>0.0004</c:v>
                </c:pt>
                <c:pt idx="93">
                  <c:v>0.00082</c:v>
                </c:pt>
                <c:pt idx="94">
                  <c:v>0.0013</c:v>
                </c:pt>
                <c:pt idx="95">
                  <c:v>0.00226</c:v>
                </c:pt>
                <c:pt idx="96">
                  <c:v>0.00318</c:v>
                </c:pt>
                <c:pt idx="97">
                  <c:v>0.00295</c:v>
                </c:pt>
                <c:pt idx="98">
                  <c:v>0.003</c:v>
                </c:pt>
                <c:pt idx="99">
                  <c:v>0.00272</c:v>
                </c:pt>
                <c:pt idx="100">
                  <c:v>0.00236</c:v>
                </c:pt>
                <c:pt idx="101">
                  <c:v>0.002</c:v>
                </c:pt>
                <c:pt idx="102">
                  <c:v>0.00173</c:v>
                </c:pt>
                <c:pt idx="103">
                  <c:v>0.00168</c:v>
                </c:pt>
                <c:pt idx="104">
                  <c:v>0.00177</c:v>
                </c:pt>
                <c:pt idx="105">
                  <c:v>0.00189</c:v>
                </c:pt>
                <c:pt idx="106">
                  <c:v>0.00205</c:v>
                </c:pt>
                <c:pt idx="107">
                  <c:v>0.00233</c:v>
                </c:pt>
                <c:pt idx="108">
                  <c:v>0.0027</c:v>
                </c:pt>
                <c:pt idx="109">
                  <c:v>0.00311</c:v>
                </c:pt>
                <c:pt idx="110">
                  <c:v>0.00351</c:v>
                </c:pt>
                <c:pt idx="111">
                  <c:v>0.00385</c:v>
                </c:pt>
                <c:pt idx="112">
                  <c:v>0.0041</c:v>
                </c:pt>
                <c:pt idx="113">
                  <c:v>0.00429</c:v>
                </c:pt>
                <c:pt idx="114">
                  <c:v>0.00442</c:v>
                </c:pt>
                <c:pt idx="115">
                  <c:v>0.00447</c:v>
                </c:pt>
                <c:pt idx="116">
                  <c:v>0.00439</c:v>
                </c:pt>
                <c:pt idx="117">
                  <c:v>0.00433</c:v>
                </c:pt>
                <c:pt idx="118">
                  <c:v>0.00431</c:v>
                </c:pt>
                <c:pt idx="119">
                  <c:v>0.00426</c:v>
                </c:pt>
                <c:pt idx="120">
                  <c:v>0.00419</c:v>
                </c:pt>
                <c:pt idx="121">
                  <c:v>0.00417</c:v>
                </c:pt>
                <c:pt idx="122">
                  <c:v>0.0042</c:v>
                </c:pt>
                <c:pt idx="123">
                  <c:v>0.00427</c:v>
                </c:pt>
                <c:pt idx="124">
                  <c:v>0.00431</c:v>
                </c:pt>
                <c:pt idx="125">
                  <c:v>0.00432</c:v>
                </c:pt>
                <c:pt idx="126">
                  <c:v>0.00432</c:v>
                </c:pt>
                <c:pt idx="127">
                  <c:v>0.00442</c:v>
                </c:pt>
                <c:pt idx="128">
                  <c:v>0.00462</c:v>
                </c:pt>
                <c:pt idx="129">
                  <c:v>0.00499</c:v>
                </c:pt>
                <c:pt idx="130">
                  <c:v>0.00545</c:v>
                </c:pt>
                <c:pt idx="131">
                  <c:v>0.00586</c:v>
                </c:pt>
                <c:pt idx="132">
                  <c:v>0.00607</c:v>
                </c:pt>
                <c:pt idx="133">
                  <c:v>0.00559</c:v>
                </c:pt>
                <c:pt idx="134">
                  <c:v>0.00515</c:v>
                </c:pt>
                <c:pt idx="135">
                  <c:v>0.00537</c:v>
                </c:pt>
                <c:pt idx="136">
                  <c:v>0.00535</c:v>
                </c:pt>
                <c:pt idx="137">
                  <c:v>0.00491</c:v>
                </c:pt>
                <c:pt idx="138">
                  <c:v>0.00463</c:v>
                </c:pt>
                <c:pt idx="139">
                  <c:v>0.00457</c:v>
                </c:pt>
                <c:pt idx="140">
                  <c:v>0.00466</c:v>
                </c:pt>
                <c:pt idx="141">
                  <c:v>0.00477</c:v>
                </c:pt>
                <c:pt idx="142">
                  <c:v>0.00597</c:v>
                </c:pt>
                <c:pt idx="143">
                  <c:v>0.00661</c:v>
                </c:pt>
                <c:pt idx="144">
                  <c:v>0.00682</c:v>
                </c:pt>
                <c:pt idx="145">
                  <c:v>0.00636</c:v>
                </c:pt>
                <c:pt idx="146">
                  <c:v>0.00566</c:v>
                </c:pt>
                <c:pt idx="147">
                  <c:v>0.00481</c:v>
                </c:pt>
                <c:pt idx="148">
                  <c:v>0.00295</c:v>
                </c:pt>
                <c:pt idx="149">
                  <c:v>0.00126</c:v>
                </c:pt>
                <c:pt idx="150">
                  <c:v>0.0001</c:v>
                </c:pt>
                <c:pt idx="151">
                  <c:v>-0.00081</c:v>
                </c:pt>
                <c:pt idx="152">
                  <c:v>-0.00132</c:v>
                </c:pt>
                <c:pt idx="153">
                  <c:v>-0.00147</c:v>
                </c:pt>
                <c:pt idx="154">
                  <c:v>-0.00134</c:v>
                </c:pt>
                <c:pt idx="155">
                  <c:v>-0.00108</c:v>
                </c:pt>
                <c:pt idx="156">
                  <c:v>-0.00076</c:v>
                </c:pt>
                <c:pt idx="157">
                  <c:v>-0.00038</c:v>
                </c:pt>
                <c:pt idx="158">
                  <c:v>0.00007</c:v>
                </c:pt>
                <c:pt idx="159">
                  <c:v>0.0005</c:v>
                </c:pt>
                <c:pt idx="160">
                  <c:v>0.00094</c:v>
                </c:pt>
                <c:pt idx="161">
                  <c:v>0.00135</c:v>
                </c:pt>
                <c:pt idx="162">
                  <c:v>0.00175</c:v>
                </c:pt>
                <c:pt idx="163">
                  <c:v>0.00212</c:v>
                </c:pt>
                <c:pt idx="164">
                  <c:v>0.00242</c:v>
                </c:pt>
                <c:pt idx="165">
                  <c:v>0.0027</c:v>
                </c:pt>
                <c:pt idx="166">
                  <c:v>0.003</c:v>
                </c:pt>
                <c:pt idx="167">
                  <c:v>0.0033</c:v>
                </c:pt>
                <c:pt idx="168">
                  <c:v>0.00358</c:v>
                </c:pt>
                <c:pt idx="169">
                  <c:v>0.00379</c:v>
                </c:pt>
                <c:pt idx="170">
                  <c:v>0.00398</c:v>
                </c:pt>
                <c:pt idx="171">
                  <c:v>0.00419</c:v>
                </c:pt>
                <c:pt idx="172">
                  <c:v>0.00441</c:v>
                </c:pt>
                <c:pt idx="173">
                  <c:v>0.00463</c:v>
                </c:pt>
                <c:pt idx="174">
                  <c:v>0.00479</c:v>
                </c:pt>
                <c:pt idx="175">
                  <c:v>0.00491</c:v>
                </c:pt>
                <c:pt idx="176">
                  <c:v>0.00499</c:v>
                </c:pt>
                <c:pt idx="177">
                  <c:v>0.00502</c:v>
                </c:pt>
                <c:pt idx="178">
                  <c:v>0.00505</c:v>
                </c:pt>
                <c:pt idx="179">
                  <c:v>0.00511</c:v>
                </c:pt>
                <c:pt idx="180">
                  <c:v>0.00523</c:v>
                </c:pt>
                <c:pt idx="181">
                  <c:v>0.00538</c:v>
                </c:pt>
                <c:pt idx="182">
                  <c:v>0.00552</c:v>
                </c:pt>
                <c:pt idx="183">
                  <c:v>0.00566</c:v>
                </c:pt>
                <c:pt idx="184">
                  <c:v>0.00582</c:v>
                </c:pt>
                <c:pt idx="185">
                  <c:v>0.00616</c:v>
                </c:pt>
                <c:pt idx="186">
                  <c:v>0.00673</c:v>
                </c:pt>
                <c:pt idx="187">
                  <c:v>0.00744</c:v>
                </c:pt>
                <c:pt idx="188">
                  <c:v>0.00805</c:v>
                </c:pt>
                <c:pt idx="189">
                  <c:v>0.00882</c:v>
                </c:pt>
                <c:pt idx="190">
                  <c:v>0.00988</c:v>
                </c:pt>
                <c:pt idx="191">
                  <c:v>0.00945</c:v>
                </c:pt>
                <c:pt idx="192">
                  <c:v>0.00802</c:v>
                </c:pt>
                <c:pt idx="193">
                  <c:v>0.00769</c:v>
                </c:pt>
                <c:pt idx="194">
                  <c:v>0.00814</c:v>
                </c:pt>
                <c:pt idx="195">
                  <c:v>0.00794</c:v>
                </c:pt>
                <c:pt idx="196">
                  <c:v>0.007</c:v>
                </c:pt>
                <c:pt idx="197">
                  <c:v>0.00656</c:v>
                </c:pt>
                <c:pt idx="198">
                  <c:v>0.0062</c:v>
                </c:pt>
                <c:pt idx="199">
                  <c:v>0.00577</c:v>
                </c:pt>
                <c:pt idx="200">
                  <c:v>0.00543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24 Feb</c:v>
                </c:pt>
              </c:strCache>
            </c:strRef>
          </c:tx>
          <c:spPr>
            <a:solidFill>
              <a:srgbClr val="2E7D32"/>
            </a:solidFill>
            <a:ln w="25400" cap="flat">
              <a:solidFill>
                <a:srgbClr val="2E7D3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E7D32"/>
              </a:solidFill>
              <a:ln w="9525" cap="flat">
                <a:solidFill>
                  <a:srgbClr val="2E7D3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Sheet1!$A$2:$A$202</c:f>
              <c:multiLvlStrCache>
                <c:ptCount val="201"/>
                <c:lvl>
                  <c:pt idx="0">
                    <c:v>400</c:v>
                  </c:pt>
                  <c:pt idx="1">
                    <c:v>410</c:v>
                  </c:pt>
                  <c:pt idx="2">
                    <c:v>420</c:v>
                  </c:pt>
                  <c:pt idx="3">
                    <c:v>430</c:v>
                  </c:pt>
                  <c:pt idx="4">
                    <c:v>440</c:v>
                  </c:pt>
                  <c:pt idx="5">
                    <c:v>450</c:v>
                  </c:pt>
                  <c:pt idx="6">
                    <c:v>460</c:v>
                  </c:pt>
                  <c:pt idx="7">
                    <c:v>470</c:v>
                  </c:pt>
                  <c:pt idx="8">
                    <c:v>480</c:v>
                  </c:pt>
                  <c:pt idx="9">
                    <c:v>490</c:v>
                  </c:pt>
                  <c:pt idx="10">
                    <c:v>500</c:v>
                  </c:pt>
                  <c:pt idx="11">
                    <c:v>510</c:v>
                  </c:pt>
                  <c:pt idx="12">
                    <c:v>520</c:v>
                  </c:pt>
                  <c:pt idx="13">
                    <c:v>530</c:v>
                  </c:pt>
                  <c:pt idx="14">
                    <c:v>540</c:v>
                  </c:pt>
                  <c:pt idx="15">
                    <c:v>550</c:v>
                  </c:pt>
                  <c:pt idx="16">
                    <c:v>560</c:v>
                  </c:pt>
                  <c:pt idx="17">
                    <c:v>570</c:v>
                  </c:pt>
                  <c:pt idx="18">
                    <c:v>580</c:v>
                  </c:pt>
                  <c:pt idx="19">
                    <c:v>590</c:v>
                  </c:pt>
                  <c:pt idx="20">
                    <c:v>600</c:v>
                  </c:pt>
                  <c:pt idx="21">
                    <c:v>610</c:v>
                  </c:pt>
                  <c:pt idx="22">
                    <c:v>620</c:v>
                  </c:pt>
                  <c:pt idx="23">
                    <c:v>630</c:v>
                  </c:pt>
                  <c:pt idx="24">
                    <c:v>640</c:v>
                  </c:pt>
                  <c:pt idx="25">
                    <c:v>650</c:v>
                  </c:pt>
                  <c:pt idx="26">
                    <c:v>660</c:v>
                  </c:pt>
                  <c:pt idx="27">
                    <c:v>670</c:v>
                  </c:pt>
                  <c:pt idx="28">
                    <c:v>680</c:v>
                  </c:pt>
                  <c:pt idx="29">
                    <c:v>690</c:v>
                  </c:pt>
                  <c:pt idx="30">
                    <c:v>700</c:v>
                  </c:pt>
                  <c:pt idx="31">
                    <c:v>710</c:v>
                  </c:pt>
                  <c:pt idx="32">
                    <c:v>720</c:v>
                  </c:pt>
                  <c:pt idx="33">
                    <c:v>730</c:v>
                  </c:pt>
                  <c:pt idx="34">
                    <c:v>740</c:v>
                  </c:pt>
                  <c:pt idx="35">
                    <c:v>750</c:v>
                  </c:pt>
                  <c:pt idx="36">
                    <c:v>760</c:v>
                  </c:pt>
                  <c:pt idx="37">
                    <c:v>770</c:v>
                  </c:pt>
                  <c:pt idx="38">
                    <c:v>780</c:v>
                  </c:pt>
                  <c:pt idx="39">
                    <c:v>790</c:v>
                  </c:pt>
                  <c:pt idx="40">
                    <c:v>800</c:v>
                  </c:pt>
                  <c:pt idx="41">
                    <c:v>810</c:v>
                  </c:pt>
                  <c:pt idx="42">
                    <c:v>820</c:v>
                  </c:pt>
                  <c:pt idx="43">
                    <c:v>830</c:v>
                  </c:pt>
                  <c:pt idx="44">
                    <c:v>840</c:v>
                  </c:pt>
                  <c:pt idx="45">
                    <c:v>850</c:v>
                  </c:pt>
                  <c:pt idx="46">
                    <c:v>860</c:v>
                  </c:pt>
                  <c:pt idx="47">
                    <c:v>870</c:v>
                  </c:pt>
                  <c:pt idx="48">
                    <c:v>880</c:v>
                  </c:pt>
                  <c:pt idx="49">
                    <c:v>890</c:v>
                  </c:pt>
                  <c:pt idx="50">
                    <c:v>900</c:v>
                  </c:pt>
                  <c:pt idx="51">
                    <c:v>910</c:v>
                  </c:pt>
                  <c:pt idx="52">
                    <c:v>920</c:v>
                  </c:pt>
                  <c:pt idx="53">
                    <c:v>930</c:v>
                  </c:pt>
                  <c:pt idx="54">
                    <c:v>940</c:v>
                  </c:pt>
                  <c:pt idx="55">
                    <c:v>950</c:v>
                  </c:pt>
                  <c:pt idx="56">
                    <c:v>960</c:v>
                  </c:pt>
                  <c:pt idx="57">
                    <c:v>970</c:v>
                  </c:pt>
                  <c:pt idx="58">
                    <c:v>980</c:v>
                  </c:pt>
                  <c:pt idx="59">
                    <c:v>990</c:v>
                  </c:pt>
                  <c:pt idx="60">
                    <c:v>1000</c:v>
                  </c:pt>
                  <c:pt idx="61">
                    <c:v>1010</c:v>
                  </c:pt>
                  <c:pt idx="62">
                    <c:v>1020</c:v>
                  </c:pt>
                  <c:pt idx="63">
                    <c:v>1030</c:v>
                  </c:pt>
                  <c:pt idx="64">
                    <c:v>1040</c:v>
                  </c:pt>
                  <c:pt idx="65">
                    <c:v>1050</c:v>
                  </c:pt>
                  <c:pt idx="66">
                    <c:v>1060</c:v>
                  </c:pt>
                  <c:pt idx="67">
                    <c:v>1070</c:v>
                  </c:pt>
                  <c:pt idx="68">
                    <c:v>1080</c:v>
                  </c:pt>
                  <c:pt idx="69">
                    <c:v>1090</c:v>
                  </c:pt>
                  <c:pt idx="70">
                    <c:v>1100</c:v>
                  </c:pt>
                  <c:pt idx="71">
                    <c:v>1110</c:v>
                  </c:pt>
                  <c:pt idx="72">
                    <c:v>1120</c:v>
                  </c:pt>
                  <c:pt idx="73">
                    <c:v>1130</c:v>
                  </c:pt>
                  <c:pt idx="74">
                    <c:v>1140</c:v>
                  </c:pt>
                  <c:pt idx="75">
                    <c:v>1150</c:v>
                  </c:pt>
                  <c:pt idx="76">
                    <c:v>1160</c:v>
                  </c:pt>
                  <c:pt idx="77">
                    <c:v>1170</c:v>
                  </c:pt>
                  <c:pt idx="78">
                    <c:v>1180</c:v>
                  </c:pt>
                  <c:pt idx="79">
                    <c:v>1190</c:v>
                  </c:pt>
                  <c:pt idx="80">
                    <c:v>1200</c:v>
                  </c:pt>
                  <c:pt idx="81">
                    <c:v>1210</c:v>
                  </c:pt>
                  <c:pt idx="82">
                    <c:v>1220</c:v>
                  </c:pt>
                  <c:pt idx="83">
                    <c:v>1230</c:v>
                  </c:pt>
                  <c:pt idx="84">
                    <c:v>1240</c:v>
                  </c:pt>
                  <c:pt idx="85">
                    <c:v>1250</c:v>
                  </c:pt>
                  <c:pt idx="86">
                    <c:v>1260</c:v>
                  </c:pt>
                  <c:pt idx="87">
                    <c:v>1270</c:v>
                  </c:pt>
                  <c:pt idx="88">
                    <c:v>1280</c:v>
                  </c:pt>
                  <c:pt idx="89">
                    <c:v>1290</c:v>
                  </c:pt>
                  <c:pt idx="90">
                    <c:v>1300</c:v>
                  </c:pt>
                  <c:pt idx="91">
                    <c:v>1310</c:v>
                  </c:pt>
                  <c:pt idx="92">
                    <c:v>1320</c:v>
                  </c:pt>
                  <c:pt idx="93">
                    <c:v>1330</c:v>
                  </c:pt>
                  <c:pt idx="94">
                    <c:v>1340</c:v>
                  </c:pt>
                  <c:pt idx="95">
                    <c:v>1350</c:v>
                  </c:pt>
                  <c:pt idx="96">
                    <c:v>1360</c:v>
                  </c:pt>
                  <c:pt idx="97">
                    <c:v>1370</c:v>
                  </c:pt>
                  <c:pt idx="98">
                    <c:v>1380</c:v>
                  </c:pt>
                  <c:pt idx="99">
                    <c:v>1390</c:v>
                  </c:pt>
                  <c:pt idx="100">
                    <c:v>1400</c:v>
                  </c:pt>
                  <c:pt idx="101">
                    <c:v>1410</c:v>
                  </c:pt>
                  <c:pt idx="102">
                    <c:v>1420</c:v>
                  </c:pt>
                  <c:pt idx="103">
                    <c:v>1430</c:v>
                  </c:pt>
                  <c:pt idx="104">
                    <c:v>1440</c:v>
                  </c:pt>
                  <c:pt idx="105">
                    <c:v>1450</c:v>
                  </c:pt>
                  <c:pt idx="106">
                    <c:v>1460</c:v>
                  </c:pt>
                  <c:pt idx="107">
                    <c:v>1470</c:v>
                  </c:pt>
                  <c:pt idx="108">
                    <c:v>1480</c:v>
                  </c:pt>
                  <c:pt idx="109">
                    <c:v>1490</c:v>
                  </c:pt>
                  <c:pt idx="110">
                    <c:v>1500</c:v>
                  </c:pt>
                  <c:pt idx="111">
                    <c:v>1510</c:v>
                  </c:pt>
                  <c:pt idx="112">
                    <c:v>1520</c:v>
                  </c:pt>
                  <c:pt idx="113">
                    <c:v>1530</c:v>
                  </c:pt>
                  <c:pt idx="114">
                    <c:v>1540</c:v>
                  </c:pt>
                  <c:pt idx="115">
                    <c:v>1550</c:v>
                  </c:pt>
                  <c:pt idx="116">
                    <c:v>1560</c:v>
                  </c:pt>
                  <c:pt idx="117">
                    <c:v>1570</c:v>
                  </c:pt>
                  <c:pt idx="118">
                    <c:v>1580</c:v>
                  </c:pt>
                  <c:pt idx="119">
                    <c:v>1590</c:v>
                  </c:pt>
                  <c:pt idx="120">
                    <c:v>1600</c:v>
                  </c:pt>
                  <c:pt idx="121">
                    <c:v>1610</c:v>
                  </c:pt>
                  <c:pt idx="122">
                    <c:v>1620</c:v>
                  </c:pt>
                  <c:pt idx="123">
                    <c:v>1630</c:v>
                  </c:pt>
                  <c:pt idx="124">
                    <c:v>1640</c:v>
                  </c:pt>
                  <c:pt idx="125">
                    <c:v>1650</c:v>
                  </c:pt>
                  <c:pt idx="126">
                    <c:v>1660</c:v>
                  </c:pt>
                  <c:pt idx="127">
                    <c:v>1670</c:v>
                  </c:pt>
                  <c:pt idx="128">
                    <c:v>1680</c:v>
                  </c:pt>
                  <c:pt idx="129">
                    <c:v>1690</c:v>
                  </c:pt>
                  <c:pt idx="130">
                    <c:v>1700</c:v>
                  </c:pt>
                  <c:pt idx="131">
                    <c:v>1710</c:v>
                  </c:pt>
                  <c:pt idx="132">
                    <c:v>1720</c:v>
                  </c:pt>
                  <c:pt idx="133">
                    <c:v>1730</c:v>
                  </c:pt>
                  <c:pt idx="134">
                    <c:v>1740</c:v>
                  </c:pt>
                  <c:pt idx="135">
                    <c:v>1750</c:v>
                  </c:pt>
                  <c:pt idx="136">
                    <c:v>1760</c:v>
                  </c:pt>
                  <c:pt idx="137">
                    <c:v>1770</c:v>
                  </c:pt>
                  <c:pt idx="138">
                    <c:v>1780</c:v>
                  </c:pt>
                  <c:pt idx="139">
                    <c:v>1790</c:v>
                  </c:pt>
                  <c:pt idx="140">
                    <c:v>1800</c:v>
                  </c:pt>
                  <c:pt idx="141">
                    <c:v>1810</c:v>
                  </c:pt>
                  <c:pt idx="142">
                    <c:v>1820</c:v>
                  </c:pt>
                  <c:pt idx="143">
                    <c:v>1830</c:v>
                  </c:pt>
                  <c:pt idx="144">
                    <c:v>1840</c:v>
                  </c:pt>
                  <c:pt idx="145">
                    <c:v>1850</c:v>
                  </c:pt>
                  <c:pt idx="146">
                    <c:v>1860</c:v>
                  </c:pt>
                  <c:pt idx="147">
                    <c:v>1870</c:v>
                  </c:pt>
                  <c:pt idx="148">
                    <c:v>1880</c:v>
                  </c:pt>
                  <c:pt idx="149">
                    <c:v>1890</c:v>
                  </c:pt>
                  <c:pt idx="150">
                    <c:v>1900</c:v>
                  </c:pt>
                  <c:pt idx="151">
                    <c:v>1910</c:v>
                  </c:pt>
                  <c:pt idx="152">
                    <c:v>1920</c:v>
                  </c:pt>
                  <c:pt idx="153">
                    <c:v>1930</c:v>
                  </c:pt>
                  <c:pt idx="154">
                    <c:v>1940</c:v>
                  </c:pt>
                  <c:pt idx="155">
                    <c:v>1950</c:v>
                  </c:pt>
                  <c:pt idx="156">
                    <c:v>1960</c:v>
                  </c:pt>
                  <c:pt idx="157">
                    <c:v>1970</c:v>
                  </c:pt>
                  <c:pt idx="158">
                    <c:v>1980</c:v>
                  </c:pt>
                  <c:pt idx="159">
                    <c:v>1990</c:v>
                  </c:pt>
                  <c:pt idx="160">
                    <c:v>2000</c:v>
                  </c:pt>
                  <c:pt idx="161">
                    <c:v>2010</c:v>
                  </c:pt>
                  <c:pt idx="162">
                    <c:v>2020</c:v>
                  </c:pt>
                  <c:pt idx="163">
                    <c:v>2030</c:v>
                  </c:pt>
                  <c:pt idx="164">
                    <c:v>2040</c:v>
                  </c:pt>
                  <c:pt idx="165">
                    <c:v>2050</c:v>
                  </c:pt>
                  <c:pt idx="166">
                    <c:v>2060</c:v>
                  </c:pt>
                  <c:pt idx="167">
                    <c:v>2070</c:v>
                  </c:pt>
                  <c:pt idx="168">
                    <c:v>2080</c:v>
                  </c:pt>
                  <c:pt idx="169">
                    <c:v>2090</c:v>
                  </c:pt>
                  <c:pt idx="170">
                    <c:v>2100</c:v>
                  </c:pt>
                  <c:pt idx="171">
                    <c:v>2110</c:v>
                  </c:pt>
                  <c:pt idx="172">
                    <c:v>2120</c:v>
                  </c:pt>
                  <c:pt idx="173">
                    <c:v>2130</c:v>
                  </c:pt>
                  <c:pt idx="174">
                    <c:v>2140</c:v>
                  </c:pt>
                  <c:pt idx="175">
                    <c:v>2150</c:v>
                  </c:pt>
                  <c:pt idx="176">
                    <c:v>2160</c:v>
                  </c:pt>
                  <c:pt idx="177">
                    <c:v>2170</c:v>
                  </c:pt>
                  <c:pt idx="178">
                    <c:v>2180</c:v>
                  </c:pt>
                  <c:pt idx="179">
                    <c:v>2190</c:v>
                  </c:pt>
                  <c:pt idx="180">
                    <c:v>2200</c:v>
                  </c:pt>
                  <c:pt idx="181">
                    <c:v>2210</c:v>
                  </c:pt>
                  <c:pt idx="182">
                    <c:v>2220</c:v>
                  </c:pt>
                  <c:pt idx="183">
                    <c:v>2230</c:v>
                  </c:pt>
                  <c:pt idx="184">
                    <c:v>2240</c:v>
                  </c:pt>
                  <c:pt idx="185">
                    <c:v>2250</c:v>
                  </c:pt>
                  <c:pt idx="186">
                    <c:v>2260</c:v>
                  </c:pt>
                  <c:pt idx="187">
                    <c:v>2270</c:v>
                  </c:pt>
                  <c:pt idx="188">
                    <c:v>2280</c:v>
                  </c:pt>
                  <c:pt idx="189">
                    <c:v>2290</c:v>
                  </c:pt>
                  <c:pt idx="190">
                    <c:v>2300</c:v>
                  </c:pt>
                  <c:pt idx="191">
                    <c:v>2310</c:v>
                  </c:pt>
                  <c:pt idx="192">
                    <c:v>2320</c:v>
                  </c:pt>
                  <c:pt idx="193">
                    <c:v>2330</c:v>
                  </c:pt>
                  <c:pt idx="194">
                    <c:v>2340</c:v>
                  </c:pt>
                  <c:pt idx="195">
                    <c:v>2350</c:v>
                  </c:pt>
                  <c:pt idx="196">
                    <c:v>2360</c:v>
                  </c:pt>
                  <c:pt idx="197">
                    <c:v>2370</c:v>
                  </c:pt>
                  <c:pt idx="198">
                    <c:v>2380</c:v>
                  </c:pt>
                  <c:pt idx="199">
                    <c:v>2390</c:v>
                  </c:pt>
                  <c:pt idx="200">
                    <c:v>2400</c:v>
                  </c:pt>
                </c:lvl>
              </c:multiLvlStrCache>
            </c:multiLvlStrRef>
          </c:cat>
          <c:val>
            <c:numRef>
              <c:f>Sheet1!$C$2:$C$202</c:f>
              <c:numCache>
                <c:formatCode>General</c:formatCode>
                <c:ptCount val="201"/>
                <c:pt idx="0">
                  <c:v>-0.00076</c:v>
                </c:pt>
                <c:pt idx="1">
                  <c:v>0.00177</c:v>
                </c:pt>
                <c:pt idx="2">
                  <c:v>0.00497</c:v>
                </c:pt>
                <c:pt idx="3">
                  <c:v>0.00693</c:v>
                </c:pt>
                <c:pt idx="4">
                  <c:v>0.00846</c:v>
                </c:pt>
                <c:pt idx="5">
                  <c:v>0.00974</c:v>
                </c:pt>
                <c:pt idx="6">
                  <c:v>0.01019</c:v>
                </c:pt>
                <c:pt idx="7">
                  <c:v>0.01043</c:v>
                </c:pt>
                <c:pt idx="8">
                  <c:v>0.01058</c:v>
                </c:pt>
                <c:pt idx="9">
                  <c:v>0.01088</c:v>
                </c:pt>
                <c:pt idx="10">
                  <c:v>0.01211</c:v>
                </c:pt>
                <c:pt idx="11">
                  <c:v>0.01402</c:v>
                </c:pt>
                <c:pt idx="12">
                  <c:v>0.01533</c:v>
                </c:pt>
                <c:pt idx="13">
                  <c:v>0.01499</c:v>
                </c:pt>
                <c:pt idx="14">
                  <c:v>0.015</c:v>
                </c:pt>
                <c:pt idx="15">
                  <c:v>0.01527</c:v>
                </c:pt>
                <c:pt idx="16">
                  <c:v>0.01592</c:v>
                </c:pt>
                <c:pt idx="17">
                  <c:v>0.0177</c:v>
                </c:pt>
                <c:pt idx="18">
                  <c:v>0.01888</c:v>
                </c:pt>
                <c:pt idx="19">
                  <c:v>0.01894</c:v>
                </c:pt>
                <c:pt idx="20">
                  <c:v>0.01865</c:v>
                </c:pt>
                <c:pt idx="21">
                  <c:v>0.01849</c:v>
                </c:pt>
                <c:pt idx="22">
                  <c:v>0.01819</c:v>
                </c:pt>
                <c:pt idx="23">
                  <c:v>0.01804</c:v>
                </c:pt>
                <c:pt idx="24">
                  <c:v>0.01685</c:v>
                </c:pt>
                <c:pt idx="25">
                  <c:v>0.0148</c:v>
                </c:pt>
                <c:pt idx="26">
                  <c:v>0.01328</c:v>
                </c:pt>
                <c:pt idx="27">
                  <c:v>0.01103</c:v>
                </c:pt>
                <c:pt idx="28">
                  <c:v>0.0108</c:v>
                </c:pt>
                <c:pt idx="29">
                  <c:v>0.01698</c:v>
                </c:pt>
                <c:pt idx="30">
                  <c:v>0.02663</c:v>
                </c:pt>
                <c:pt idx="31">
                  <c:v>0.02359</c:v>
                </c:pt>
                <c:pt idx="32">
                  <c:v>0.01181</c:v>
                </c:pt>
                <c:pt idx="33">
                  <c:v>-0.00084</c:v>
                </c:pt>
                <c:pt idx="34">
                  <c:v>-0.00919</c:v>
                </c:pt>
                <c:pt idx="35">
                  <c:v>-0.01307</c:v>
                </c:pt>
                <c:pt idx="36">
                  <c:v>-0.01432</c:v>
                </c:pt>
                <c:pt idx="37">
                  <c:v>-0.01421</c:v>
                </c:pt>
                <c:pt idx="38">
                  <c:v>-0.01375</c:v>
                </c:pt>
                <c:pt idx="39">
                  <c:v>-0.0132</c:v>
                </c:pt>
                <c:pt idx="40">
                  <c:v>-0.01263</c:v>
                </c:pt>
                <c:pt idx="41">
                  <c:v>-0.01211</c:v>
                </c:pt>
                <c:pt idx="42">
                  <c:v>-0.01155</c:v>
                </c:pt>
                <c:pt idx="43">
                  <c:v>-0.01098</c:v>
                </c:pt>
                <c:pt idx="44">
                  <c:v>-0.01039</c:v>
                </c:pt>
                <c:pt idx="45">
                  <c:v>-0.00982</c:v>
                </c:pt>
                <c:pt idx="46">
                  <c:v>-0.00935</c:v>
                </c:pt>
                <c:pt idx="47">
                  <c:v>-0.00888</c:v>
                </c:pt>
                <c:pt idx="48">
                  <c:v>-0.00848</c:v>
                </c:pt>
                <c:pt idx="49">
                  <c:v>-0.00812</c:v>
                </c:pt>
                <c:pt idx="50">
                  <c:v>-0.00778</c:v>
                </c:pt>
                <c:pt idx="51">
                  <c:v>-0.00752</c:v>
                </c:pt>
                <c:pt idx="52">
                  <c:v>-0.00726</c:v>
                </c:pt>
                <c:pt idx="53">
                  <c:v>-0.00698</c:v>
                </c:pt>
                <c:pt idx="54">
                  <c:v>-0.00673</c:v>
                </c:pt>
                <c:pt idx="55">
                  <c:v>-0.00653</c:v>
                </c:pt>
                <c:pt idx="56">
                  <c:v>-0.00632</c:v>
                </c:pt>
                <c:pt idx="57">
                  <c:v>-0.00638</c:v>
                </c:pt>
                <c:pt idx="58">
                  <c:v>-0.0065</c:v>
                </c:pt>
                <c:pt idx="59">
                  <c:v>-0.00673</c:v>
                </c:pt>
                <c:pt idx="60">
                  <c:v>-0.0068</c:v>
                </c:pt>
                <c:pt idx="61">
                  <c:v>-0.00677</c:v>
                </c:pt>
                <c:pt idx="62">
                  <c:v>-0.00672</c:v>
                </c:pt>
                <c:pt idx="63">
                  <c:v>-0.00666</c:v>
                </c:pt>
                <c:pt idx="64">
                  <c:v>-0.00665</c:v>
                </c:pt>
                <c:pt idx="65">
                  <c:v>-0.00679</c:v>
                </c:pt>
                <c:pt idx="66">
                  <c:v>-0.00694</c:v>
                </c:pt>
                <c:pt idx="67">
                  <c:v>-0.00695</c:v>
                </c:pt>
                <c:pt idx="68">
                  <c:v>-0.00689</c:v>
                </c:pt>
                <c:pt idx="69">
                  <c:v>-0.00682</c:v>
                </c:pt>
                <c:pt idx="70">
                  <c:v>-0.00681</c:v>
                </c:pt>
                <c:pt idx="71">
                  <c:v>-0.00669</c:v>
                </c:pt>
                <c:pt idx="72">
                  <c:v>-0.00645</c:v>
                </c:pt>
                <c:pt idx="73">
                  <c:v>-0.00613</c:v>
                </c:pt>
                <c:pt idx="74">
                  <c:v>-0.00564</c:v>
                </c:pt>
                <c:pt idx="75">
                  <c:v>-0.0053</c:v>
                </c:pt>
                <c:pt idx="76">
                  <c:v>-0.00565</c:v>
                </c:pt>
                <c:pt idx="77">
                  <c:v>-0.0061</c:v>
                </c:pt>
                <c:pt idx="78">
                  <c:v>-0.00652</c:v>
                </c:pt>
                <c:pt idx="79">
                  <c:v>-0.00685</c:v>
                </c:pt>
                <c:pt idx="80">
                  <c:v>-0.00722</c:v>
                </c:pt>
                <c:pt idx="81">
                  <c:v>-0.00759</c:v>
                </c:pt>
                <c:pt idx="82">
                  <c:v>-0.00775</c:v>
                </c:pt>
                <c:pt idx="83">
                  <c:v>-0.00774</c:v>
                </c:pt>
                <c:pt idx="84">
                  <c:v>-0.00774</c:v>
                </c:pt>
                <c:pt idx="85">
                  <c:v>-0.00767</c:v>
                </c:pt>
                <c:pt idx="86">
                  <c:v>-0.00756</c:v>
                </c:pt>
                <c:pt idx="87">
                  <c:v>-0.00744</c:v>
                </c:pt>
                <c:pt idx="88">
                  <c:v>-0.00736</c:v>
                </c:pt>
                <c:pt idx="89">
                  <c:v>-0.00726</c:v>
                </c:pt>
                <c:pt idx="90">
                  <c:v>-0.00701</c:v>
                </c:pt>
                <c:pt idx="91">
                  <c:v>-0.00658</c:v>
                </c:pt>
                <c:pt idx="92">
                  <c:v>-0.00606</c:v>
                </c:pt>
                <c:pt idx="93">
                  <c:v>-0.00533</c:v>
                </c:pt>
                <c:pt idx="94">
                  <c:v>-0.00439</c:v>
                </c:pt>
                <c:pt idx="95">
                  <c:v>-0.00284</c:v>
                </c:pt>
                <c:pt idx="96">
                  <c:v>-0.00106</c:v>
                </c:pt>
                <c:pt idx="97">
                  <c:v>0.00022</c:v>
                </c:pt>
                <c:pt idx="98">
                  <c:v>0.00293</c:v>
                </c:pt>
                <c:pt idx="99">
                  <c:v>0.00602</c:v>
                </c:pt>
                <c:pt idx="100">
                  <c:v>0.00817</c:v>
                </c:pt>
                <c:pt idx="101">
                  <c:v>0.00857</c:v>
                </c:pt>
                <c:pt idx="102">
                  <c:v>0.00799</c:v>
                </c:pt>
                <c:pt idx="103">
                  <c:v>0.00732</c:v>
                </c:pt>
                <c:pt idx="104">
                  <c:v>0.00679</c:v>
                </c:pt>
                <c:pt idx="105">
                  <c:v>0.00638</c:v>
                </c:pt>
                <c:pt idx="106">
                  <c:v>0.00602</c:v>
                </c:pt>
                <c:pt idx="107">
                  <c:v>0.00552</c:v>
                </c:pt>
                <c:pt idx="108">
                  <c:v>0.00484</c:v>
                </c:pt>
                <c:pt idx="109">
                  <c:v>0.00403</c:v>
                </c:pt>
                <c:pt idx="110">
                  <c:v>0.00309</c:v>
                </c:pt>
                <c:pt idx="111">
                  <c:v>0.002</c:v>
                </c:pt>
                <c:pt idx="112">
                  <c:v>0.00084</c:v>
                </c:pt>
                <c:pt idx="113">
                  <c:v>-0.00037</c:v>
                </c:pt>
                <c:pt idx="114">
                  <c:v>-0.00163</c:v>
                </c:pt>
                <c:pt idx="115">
                  <c:v>-0.00287</c:v>
                </c:pt>
                <c:pt idx="116">
                  <c:v>-0.004</c:v>
                </c:pt>
                <c:pt idx="117">
                  <c:v>-0.00499</c:v>
                </c:pt>
                <c:pt idx="118">
                  <c:v>-0.00583</c:v>
                </c:pt>
                <c:pt idx="119">
                  <c:v>-0.00651</c:v>
                </c:pt>
                <c:pt idx="120">
                  <c:v>-0.00712</c:v>
                </c:pt>
                <c:pt idx="121">
                  <c:v>-0.00763</c:v>
                </c:pt>
                <c:pt idx="122">
                  <c:v>-0.00797</c:v>
                </c:pt>
                <c:pt idx="123">
                  <c:v>-0.00824</c:v>
                </c:pt>
                <c:pt idx="124">
                  <c:v>-0.00846</c:v>
                </c:pt>
                <c:pt idx="125">
                  <c:v>-0.00866</c:v>
                </c:pt>
                <c:pt idx="126">
                  <c:v>-0.00877</c:v>
                </c:pt>
                <c:pt idx="127">
                  <c:v>-0.00872</c:v>
                </c:pt>
                <c:pt idx="128">
                  <c:v>-0.0085</c:v>
                </c:pt>
                <c:pt idx="129">
                  <c:v>-0.0081</c:v>
                </c:pt>
                <c:pt idx="130">
                  <c:v>-0.00753</c:v>
                </c:pt>
                <c:pt idx="131">
                  <c:v>-0.00691</c:v>
                </c:pt>
                <c:pt idx="132">
                  <c:v>-0.00701</c:v>
                </c:pt>
                <c:pt idx="133">
                  <c:v>-0.00735</c:v>
                </c:pt>
                <c:pt idx="134">
                  <c:v>-0.00638</c:v>
                </c:pt>
                <c:pt idx="135">
                  <c:v>-0.0052</c:v>
                </c:pt>
                <c:pt idx="136">
                  <c:v>-0.00459</c:v>
                </c:pt>
                <c:pt idx="137">
                  <c:v>-0.00398</c:v>
                </c:pt>
                <c:pt idx="138">
                  <c:v>-0.0033</c:v>
                </c:pt>
                <c:pt idx="139">
                  <c:v>-0.00281</c:v>
                </c:pt>
                <c:pt idx="140">
                  <c:v>-0.00247</c:v>
                </c:pt>
                <c:pt idx="141">
                  <c:v>-0.00288</c:v>
                </c:pt>
                <c:pt idx="142">
                  <c:v>-0.00195</c:v>
                </c:pt>
                <c:pt idx="143">
                  <c:v>-0.00083</c:v>
                </c:pt>
                <c:pt idx="144">
                  <c:v>0.00026</c:v>
                </c:pt>
                <c:pt idx="145">
                  <c:v>0.00147</c:v>
                </c:pt>
                <c:pt idx="146">
                  <c:v>0.00359</c:v>
                </c:pt>
                <c:pt idx="147">
                  <c:v>0.00637</c:v>
                </c:pt>
                <c:pt idx="148">
                  <c:v>0.0074</c:v>
                </c:pt>
                <c:pt idx="149">
                  <c:v>0.00617</c:v>
                </c:pt>
                <c:pt idx="150">
                  <c:v>0.00393</c:v>
                </c:pt>
                <c:pt idx="151">
                  <c:v>0.00203</c:v>
                </c:pt>
                <c:pt idx="152">
                  <c:v>0.00095</c:v>
                </c:pt>
                <c:pt idx="153">
                  <c:v>0.00059</c:v>
                </c:pt>
                <c:pt idx="154">
                  <c:v>0.00072</c:v>
                </c:pt>
                <c:pt idx="155">
                  <c:v>0.00113</c:v>
                </c:pt>
                <c:pt idx="156">
                  <c:v>0.00164</c:v>
                </c:pt>
                <c:pt idx="157">
                  <c:v>0.00219</c:v>
                </c:pt>
                <c:pt idx="158">
                  <c:v>0.0028</c:v>
                </c:pt>
                <c:pt idx="159">
                  <c:v>0.00335</c:v>
                </c:pt>
                <c:pt idx="160">
                  <c:v>0.00382</c:v>
                </c:pt>
                <c:pt idx="161">
                  <c:v>0.00418</c:v>
                </c:pt>
                <c:pt idx="162">
                  <c:v>0.00439</c:v>
                </c:pt>
                <c:pt idx="163">
                  <c:v>0.00449</c:v>
                </c:pt>
                <c:pt idx="164">
                  <c:v>0.00442</c:v>
                </c:pt>
                <c:pt idx="165">
                  <c:v>0.00422</c:v>
                </c:pt>
                <c:pt idx="166">
                  <c:v>0.00395</c:v>
                </c:pt>
                <c:pt idx="167">
                  <c:v>0.0036</c:v>
                </c:pt>
                <c:pt idx="168">
                  <c:v>0.0032</c:v>
                </c:pt>
                <c:pt idx="169">
                  <c:v>0.00276</c:v>
                </c:pt>
                <c:pt idx="170">
                  <c:v>0.00232</c:v>
                </c:pt>
                <c:pt idx="171">
                  <c:v>0.00193</c:v>
                </c:pt>
                <c:pt idx="172">
                  <c:v>0.00158</c:v>
                </c:pt>
                <c:pt idx="173">
                  <c:v>0.00129</c:v>
                </c:pt>
                <c:pt idx="174">
                  <c:v>0.00108</c:v>
                </c:pt>
                <c:pt idx="175">
                  <c:v>0.00095</c:v>
                </c:pt>
                <c:pt idx="176">
                  <c:v>0.00089</c:v>
                </c:pt>
                <c:pt idx="177">
                  <c:v>0.00085</c:v>
                </c:pt>
                <c:pt idx="178">
                  <c:v>0.00087</c:v>
                </c:pt>
                <c:pt idx="179">
                  <c:v>0.00093</c:v>
                </c:pt>
                <c:pt idx="180">
                  <c:v>0.00106</c:v>
                </c:pt>
                <c:pt idx="181">
                  <c:v>0.00127</c:v>
                </c:pt>
                <c:pt idx="182">
                  <c:v>0.00159</c:v>
                </c:pt>
                <c:pt idx="183">
                  <c:v>0.00192</c:v>
                </c:pt>
                <c:pt idx="184">
                  <c:v>0.00225</c:v>
                </c:pt>
                <c:pt idx="185">
                  <c:v>0.00265</c:v>
                </c:pt>
                <c:pt idx="186">
                  <c:v>0.00319</c:v>
                </c:pt>
                <c:pt idx="187">
                  <c:v>0.00383</c:v>
                </c:pt>
                <c:pt idx="188">
                  <c:v>0.00449</c:v>
                </c:pt>
                <c:pt idx="189">
                  <c:v>0.00545</c:v>
                </c:pt>
                <c:pt idx="190">
                  <c:v>0.00639</c:v>
                </c:pt>
                <c:pt idx="191">
                  <c:v>0.00608</c:v>
                </c:pt>
                <c:pt idx="192">
                  <c:v>0.00602</c:v>
                </c:pt>
                <c:pt idx="193">
                  <c:v>0.00676</c:v>
                </c:pt>
                <c:pt idx="194">
                  <c:v>0.00766</c:v>
                </c:pt>
                <c:pt idx="195">
                  <c:v>0.00768</c:v>
                </c:pt>
                <c:pt idx="196">
                  <c:v>0.00752</c:v>
                </c:pt>
                <c:pt idx="197">
                  <c:v>0.00775</c:v>
                </c:pt>
                <c:pt idx="198">
                  <c:v>0.0078</c:v>
                </c:pt>
                <c:pt idx="199">
                  <c:v>0.0077</c:v>
                </c:pt>
                <c:pt idx="200">
                  <c:v>0.00765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03 Mar</c:v>
                </c:pt>
              </c:strCache>
            </c:strRef>
          </c:tx>
          <c:spPr>
            <a:solidFill>
              <a:srgbClr val="D08A00"/>
            </a:solidFill>
            <a:ln w="25400" cap="flat">
              <a:solidFill>
                <a:srgbClr val="D08A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08A00"/>
              </a:solidFill>
              <a:ln w="9525" cap="flat">
                <a:solidFill>
                  <a:srgbClr val="D08A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Sheet1!$A$2:$A$202</c:f>
              <c:multiLvlStrCache>
                <c:ptCount val="201"/>
                <c:lvl>
                  <c:pt idx="0">
                    <c:v>400</c:v>
                  </c:pt>
                  <c:pt idx="1">
                    <c:v>410</c:v>
                  </c:pt>
                  <c:pt idx="2">
                    <c:v>420</c:v>
                  </c:pt>
                  <c:pt idx="3">
                    <c:v>430</c:v>
                  </c:pt>
                  <c:pt idx="4">
                    <c:v>440</c:v>
                  </c:pt>
                  <c:pt idx="5">
                    <c:v>450</c:v>
                  </c:pt>
                  <c:pt idx="6">
                    <c:v>460</c:v>
                  </c:pt>
                  <c:pt idx="7">
                    <c:v>470</c:v>
                  </c:pt>
                  <c:pt idx="8">
                    <c:v>480</c:v>
                  </c:pt>
                  <c:pt idx="9">
                    <c:v>490</c:v>
                  </c:pt>
                  <c:pt idx="10">
                    <c:v>500</c:v>
                  </c:pt>
                  <c:pt idx="11">
                    <c:v>510</c:v>
                  </c:pt>
                  <c:pt idx="12">
                    <c:v>520</c:v>
                  </c:pt>
                  <c:pt idx="13">
                    <c:v>530</c:v>
                  </c:pt>
                  <c:pt idx="14">
                    <c:v>540</c:v>
                  </c:pt>
                  <c:pt idx="15">
                    <c:v>550</c:v>
                  </c:pt>
                  <c:pt idx="16">
                    <c:v>560</c:v>
                  </c:pt>
                  <c:pt idx="17">
                    <c:v>570</c:v>
                  </c:pt>
                  <c:pt idx="18">
                    <c:v>580</c:v>
                  </c:pt>
                  <c:pt idx="19">
                    <c:v>590</c:v>
                  </c:pt>
                  <c:pt idx="20">
                    <c:v>600</c:v>
                  </c:pt>
                  <c:pt idx="21">
                    <c:v>610</c:v>
                  </c:pt>
                  <c:pt idx="22">
                    <c:v>620</c:v>
                  </c:pt>
                  <c:pt idx="23">
                    <c:v>630</c:v>
                  </c:pt>
                  <c:pt idx="24">
                    <c:v>640</c:v>
                  </c:pt>
                  <c:pt idx="25">
                    <c:v>650</c:v>
                  </c:pt>
                  <c:pt idx="26">
                    <c:v>660</c:v>
                  </c:pt>
                  <c:pt idx="27">
                    <c:v>670</c:v>
                  </c:pt>
                  <c:pt idx="28">
                    <c:v>680</c:v>
                  </c:pt>
                  <c:pt idx="29">
                    <c:v>690</c:v>
                  </c:pt>
                  <c:pt idx="30">
                    <c:v>700</c:v>
                  </c:pt>
                  <c:pt idx="31">
                    <c:v>710</c:v>
                  </c:pt>
                  <c:pt idx="32">
                    <c:v>720</c:v>
                  </c:pt>
                  <c:pt idx="33">
                    <c:v>730</c:v>
                  </c:pt>
                  <c:pt idx="34">
                    <c:v>740</c:v>
                  </c:pt>
                  <c:pt idx="35">
                    <c:v>750</c:v>
                  </c:pt>
                  <c:pt idx="36">
                    <c:v>760</c:v>
                  </c:pt>
                  <c:pt idx="37">
                    <c:v>770</c:v>
                  </c:pt>
                  <c:pt idx="38">
                    <c:v>780</c:v>
                  </c:pt>
                  <c:pt idx="39">
                    <c:v>790</c:v>
                  </c:pt>
                  <c:pt idx="40">
                    <c:v>800</c:v>
                  </c:pt>
                  <c:pt idx="41">
                    <c:v>810</c:v>
                  </c:pt>
                  <c:pt idx="42">
                    <c:v>820</c:v>
                  </c:pt>
                  <c:pt idx="43">
                    <c:v>830</c:v>
                  </c:pt>
                  <c:pt idx="44">
                    <c:v>840</c:v>
                  </c:pt>
                  <c:pt idx="45">
                    <c:v>850</c:v>
                  </c:pt>
                  <c:pt idx="46">
                    <c:v>860</c:v>
                  </c:pt>
                  <c:pt idx="47">
                    <c:v>870</c:v>
                  </c:pt>
                  <c:pt idx="48">
                    <c:v>880</c:v>
                  </c:pt>
                  <c:pt idx="49">
                    <c:v>890</c:v>
                  </c:pt>
                  <c:pt idx="50">
                    <c:v>900</c:v>
                  </c:pt>
                  <c:pt idx="51">
                    <c:v>910</c:v>
                  </c:pt>
                  <c:pt idx="52">
                    <c:v>920</c:v>
                  </c:pt>
                  <c:pt idx="53">
                    <c:v>930</c:v>
                  </c:pt>
                  <c:pt idx="54">
                    <c:v>940</c:v>
                  </c:pt>
                  <c:pt idx="55">
                    <c:v>950</c:v>
                  </c:pt>
                  <c:pt idx="56">
                    <c:v>960</c:v>
                  </c:pt>
                  <c:pt idx="57">
                    <c:v>970</c:v>
                  </c:pt>
                  <c:pt idx="58">
                    <c:v>980</c:v>
                  </c:pt>
                  <c:pt idx="59">
                    <c:v>990</c:v>
                  </c:pt>
                  <c:pt idx="60">
                    <c:v>1000</c:v>
                  </c:pt>
                  <c:pt idx="61">
                    <c:v>1010</c:v>
                  </c:pt>
                  <c:pt idx="62">
                    <c:v>1020</c:v>
                  </c:pt>
                  <c:pt idx="63">
                    <c:v>1030</c:v>
                  </c:pt>
                  <c:pt idx="64">
                    <c:v>1040</c:v>
                  </c:pt>
                  <c:pt idx="65">
                    <c:v>1050</c:v>
                  </c:pt>
                  <c:pt idx="66">
                    <c:v>1060</c:v>
                  </c:pt>
                  <c:pt idx="67">
                    <c:v>1070</c:v>
                  </c:pt>
                  <c:pt idx="68">
                    <c:v>1080</c:v>
                  </c:pt>
                  <c:pt idx="69">
                    <c:v>1090</c:v>
                  </c:pt>
                  <c:pt idx="70">
                    <c:v>1100</c:v>
                  </c:pt>
                  <c:pt idx="71">
                    <c:v>1110</c:v>
                  </c:pt>
                  <c:pt idx="72">
                    <c:v>1120</c:v>
                  </c:pt>
                  <c:pt idx="73">
                    <c:v>1130</c:v>
                  </c:pt>
                  <c:pt idx="74">
                    <c:v>1140</c:v>
                  </c:pt>
                  <c:pt idx="75">
                    <c:v>1150</c:v>
                  </c:pt>
                  <c:pt idx="76">
                    <c:v>1160</c:v>
                  </c:pt>
                  <c:pt idx="77">
                    <c:v>1170</c:v>
                  </c:pt>
                  <c:pt idx="78">
                    <c:v>1180</c:v>
                  </c:pt>
                  <c:pt idx="79">
                    <c:v>1190</c:v>
                  </c:pt>
                  <c:pt idx="80">
                    <c:v>1200</c:v>
                  </c:pt>
                  <c:pt idx="81">
                    <c:v>1210</c:v>
                  </c:pt>
                  <c:pt idx="82">
                    <c:v>1220</c:v>
                  </c:pt>
                  <c:pt idx="83">
                    <c:v>1230</c:v>
                  </c:pt>
                  <c:pt idx="84">
                    <c:v>1240</c:v>
                  </c:pt>
                  <c:pt idx="85">
                    <c:v>1250</c:v>
                  </c:pt>
                  <c:pt idx="86">
                    <c:v>1260</c:v>
                  </c:pt>
                  <c:pt idx="87">
                    <c:v>1270</c:v>
                  </c:pt>
                  <c:pt idx="88">
                    <c:v>1280</c:v>
                  </c:pt>
                  <c:pt idx="89">
                    <c:v>1290</c:v>
                  </c:pt>
                  <c:pt idx="90">
                    <c:v>1300</c:v>
                  </c:pt>
                  <c:pt idx="91">
                    <c:v>1310</c:v>
                  </c:pt>
                  <c:pt idx="92">
                    <c:v>1320</c:v>
                  </c:pt>
                  <c:pt idx="93">
                    <c:v>1330</c:v>
                  </c:pt>
                  <c:pt idx="94">
                    <c:v>1340</c:v>
                  </c:pt>
                  <c:pt idx="95">
                    <c:v>1350</c:v>
                  </c:pt>
                  <c:pt idx="96">
                    <c:v>1360</c:v>
                  </c:pt>
                  <c:pt idx="97">
                    <c:v>1370</c:v>
                  </c:pt>
                  <c:pt idx="98">
                    <c:v>1380</c:v>
                  </c:pt>
                  <c:pt idx="99">
                    <c:v>1390</c:v>
                  </c:pt>
                  <c:pt idx="100">
                    <c:v>1400</c:v>
                  </c:pt>
                  <c:pt idx="101">
                    <c:v>1410</c:v>
                  </c:pt>
                  <c:pt idx="102">
                    <c:v>1420</c:v>
                  </c:pt>
                  <c:pt idx="103">
                    <c:v>1430</c:v>
                  </c:pt>
                  <c:pt idx="104">
                    <c:v>1440</c:v>
                  </c:pt>
                  <c:pt idx="105">
                    <c:v>1450</c:v>
                  </c:pt>
                  <c:pt idx="106">
                    <c:v>1460</c:v>
                  </c:pt>
                  <c:pt idx="107">
                    <c:v>1470</c:v>
                  </c:pt>
                  <c:pt idx="108">
                    <c:v>1480</c:v>
                  </c:pt>
                  <c:pt idx="109">
                    <c:v>1490</c:v>
                  </c:pt>
                  <c:pt idx="110">
                    <c:v>1500</c:v>
                  </c:pt>
                  <c:pt idx="111">
                    <c:v>1510</c:v>
                  </c:pt>
                  <c:pt idx="112">
                    <c:v>1520</c:v>
                  </c:pt>
                  <c:pt idx="113">
                    <c:v>1530</c:v>
                  </c:pt>
                  <c:pt idx="114">
                    <c:v>1540</c:v>
                  </c:pt>
                  <c:pt idx="115">
                    <c:v>1550</c:v>
                  </c:pt>
                  <c:pt idx="116">
                    <c:v>1560</c:v>
                  </c:pt>
                  <c:pt idx="117">
                    <c:v>1570</c:v>
                  </c:pt>
                  <c:pt idx="118">
                    <c:v>1580</c:v>
                  </c:pt>
                  <c:pt idx="119">
                    <c:v>1590</c:v>
                  </c:pt>
                  <c:pt idx="120">
                    <c:v>1600</c:v>
                  </c:pt>
                  <c:pt idx="121">
                    <c:v>1610</c:v>
                  </c:pt>
                  <c:pt idx="122">
                    <c:v>1620</c:v>
                  </c:pt>
                  <c:pt idx="123">
                    <c:v>1630</c:v>
                  </c:pt>
                  <c:pt idx="124">
                    <c:v>1640</c:v>
                  </c:pt>
                  <c:pt idx="125">
                    <c:v>1650</c:v>
                  </c:pt>
                  <c:pt idx="126">
                    <c:v>1660</c:v>
                  </c:pt>
                  <c:pt idx="127">
                    <c:v>1670</c:v>
                  </c:pt>
                  <c:pt idx="128">
                    <c:v>1680</c:v>
                  </c:pt>
                  <c:pt idx="129">
                    <c:v>1690</c:v>
                  </c:pt>
                  <c:pt idx="130">
                    <c:v>1700</c:v>
                  </c:pt>
                  <c:pt idx="131">
                    <c:v>1710</c:v>
                  </c:pt>
                  <c:pt idx="132">
                    <c:v>1720</c:v>
                  </c:pt>
                  <c:pt idx="133">
                    <c:v>1730</c:v>
                  </c:pt>
                  <c:pt idx="134">
                    <c:v>1740</c:v>
                  </c:pt>
                  <c:pt idx="135">
                    <c:v>1750</c:v>
                  </c:pt>
                  <c:pt idx="136">
                    <c:v>1760</c:v>
                  </c:pt>
                  <c:pt idx="137">
                    <c:v>1770</c:v>
                  </c:pt>
                  <c:pt idx="138">
                    <c:v>1780</c:v>
                  </c:pt>
                  <c:pt idx="139">
                    <c:v>1790</c:v>
                  </c:pt>
                  <c:pt idx="140">
                    <c:v>1800</c:v>
                  </c:pt>
                  <c:pt idx="141">
                    <c:v>1810</c:v>
                  </c:pt>
                  <c:pt idx="142">
                    <c:v>1820</c:v>
                  </c:pt>
                  <c:pt idx="143">
                    <c:v>1830</c:v>
                  </c:pt>
                  <c:pt idx="144">
                    <c:v>1840</c:v>
                  </c:pt>
                  <c:pt idx="145">
                    <c:v>1850</c:v>
                  </c:pt>
                  <c:pt idx="146">
                    <c:v>1860</c:v>
                  </c:pt>
                  <c:pt idx="147">
                    <c:v>1870</c:v>
                  </c:pt>
                  <c:pt idx="148">
                    <c:v>1880</c:v>
                  </c:pt>
                  <c:pt idx="149">
                    <c:v>1890</c:v>
                  </c:pt>
                  <c:pt idx="150">
                    <c:v>1900</c:v>
                  </c:pt>
                  <c:pt idx="151">
                    <c:v>1910</c:v>
                  </c:pt>
                  <c:pt idx="152">
                    <c:v>1920</c:v>
                  </c:pt>
                  <c:pt idx="153">
                    <c:v>1930</c:v>
                  </c:pt>
                  <c:pt idx="154">
                    <c:v>1940</c:v>
                  </c:pt>
                  <c:pt idx="155">
                    <c:v>1950</c:v>
                  </c:pt>
                  <c:pt idx="156">
                    <c:v>1960</c:v>
                  </c:pt>
                  <c:pt idx="157">
                    <c:v>1970</c:v>
                  </c:pt>
                  <c:pt idx="158">
                    <c:v>1980</c:v>
                  </c:pt>
                  <c:pt idx="159">
                    <c:v>1990</c:v>
                  </c:pt>
                  <c:pt idx="160">
                    <c:v>2000</c:v>
                  </c:pt>
                  <c:pt idx="161">
                    <c:v>2010</c:v>
                  </c:pt>
                  <c:pt idx="162">
                    <c:v>2020</c:v>
                  </c:pt>
                  <c:pt idx="163">
                    <c:v>2030</c:v>
                  </c:pt>
                  <c:pt idx="164">
                    <c:v>2040</c:v>
                  </c:pt>
                  <c:pt idx="165">
                    <c:v>2050</c:v>
                  </c:pt>
                  <c:pt idx="166">
                    <c:v>2060</c:v>
                  </c:pt>
                  <c:pt idx="167">
                    <c:v>2070</c:v>
                  </c:pt>
                  <c:pt idx="168">
                    <c:v>2080</c:v>
                  </c:pt>
                  <c:pt idx="169">
                    <c:v>2090</c:v>
                  </c:pt>
                  <c:pt idx="170">
                    <c:v>2100</c:v>
                  </c:pt>
                  <c:pt idx="171">
                    <c:v>2110</c:v>
                  </c:pt>
                  <c:pt idx="172">
                    <c:v>2120</c:v>
                  </c:pt>
                  <c:pt idx="173">
                    <c:v>2130</c:v>
                  </c:pt>
                  <c:pt idx="174">
                    <c:v>2140</c:v>
                  </c:pt>
                  <c:pt idx="175">
                    <c:v>2150</c:v>
                  </c:pt>
                  <c:pt idx="176">
                    <c:v>2160</c:v>
                  </c:pt>
                  <c:pt idx="177">
                    <c:v>2170</c:v>
                  </c:pt>
                  <c:pt idx="178">
                    <c:v>2180</c:v>
                  </c:pt>
                  <c:pt idx="179">
                    <c:v>2190</c:v>
                  </c:pt>
                  <c:pt idx="180">
                    <c:v>2200</c:v>
                  </c:pt>
                  <c:pt idx="181">
                    <c:v>2210</c:v>
                  </c:pt>
                  <c:pt idx="182">
                    <c:v>2220</c:v>
                  </c:pt>
                  <c:pt idx="183">
                    <c:v>2230</c:v>
                  </c:pt>
                  <c:pt idx="184">
                    <c:v>2240</c:v>
                  </c:pt>
                  <c:pt idx="185">
                    <c:v>2250</c:v>
                  </c:pt>
                  <c:pt idx="186">
                    <c:v>2260</c:v>
                  </c:pt>
                  <c:pt idx="187">
                    <c:v>2270</c:v>
                  </c:pt>
                  <c:pt idx="188">
                    <c:v>2280</c:v>
                  </c:pt>
                  <c:pt idx="189">
                    <c:v>2290</c:v>
                  </c:pt>
                  <c:pt idx="190">
                    <c:v>2300</c:v>
                  </c:pt>
                  <c:pt idx="191">
                    <c:v>2310</c:v>
                  </c:pt>
                  <c:pt idx="192">
                    <c:v>2320</c:v>
                  </c:pt>
                  <c:pt idx="193">
                    <c:v>2330</c:v>
                  </c:pt>
                  <c:pt idx="194">
                    <c:v>2340</c:v>
                  </c:pt>
                  <c:pt idx="195">
                    <c:v>2350</c:v>
                  </c:pt>
                  <c:pt idx="196">
                    <c:v>2360</c:v>
                  </c:pt>
                  <c:pt idx="197">
                    <c:v>2370</c:v>
                  </c:pt>
                  <c:pt idx="198">
                    <c:v>2380</c:v>
                  </c:pt>
                  <c:pt idx="199">
                    <c:v>2390</c:v>
                  </c:pt>
                  <c:pt idx="200">
                    <c:v>2400</c:v>
                  </c:pt>
                </c:lvl>
              </c:multiLvlStrCache>
            </c:multiLvlStrRef>
          </c:cat>
          <c:val>
            <c:numRef>
              <c:f>Sheet1!$D$2:$D$202</c:f>
              <c:numCache>
                <c:formatCode>General</c:formatCode>
                <c:ptCount val="201"/>
                <c:pt idx="0">
                  <c:v>0.02299</c:v>
                </c:pt>
                <c:pt idx="1">
                  <c:v>0.02238</c:v>
                </c:pt>
                <c:pt idx="2">
                  <c:v>0.02199</c:v>
                </c:pt>
                <c:pt idx="3">
                  <c:v>0.02164</c:v>
                </c:pt>
                <c:pt idx="4">
                  <c:v>0.02205</c:v>
                </c:pt>
                <c:pt idx="5">
                  <c:v>0.02282</c:v>
                </c:pt>
                <c:pt idx="6">
                  <c:v>0.02297</c:v>
                </c:pt>
                <c:pt idx="7">
                  <c:v>0.02284</c:v>
                </c:pt>
                <c:pt idx="8">
                  <c:v>0.02279</c:v>
                </c:pt>
                <c:pt idx="9">
                  <c:v>0.02324</c:v>
                </c:pt>
                <c:pt idx="10">
                  <c:v>0.02509</c:v>
                </c:pt>
                <c:pt idx="11">
                  <c:v>0.02767</c:v>
                </c:pt>
                <c:pt idx="12">
                  <c:v>0.02745</c:v>
                </c:pt>
                <c:pt idx="13">
                  <c:v>0.02306</c:v>
                </c:pt>
                <c:pt idx="14">
                  <c:v>0.02112</c:v>
                </c:pt>
                <c:pt idx="15">
                  <c:v>0.02147</c:v>
                </c:pt>
                <c:pt idx="16">
                  <c:v>0.02368</c:v>
                </c:pt>
                <c:pt idx="17">
                  <c:v>0.02838</c:v>
                </c:pt>
                <c:pt idx="18">
                  <c:v>0.03197</c:v>
                </c:pt>
                <c:pt idx="19">
                  <c:v>0.03325</c:v>
                </c:pt>
                <c:pt idx="20">
                  <c:v>0.03352</c:v>
                </c:pt>
                <c:pt idx="21">
                  <c:v>0.03396</c:v>
                </c:pt>
                <c:pt idx="22">
                  <c:v>0.03421</c:v>
                </c:pt>
                <c:pt idx="23">
                  <c:v>0.03438</c:v>
                </c:pt>
                <c:pt idx="24">
                  <c:v>0.03309</c:v>
                </c:pt>
                <c:pt idx="25">
                  <c:v>0.03012</c:v>
                </c:pt>
                <c:pt idx="26">
                  <c:v>0.02764</c:v>
                </c:pt>
                <c:pt idx="27">
                  <c:v>0.024</c:v>
                </c:pt>
                <c:pt idx="28">
                  <c:v>0.02293</c:v>
                </c:pt>
                <c:pt idx="29">
                  <c:v>0.0314</c:v>
                </c:pt>
                <c:pt idx="30">
                  <c:v>0.03965</c:v>
                </c:pt>
                <c:pt idx="31">
                  <c:v>0.02655</c:v>
                </c:pt>
                <c:pt idx="32">
                  <c:v>0.00044</c:v>
                </c:pt>
                <c:pt idx="33">
                  <c:v>-0.02565</c:v>
                </c:pt>
                <c:pt idx="34">
                  <c:v>-0.04173</c:v>
                </c:pt>
                <c:pt idx="35">
                  <c:v>-0.04806</c:v>
                </c:pt>
                <c:pt idx="36">
                  <c:v>-0.04904</c:v>
                </c:pt>
                <c:pt idx="37">
                  <c:v>-0.04802</c:v>
                </c:pt>
                <c:pt idx="38">
                  <c:v>-0.04648</c:v>
                </c:pt>
                <c:pt idx="39">
                  <c:v>-0.04494</c:v>
                </c:pt>
                <c:pt idx="40">
                  <c:v>-0.04347</c:v>
                </c:pt>
                <c:pt idx="41">
                  <c:v>-0.04208</c:v>
                </c:pt>
                <c:pt idx="42">
                  <c:v>-0.04077</c:v>
                </c:pt>
                <c:pt idx="43">
                  <c:v>-0.03953</c:v>
                </c:pt>
                <c:pt idx="44">
                  <c:v>-0.03838</c:v>
                </c:pt>
                <c:pt idx="45">
                  <c:v>-0.03734</c:v>
                </c:pt>
                <c:pt idx="46">
                  <c:v>-0.0364</c:v>
                </c:pt>
                <c:pt idx="47">
                  <c:v>-0.03552</c:v>
                </c:pt>
                <c:pt idx="48">
                  <c:v>-0.03463</c:v>
                </c:pt>
                <c:pt idx="49">
                  <c:v>-0.03371</c:v>
                </c:pt>
                <c:pt idx="50">
                  <c:v>-0.03279</c:v>
                </c:pt>
                <c:pt idx="51">
                  <c:v>-0.03181</c:v>
                </c:pt>
                <c:pt idx="52">
                  <c:v>-0.03075</c:v>
                </c:pt>
                <c:pt idx="53">
                  <c:v>-0.02959</c:v>
                </c:pt>
                <c:pt idx="54">
                  <c:v>-0.02809</c:v>
                </c:pt>
                <c:pt idx="55">
                  <c:v>-0.02608</c:v>
                </c:pt>
                <c:pt idx="56">
                  <c:v>-0.0239</c:v>
                </c:pt>
                <c:pt idx="57">
                  <c:v>-0.02238</c:v>
                </c:pt>
                <c:pt idx="58">
                  <c:v>-0.02132</c:v>
                </c:pt>
                <c:pt idx="59">
                  <c:v>-0.02039</c:v>
                </c:pt>
                <c:pt idx="60">
                  <c:v>-0.01972</c:v>
                </c:pt>
                <c:pt idx="61">
                  <c:v>-0.01988</c:v>
                </c:pt>
                <c:pt idx="62">
                  <c:v>-0.02021</c:v>
                </c:pt>
                <c:pt idx="63">
                  <c:v>-0.02049</c:v>
                </c:pt>
                <c:pt idx="64">
                  <c:v>-0.02084</c:v>
                </c:pt>
                <c:pt idx="65">
                  <c:v>-0.02118</c:v>
                </c:pt>
                <c:pt idx="66">
                  <c:v>-0.02141</c:v>
                </c:pt>
                <c:pt idx="67">
                  <c:v>-0.02152</c:v>
                </c:pt>
                <c:pt idx="68">
                  <c:v>-0.02143</c:v>
                </c:pt>
                <c:pt idx="69">
                  <c:v>-0.02112</c:v>
                </c:pt>
                <c:pt idx="70">
                  <c:v>-0.02071</c:v>
                </c:pt>
                <c:pt idx="71">
                  <c:v>-0.02025</c:v>
                </c:pt>
                <c:pt idx="72">
                  <c:v>-0.01962</c:v>
                </c:pt>
                <c:pt idx="73">
                  <c:v>-0.01838</c:v>
                </c:pt>
                <c:pt idx="74">
                  <c:v>-0.01589</c:v>
                </c:pt>
                <c:pt idx="75">
                  <c:v>-0.01338</c:v>
                </c:pt>
                <c:pt idx="76">
                  <c:v>-0.01198</c:v>
                </c:pt>
                <c:pt idx="77">
                  <c:v>-0.01131</c:v>
                </c:pt>
                <c:pt idx="78">
                  <c:v>-0.011</c:v>
                </c:pt>
                <c:pt idx="79">
                  <c:v>-0.01064</c:v>
                </c:pt>
                <c:pt idx="80">
                  <c:v>-0.01056</c:v>
                </c:pt>
                <c:pt idx="81">
                  <c:v>-0.01072</c:v>
                </c:pt>
                <c:pt idx="82">
                  <c:v>-0.01068</c:v>
                </c:pt>
                <c:pt idx="83">
                  <c:v>-0.01068</c:v>
                </c:pt>
                <c:pt idx="84">
                  <c:v>-0.01086</c:v>
                </c:pt>
                <c:pt idx="85">
                  <c:v>-0.01098</c:v>
                </c:pt>
                <c:pt idx="86">
                  <c:v>-0.01107</c:v>
                </c:pt>
                <c:pt idx="87">
                  <c:v>-0.01109</c:v>
                </c:pt>
                <c:pt idx="88">
                  <c:v>-0.01089</c:v>
                </c:pt>
                <c:pt idx="89">
                  <c:v>-0.01036</c:v>
                </c:pt>
                <c:pt idx="90">
                  <c:v>-0.00935</c:v>
                </c:pt>
                <c:pt idx="91">
                  <c:v>-0.00785</c:v>
                </c:pt>
                <c:pt idx="92">
                  <c:v>-0.00588</c:v>
                </c:pt>
                <c:pt idx="93">
                  <c:v>-0.00348</c:v>
                </c:pt>
                <c:pt idx="94">
                  <c:v>-0.00105</c:v>
                </c:pt>
                <c:pt idx="95">
                  <c:v>0.00075</c:v>
                </c:pt>
                <c:pt idx="96">
                  <c:v>0.00245</c:v>
                </c:pt>
                <c:pt idx="97">
                  <c:v>0.00584</c:v>
                </c:pt>
                <c:pt idx="98">
                  <c:v>0.01151</c:v>
                </c:pt>
                <c:pt idx="99">
                  <c:v>0.01927</c:v>
                </c:pt>
                <c:pt idx="100">
                  <c:v>0.02532</c:v>
                </c:pt>
                <c:pt idx="101">
                  <c:v>0.02819</c:v>
                </c:pt>
                <c:pt idx="102">
                  <c:v>0.02935</c:v>
                </c:pt>
                <c:pt idx="103">
                  <c:v>0.02997</c:v>
                </c:pt>
                <c:pt idx="104">
                  <c:v>0.03043</c:v>
                </c:pt>
                <c:pt idx="105">
                  <c:v>0.03076</c:v>
                </c:pt>
                <c:pt idx="106">
                  <c:v>0.03096</c:v>
                </c:pt>
                <c:pt idx="107">
                  <c:v>0.03103</c:v>
                </c:pt>
                <c:pt idx="108">
                  <c:v>0.03096</c:v>
                </c:pt>
                <c:pt idx="109">
                  <c:v>0.03067</c:v>
                </c:pt>
                <c:pt idx="110">
                  <c:v>0.0301</c:v>
                </c:pt>
                <c:pt idx="111">
                  <c:v>0.0292</c:v>
                </c:pt>
                <c:pt idx="112">
                  <c:v>0.02801</c:v>
                </c:pt>
                <c:pt idx="113">
                  <c:v>0.02662</c:v>
                </c:pt>
                <c:pt idx="114">
                  <c:v>0.0251</c:v>
                </c:pt>
                <c:pt idx="115">
                  <c:v>0.02351</c:v>
                </c:pt>
                <c:pt idx="116">
                  <c:v>0.02191</c:v>
                </c:pt>
                <c:pt idx="117">
                  <c:v>0.02043</c:v>
                </c:pt>
                <c:pt idx="118">
                  <c:v>0.0191</c:v>
                </c:pt>
                <c:pt idx="119">
                  <c:v>0.01791</c:v>
                </c:pt>
                <c:pt idx="120">
                  <c:v>0.01683</c:v>
                </c:pt>
                <c:pt idx="121">
                  <c:v>0.01589</c:v>
                </c:pt>
                <c:pt idx="122">
                  <c:v>0.01507</c:v>
                </c:pt>
                <c:pt idx="123">
                  <c:v>0.01434</c:v>
                </c:pt>
                <c:pt idx="124">
                  <c:v>0.01372</c:v>
                </c:pt>
                <c:pt idx="125">
                  <c:v>0.01319</c:v>
                </c:pt>
                <c:pt idx="126">
                  <c:v>0.01276</c:v>
                </c:pt>
                <c:pt idx="127">
                  <c:v>0.01251</c:v>
                </c:pt>
                <c:pt idx="128">
                  <c:v>0.01256</c:v>
                </c:pt>
                <c:pt idx="129">
                  <c:v>0.01286</c:v>
                </c:pt>
                <c:pt idx="130">
                  <c:v>0.01336</c:v>
                </c:pt>
                <c:pt idx="131">
                  <c:v>0.01382</c:v>
                </c:pt>
                <c:pt idx="132">
                  <c:v>0.01422</c:v>
                </c:pt>
                <c:pt idx="133">
                  <c:v>0.01467</c:v>
                </c:pt>
                <c:pt idx="134">
                  <c:v>0.0156</c:v>
                </c:pt>
                <c:pt idx="135">
                  <c:v>0.01687</c:v>
                </c:pt>
                <c:pt idx="136">
                  <c:v>0.01805</c:v>
                </c:pt>
                <c:pt idx="137">
                  <c:v>0.01883</c:v>
                </c:pt>
                <c:pt idx="138">
                  <c:v>0.0193</c:v>
                </c:pt>
                <c:pt idx="139">
                  <c:v>0.01946</c:v>
                </c:pt>
                <c:pt idx="140">
                  <c:v>0.01938</c:v>
                </c:pt>
                <c:pt idx="141">
                  <c:v>0.01935</c:v>
                </c:pt>
                <c:pt idx="142">
                  <c:v>0.02191</c:v>
                </c:pt>
                <c:pt idx="143">
                  <c:v>0.02383</c:v>
                </c:pt>
                <c:pt idx="144">
                  <c:v>0.02511</c:v>
                </c:pt>
                <c:pt idx="145">
                  <c:v>0.02722</c:v>
                </c:pt>
                <c:pt idx="146">
                  <c:v>0.03011</c:v>
                </c:pt>
                <c:pt idx="147">
                  <c:v>0.033</c:v>
                </c:pt>
                <c:pt idx="148">
                  <c:v>0.0343</c:v>
                </c:pt>
                <c:pt idx="149">
                  <c:v>0.03241</c:v>
                </c:pt>
                <c:pt idx="150">
                  <c:v>0.02904</c:v>
                </c:pt>
                <c:pt idx="151">
                  <c:v>0.0268</c:v>
                </c:pt>
                <c:pt idx="152">
                  <c:v>0.02593</c:v>
                </c:pt>
                <c:pt idx="153">
                  <c:v>0.02588</c:v>
                </c:pt>
                <c:pt idx="154">
                  <c:v>0.02635</c:v>
                </c:pt>
                <c:pt idx="155">
                  <c:v>0.02711</c:v>
                </c:pt>
                <c:pt idx="156">
                  <c:v>0.02801</c:v>
                </c:pt>
                <c:pt idx="157">
                  <c:v>0.02907</c:v>
                </c:pt>
                <c:pt idx="158">
                  <c:v>0.03037</c:v>
                </c:pt>
                <c:pt idx="159">
                  <c:v>0.03161</c:v>
                </c:pt>
                <c:pt idx="160">
                  <c:v>0.03278</c:v>
                </c:pt>
                <c:pt idx="161">
                  <c:v>0.03382</c:v>
                </c:pt>
                <c:pt idx="162">
                  <c:v>0.0347</c:v>
                </c:pt>
                <c:pt idx="163">
                  <c:v>0.03543</c:v>
                </c:pt>
                <c:pt idx="164">
                  <c:v>0.03601</c:v>
                </c:pt>
                <c:pt idx="165">
                  <c:v>0.03638</c:v>
                </c:pt>
                <c:pt idx="166">
                  <c:v>0.03662</c:v>
                </c:pt>
                <c:pt idx="167">
                  <c:v>0.03683</c:v>
                </c:pt>
                <c:pt idx="168">
                  <c:v>0.03696</c:v>
                </c:pt>
                <c:pt idx="169">
                  <c:v>0.03699</c:v>
                </c:pt>
                <c:pt idx="170">
                  <c:v>0.03695</c:v>
                </c:pt>
                <c:pt idx="171">
                  <c:v>0.03689</c:v>
                </c:pt>
                <c:pt idx="172">
                  <c:v>0.03688</c:v>
                </c:pt>
                <c:pt idx="173">
                  <c:v>0.03685</c:v>
                </c:pt>
                <c:pt idx="174">
                  <c:v>0.03666</c:v>
                </c:pt>
                <c:pt idx="175">
                  <c:v>0.03638</c:v>
                </c:pt>
                <c:pt idx="176">
                  <c:v>0.03608</c:v>
                </c:pt>
                <c:pt idx="177">
                  <c:v>0.03573</c:v>
                </c:pt>
                <c:pt idx="178">
                  <c:v>0.03541</c:v>
                </c:pt>
                <c:pt idx="179">
                  <c:v>0.03517</c:v>
                </c:pt>
                <c:pt idx="180">
                  <c:v>0.03507</c:v>
                </c:pt>
                <c:pt idx="181">
                  <c:v>0.03516</c:v>
                </c:pt>
                <c:pt idx="182">
                  <c:v>0.03537</c:v>
                </c:pt>
                <c:pt idx="183">
                  <c:v>0.03565</c:v>
                </c:pt>
                <c:pt idx="184">
                  <c:v>0.03607</c:v>
                </c:pt>
                <c:pt idx="185">
                  <c:v>0.03694</c:v>
                </c:pt>
                <c:pt idx="186">
                  <c:v>0.03857</c:v>
                </c:pt>
                <c:pt idx="187">
                  <c:v>0.04081</c:v>
                </c:pt>
                <c:pt idx="188">
                  <c:v>0.04299</c:v>
                </c:pt>
                <c:pt idx="189">
                  <c:v>0.04571</c:v>
                </c:pt>
                <c:pt idx="190">
                  <c:v>0.04984</c:v>
                </c:pt>
                <c:pt idx="191">
                  <c:v>0.05084</c:v>
                </c:pt>
                <c:pt idx="192">
                  <c:v>0.04696</c:v>
                </c:pt>
                <c:pt idx="193">
                  <c:v>0.046</c:v>
                </c:pt>
                <c:pt idx="194">
                  <c:v>0.0485</c:v>
                </c:pt>
                <c:pt idx="195">
                  <c:v>0.04955</c:v>
                </c:pt>
                <c:pt idx="196">
                  <c:v>0.04725</c:v>
                </c:pt>
                <c:pt idx="197">
                  <c:v>0.04687</c:v>
                </c:pt>
                <c:pt idx="198">
                  <c:v>0.04675</c:v>
                </c:pt>
                <c:pt idx="199">
                  <c:v>0.04628</c:v>
                </c:pt>
                <c:pt idx="200">
                  <c:v>0.04577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13 Mar</c:v>
                </c:pt>
              </c:strCache>
            </c:strRef>
          </c:tx>
          <c:spPr>
            <a:solidFill>
              <a:srgbClr val="B03A2E"/>
            </a:solidFill>
            <a:ln w="25400" cap="flat">
              <a:solidFill>
                <a:srgbClr val="B03A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03A2E"/>
              </a:solidFill>
              <a:ln w="9525" cap="flat">
                <a:solidFill>
                  <a:srgbClr val="B03A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Sheet1!$A$2:$A$202</c:f>
              <c:multiLvlStrCache>
                <c:ptCount val="201"/>
                <c:lvl>
                  <c:pt idx="0">
                    <c:v>400</c:v>
                  </c:pt>
                  <c:pt idx="1">
                    <c:v>410</c:v>
                  </c:pt>
                  <c:pt idx="2">
                    <c:v>420</c:v>
                  </c:pt>
                  <c:pt idx="3">
                    <c:v>430</c:v>
                  </c:pt>
                  <c:pt idx="4">
                    <c:v>440</c:v>
                  </c:pt>
                  <c:pt idx="5">
                    <c:v>450</c:v>
                  </c:pt>
                  <c:pt idx="6">
                    <c:v>460</c:v>
                  </c:pt>
                  <c:pt idx="7">
                    <c:v>470</c:v>
                  </c:pt>
                  <c:pt idx="8">
                    <c:v>480</c:v>
                  </c:pt>
                  <c:pt idx="9">
                    <c:v>490</c:v>
                  </c:pt>
                  <c:pt idx="10">
                    <c:v>500</c:v>
                  </c:pt>
                  <c:pt idx="11">
                    <c:v>510</c:v>
                  </c:pt>
                  <c:pt idx="12">
                    <c:v>520</c:v>
                  </c:pt>
                  <c:pt idx="13">
                    <c:v>530</c:v>
                  </c:pt>
                  <c:pt idx="14">
                    <c:v>540</c:v>
                  </c:pt>
                  <c:pt idx="15">
                    <c:v>550</c:v>
                  </c:pt>
                  <c:pt idx="16">
                    <c:v>560</c:v>
                  </c:pt>
                  <c:pt idx="17">
                    <c:v>570</c:v>
                  </c:pt>
                  <c:pt idx="18">
                    <c:v>580</c:v>
                  </c:pt>
                  <c:pt idx="19">
                    <c:v>590</c:v>
                  </c:pt>
                  <c:pt idx="20">
                    <c:v>600</c:v>
                  </c:pt>
                  <c:pt idx="21">
                    <c:v>610</c:v>
                  </c:pt>
                  <c:pt idx="22">
                    <c:v>620</c:v>
                  </c:pt>
                  <c:pt idx="23">
                    <c:v>630</c:v>
                  </c:pt>
                  <c:pt idx="24">
                    <c:v>640</c:v>
                  </c:pt>
                  <c:pt idx="25">
                    <c:v>650</c:v>
                  </c:pt>
                  <c:pt idx="26">
                    <c:v>660</c:v>
                  </c:pt>
                  <c:pt idx="27">
                    <c:v>670</c:v>
                  </c:pt>
                  <c:pt idx="28">
                    <c:v>680</c:v>
                  </c:pt>
                  <c:pt idx="29">
                    <c:v>690</c:v>
                  </c:pt>
                  <c:pt idx="30">
                    <c:v>700</c:v>
                  </c:pt>
                  <c:pt idx="31">
                    <c:v>710</c:v>
                  </c:pt>
                  <c:pt idx="32">
                    <c:v>720</c:v>
                  </c:pt>
                  <c:pt idx="33">
                    <c:v>730</c:v>
                  </c:pt>
                  <c:pt idx="34">
                    <c:v>740</c:v>
                  </c:pt>
                  <c:pt idx="35">
                    <c:v>750</c:v>
                  </c:pt>
                  <c:pt idx="36">
                    <c:v>760</c:v>
                  </c:pt>
                  <c:pt idx="37">
                    <c:v>770</c:v>
                  </c:pt>
                  <c:pt idx="38">
                    <c:v>780</c:v>
                  </c:pt>
                  <c:pt idx="39">
                    <c:v>790</c:v>
                  </c:pt>
                  <c:pt idx="40">
                    <c:v>800</c:v>
                  </c:pt>
                  <c:pt idx="41">
                    <c:v>810</c:v>
                  </c:pt>
                  <c:pt idx="42">
                    <c:v>820</c:v>
                  </c:pt>
                  <c:pt idx="43">
                    <c:v>830</c:v>
                  </c:pt>
                  <c:pt idx="44">
                    <c:v>840</c:v>
                  </c:pt>
                  <c:pt idx="45">
                    <c:v>850</c:v>
                  </c:pt>
                  <c:pt idx="46">
                    <c:v>860</c:v>
                  </c:pt>
                  <c:pt idx="47">
                    <c:v>870</c:v>
                  </c:pt>
                  <c:pt idx="48">
                    <c:v>880</c:v>
                  </c:pt>
                  <c:pt idx="49">
                    <c:v>890</c:v>
                  </c:pt>
                  <c:pt idx="50">
                    <c:v>900</c:v>
                  </c:pt>
                  <c:pt idx="51">
                    <c:v>910</c:v>
                  </c:pt>
                  <c:pt idx="52">
                    <c:v>920</c:v>
                  </c:pt>
                  <c:pt idx="53">
                    <c:v>930</c:v>
                  </c:pt>
                  <c:pt idx="54">
                    <c:v>940</c:v>
                  </c:pt>
                  <c:pt idx="55">
                    <c:v>950</c:v>
                  </c:pt>
                  <c:pt idx="56">
                    <c:v>960</c:v>
                  </c:pt>
                  <c:pt idx="57">
                    <c:v>970</c:v>
                  </c:pt>
                  <c:pt idx="58">
                    <c:v>980</c:v>
                  </c:pt>
                  <c:pt idx="59">
                    <c:v>990</c:v>
                  </c:pt>
                  <c:pt idx="60">
                    <c:v>1000</c:v>
                  </c:pt>
                  <c:pt idx="61">
                    <c:v>1010</c:v>
                  </c:pt>
                  <c:pt idx="62">
                    <c:v>1020</c:v>
                  </c:pt>
                  <c:pt idx="63">
                    <c:v>1030</c:v>
                  </c:pt>
                  <c:pt idx="64">
                    <c:v>1040</c:v>
                  </c:pt>
                  <c:pt idx="65">
                    <c:v>1050</c:v>
                  </c:pt>
                  <c:pt idx="66">
                    <c:v>1060</c:v>
                  </c:pt>
                  <c:pt idx="67">
                    <c:v>1070</c:v>
                  </c:pt>
                  <c:pt idx="68">
                    <c:v>1080</c:v>
                  </c:pt>
                  <c:pt idx="69">
                    <c:v>1090</c:v>
                  </c:pt>
                  <c:pt idx="70">
                    <c:v>1100</c:v>
                  </c:pt>
                  <c:pt idx="71">
                    <c:v>1110</c:v>
                  </c:pt>
                  <c:pt idx="72">
                    <c:v>1120</c:v>
                  </c:pt>
                  <c:pt idx="73">
                    <c:v>1130</c:v>
                  </c:pt>
                  <c:pt idx="74">
                    <c:v>1140</c:v>
                  </c:pt>
                  <c:pt idx="75">
                    <c:v>1150</c:v>
                  </c:pt>
                  <c:pt idx="76">
                    <c:v>1160</c:v>
                  </c:pt>
                  <c:pt idx="77">
                    <c:v>1170</c:v>
                  </c:pt>
                  <c:pt idx="78">
                    <c:v>1180</c:v>
                  </c:pt>
                  <c:pt idx="79">
                    <c:v>1190</c:v>
                  </c:pt>
                  <c:pt idx="80">
                    <c:v>1200</c:v>
                  </c:pt>
                  <c:pt idx="81">
                    <c:v>1210</c:v>
                  </c:pt>
                  <c:pt idx="82">
                    <c:v>1220</c:v>
                  </c:pt>
                  <c:pt idx="83">
                    <c:v>1230</c:v>
                  </c:pt>
                  <c:pt idx="84">
                    <c:v>1240</c:v>
                  </c:pt>
                  <c:pt idx="85">
                    <c:v>1250</c:v>
                  </c:pt>
                  <c:pt idx="86">
                    <c:v>1260</c:v>
                  </c:pt>
                  <c:pt idx="87">
                    <c:v>1270</c:v>
                  </c:pt>
                  <c:pt idx="88">
                    <c:v>1280</c:v>
                  </c:pt>
                  <c:pt idx="89">
                    <c:v>1290</c:v>
                  </c:pt>
                  <c:pt idx="90">
                    <c:v>1300</c:v>
                  </c:pt>
                  <c:pt idx="91">
                    <c:v>1310</c:v>
                  </c:pt>
                  <c:pt idx="92">
                    <c:v>1320</c:v>
                  </c:pt>
                  <c:pt idx="93">
                    <c:v>1330</c:v>
                  </c:pt>
                  <c:pt idx="94">
                    <c:v>1340</c:v>
                  </c:pt>
                  <c:pt idx="95">
                    <c:v>1350</c:v>
                  </c:pt>
                  <c:pt idx="96">
                    <c:v>1360</c:v>
                  </c:pt>
                  <c:pt idx="97">
                    <c:v>1370</c:v>
                  </c:pt>
                  <c:pt idx="98">
                    <c:v>1380</c:v>
                  </c:pt>
                  <c:pt idx="99">
                    <c:v>1390</c:v>
                  </c:pt>
                  <c:pt idx="100">
                    <c:v>1400</c:v>
                  </c:pt>
                  <c:pt idx="101">
                    <c:v>1410</c:v>
                  </c:pt>
                  <c:pt idx="102">
                    <c:v>1420</c:v>
                  </c:pt>
                  <c:pt idx="103">
                    <c:v>1430</c:v>
                  </c:pt>
                  <c:pt idx="104">
                    <c:v>1440</c:v>
                  </c:pt>
                  <c:pt idx="105">
                    <c:v>1450</c:v>
                  </c:pt>
                  <c:pt idx="106">
                    <c:v>1460</c:v>
                  </c:pt>
                  <c:pt idx="107">
                    <c:v>1470</c:v>
                  </c:pt>
                  <c:pt idx="108">
                    <c:v>1480</c:v>
                  </c:pt>
                  <c:pt idx="109">
                    <c:v>1490</c:v>
                  </c:pt>
                  <c:pt idx="110">
                    <c:v>1500</c:v>
                  </c:pt>
                  <c:pt idx="111">
                    <c:v>1510</c:v>
                  </c:pt>
                  <c:pt idx="112">
                    <c:v>1520</c:v>
                  </c:pt>
                  <c:pt idx="113">
                    <c:v>1530</c:v>
                  </c:pt>
                  <c:pt idx="114">
                    <c:v>1540</c:v>
                  </c:pt>
                  <c:pt idx="115">
                    <c:v>1550</c:v>
                  </c:pt>
                  <c:pt idx="116">
                    <c:v>1560</c:v>
                  </c:pt>
                  <c:pt idx="117">
                    <c:v>1570</c:v>
                  </c:pt>
                  <c:pt idx="118">
                    <c:v>1580</c:v>
                  </c:pt>
                  <c:pt idx="119">
                    <c:v>1590</c:v>
                  </c:pt>
                  <c:pt idx="120">
                    <c:v>1600</c:v>
                  </c:pt>
                  <c:pt idx="121">
                    <c:v>1610</c:v>
                  </c:pt>
                  <c:pt idx="122">
                    <c:v>1620</c:v>
                  </c:pt>
                  <c:pt idx="123">
                    <c:v>1630</c:v>
                  </c:pt>
                  <c:pt idx="124">
                    <c:v>1640</c:v>
                  </c:pt>
                  <c:pt idx="125">
                    <c:v>1650</c:v>
                  </c:pt>
                  <c:pt idx="126">
                    <c:v>1660</c:v>
                  </c:pt>
                  <c:pt idx="127">
                    <c:v>1670</c:v>
                  </c:pt>
                  <c:pt idx="128">
                    <c:v>1680</c:v>
                  </c:pt>
                  <c:pt idx="129">
                    <c:v>1690</c:v>
                  </c:pt>
                  <c:pt idx="130">
                    <c:v>1700</c:v>
                  </c:pt>
                  <c:pt idx="131">
                    <c:v>1710</c:v>
                  </c:pt>
                  <c:pt idx="132">
                    <c:v>1720</c:v>
                  </c:pt>
                  <c:pt idx="133">
                    <c:v>1730</c:v>
                  </c:pt>
                  <c:pt idx="134">
                    <c:v>1740</c:v>
                  </c:pt>
                  <c:pt idx="135">
                    <c:v>1750</c:v>
                  </c:pt>
                  <c:pt idx="136">
                    <c:v>1760</c:v>
                  </c:pt>
                  <c:pt idx="137">
                    <c:v>1770</c:v>
                  </c:pt>
                  <c:pt idx="138">
                    <c:v>1780</c:v>
                  </c:pt>
                  <c:pt idx="139">
                    <c:v>1790</c:v>
                  </c:pt>
                  <c:pt idx="140">
                    <c:v>1800</c:v>
                  </c:pt>
                  <c:pt idx="141">
                    <c:v>1810</c:v>
                  </c:pt>
                  <c:pt idx="142">
                    <c:v>1820</c:v>
                  </c:pt>
                  <c:pt idx="143">
                    <c:v>1830</c:v>
                  </c:pt>
                  <c:pt idx="144">
                    <c:v>1840</c:v>
                  </c:pt>
                  <c:pt idx="145">
                    <c:v>1850</c:v>
                  </c:pt>
                  <c:pt idx="146">
                    <c:v>1860</c:v>
                  </c:pt>
                  <c:pt idx="147">
                    <c:v>1870</c:v>
                  </c:pt>
                  <c:pt idx="148">
                    <c:v>1880</c:v>
                  </c:pt>
                  <c:pt idx="149">
                    <c:v>1890</c:v>
                  </c:pt>
                  <c:pt idx="150">
                    <c:v>1900</c:v>
                  </c:pt>
                  <c:pt idx="151">
                    <c:v>1910</c:v>
                  </c:pt>
                  <c:pt idx="152">
                    <c:v>1920</c:v>
                  </c:pt>
                  <c:pt idx="153">
                    <c:v>1930</c:v>
                  </c:pt>
                  <c:pt idx="154">
                    <c:v>1940</c:v>
                  </c:pt>
                  <c:pt idx="155">
                    <c:v>1950</c:v>
                  </c:pt>
                  <c:pt idx="156">
                    <c:v>1960</c:v>
                  </c:pt>
                  <c:pt idx="157">
                    <c:v>1970</c:v>
                  </c:pt>
                  <c:pt idx="158">
                    <c:v>1980</c:v>
                  </c:pt>
                  <c:pt idx="159">
                    <c:v>1990</c:v>
                  </c:pt>
                  <c:pt idx="160">
                    <c:v>2000</c:v>
                  </c:pt>
                  <c:pt idx="161">
                    <c:v>2010</c:v>
                  </c:pt>
                  <c:pt idx="162">
                    <c:v>2020</c:v>
                  </c:pt>
                  <c:pt idx="163">
                    <c:v>2030</c:v>
                  </c:pt>
                  <c:pt idx="164">
                    <c:v>2040</c:v>
                  </c:pt>
                  <c:pt idx="165">
                    <c:v>2050</c:v>
                  </c:pt>
                  <c:pt idx="166">
                    <c:v>2060</c:v>
                  </c:pt>
                  <c:pt idx="167">
                    <c:v>2070</c:v>
                  </c:pt>
                  <c:pt idx="168">
                    <c:v>2080</c:v>
                  </c:pt>
                  <c:pt idx="169">
                    <c:v>2090</c:v>
                  </c:pt>
                  <c:pt idx="170">
                    <c:v>2100</c:v>
                  </c:pt>
                  <c:pt idx="171">
                    <c:v>2110</c:v>
                  </c:pt>
                  <c:pt idx="172">
                    <c:v>2120</c:v>
                  </c:pt>
                  <c:pt idx="173">
                    <c:v>2130</c:v>
                  </c:pt>
                  <c:pt idx="174">
                    <c:v>2140</c:v>
                  </c:pt>
                  <c:pt idx="175">
                    <c:v>2150</c:v>
                  </c:pt>
                  <c:pt idx="176">
                    <c:v>2160</c:v>
                  </c:pt>
                  <c:pt idx="177">
                    <c:v>2170</c:v>
                  </c:pt>
                  <c:pt idx="178">
                    <c:v>2180</c:v>
                  </c:pt>
                  <c:pt idx="179">
                    <c:v>2190</c:v>
                  </c:pt>
                  <c:pt idx="180">
                    <c:v>2200</c:v>
                  </c:pt>
                  <c:pt idx="181">
                    <c:v>2210</c:v>
                  </c:pt>
                  <c:pt idx="182">
                    <c:v>2220</c:v>
                  </c:pt>
                  <c:pt idx="183">
                    <c:v>2230</c:v>
                  </c:pt>
                  <c:pt idx="184">
                    <c:v>2240</c:v>
                  </c:pt>
                  <c:pt idx="185">
                    <c:v>2250</c:v>
                  </c:pt>
                  <c:pt idx="186">
                    <c:v>2260</c:v>
                  </c:pt>
                  <c:pt idx="187">
                    <c:v>2270</c:v>
                  </c:pt>
                  <c:pt idx="188">
                    <c:v>2280</c:v>
                  </c:pt>
                  <c:pt idx="189">
                    <c:v>2290</c:v>
                  </c:pt>
                  <c:pt idx="190">
                    <c:v>2300</c:v>
                  </c:pt>
                  <c:pt idx="191">
                    <c:v>2310</c:v>
                  </c:pt>
                  <c:pt idx="192">
                    <c:v>2320</c:v>
                  </c:pt>
                  <c:pt idx="193">
                    <c:v>2330</c:v>
                  </c:pt>
                  <c:pt idx="194">
                    <c:v>2340</c:v>
                  </c:pt>
                  <c:pt idx="195">
                    <c:v>2350</c:v>
                  </c:pt>
                  <c:pt idx="196">
                    <c:v>2360</c:v>
                  </c:pt>
                  <c:pt idx="197">
                    <c:v>2370</c:v>
                  </c:pt>
                  <c:pt idx="198">
                    <c:v>2380</c:v>
                  </c:pt>
                  <c:pt idx="199">
                    <c:v>2390</c:v>
                  </c:pt>
                  <c:pt idx="200">
                    <c:v>2400</c:v>
                  </c:pt>
                </c:lvl>
              </c:multiLvlStrCache>
            </c:multiLvlStrRef>
          </c:cat>
          <c:val>
            <c:numRef>
              <c:f>Sheet1!$E$2:$E$202</c:f>
              <c:numCache>
                <c:formatCode>General</c:formatCode>
                <c:ptCount val="201"/>
                <c:pt idx="0">
                  <c:v>0.00398</c:v>
                </c:pt>
                <c:pt idx="1">
                  <c:v>0.00379</c:v>
                </c:pt>
                <c:pt idx="2">
                  <c:v>0.00406</c:v>
                </c:pt>
                <c:pt idx="3">
                  <c:v>0.00427</c:v>
                </c:pt>
                <c:pt idx="4">
                  <c:v>0.00462</c:v>
                </c:pt>
                <c:pt idx="5">
                  <c:v>0.00501</c:v>
                </c:pt>
                <c:pt idx="6">
                  <c:v>0.00538</c:v>
                </c:pt>
                <c:pt idx="7">
                  <c:v>0.00599</c:v>
                </c:pt>
                <c:pt idx="8">
                  <c:v>0.00641</c:v>
                </c:pt>
                <c:pt idx="9">
                  <c:v>0.00682</c:v>
                </c:pt>
                <c:pt idx="10">
                  <c:v>0.00717</c:v>
                </c:pt>
                <c:pt idx="11">
                  <c:v>0.00662</c:v>
                </c:pt>
                <c:pt idx="12">
                  <c:v>0.00394</c:v>
                </c:pt>
                <c:pt idx="13">
                  <c:v>0.00008</c:v>
                </c:pt>
                <c:pt idx="14">
                  <c:v>-0.00183</c:v>
                </c:pt>
                <c:pt idx="15">
                  <c:v>-0.00214</c:v>
                </c:pt>
                <c:pt idx="16">
                  <c:v>-0.00044</c:v>
                </c:pt>
                <c:pt idx="17">
                  <c:v>0.00373</c:v>
                </c:pt>
                <c:pt idx="18">
                  <c:v>0.00769</c:v>
                </c:pt>
                <c:pt idx="19">
                  <c:v>0.01021</c:v>
                </c:pt>
                <c:pt idx="20">
                  <c:v>0.01194</c:v>
                </c:pt>
                <c:pt idx="21">
                  <c:v>0.01406</c:v>
                </c:pt>
                <c:pt idx="22">
                  <c:v>0.01627</c:v>
                </c:pt>
                <c:pt idx="23">
                  <c:v>0.01787</c:v>
                </c:pt>
                <c:pt idx="24">
                  <c:v>0.01886</c:v>
                </c:pt>
                <c:pt idx="25">
                  <c:v>0.0189</c:v>
                </c:pt>
                <c:pt idx="26">
                  <c:v>0.0186</c:v>
                </c:pt>
                <c:pt idx="27">
                  <c:v>0.01782</c:v>
                </c:pt>
                <c:pt idx="28">
                  <c:v>0.01839</c:v>
                </c:pt>
                <c:pt idx="29">
                  <c:v>0.02202</c:v>
                </c:pt>
                <c:pt idx="30">
                  <c:v>0.02317</c:v>
                </c:pt>
                <c:pt idx="31">
                  <c:v>0.01805</c:v>
                </c:pt>
                <c:pt idx="32">
                  <c:v>0.0112</c:v>
                </c:pt>
                <c:pt idx="33">
                  <c:v>0.00584</c:v>
                </c:pt>
                <c:pt idx="34">
                  <c:v>0.00331</c:v>
                </c:pt>
                <c:pt idx="35">
                  <c:v>0.00289</c:v>
                </c:pt>
                <c:pt idx="36">
                  <c:v>0.00347</c:v>
                </c:pt>
                <c:pt idx="37">
                  <c:v>0.00434</c:v>
                </c:pt>
                <c:pt idx="38">
                  <c:v>0.00523</c:v>
                </c:pt>
                <c:pt idx="39">
                  <c:v>0.00607</c:v>
                </c:pt>
                <c:pt idx="40">
                  <c:v>0.00686</c:v>
                </c:pt>
                <c:pt idx="41">
                  <c:v>0.0076</c:v>
                </c:pt>
                <c:pt idx="42">
                  <c:v>0.00829</c:v>
                </c:pt>
                <c:pt idx="43">
                  <c:v>0.00894</c:v>
                </c:pt>
                <c:pt idx="44">
                  <c:v>0.00953</c:v>
                </c:pt>
                <c:pt idx="45">
                  <c:v>0.01002</c:v>
                </c:pt>
                <c:pt idx="46">
                  <c:v>0.01045</c:v>
                </c:pt>
                <c:pt idx="47">
                  <c:v>0.01084</c:v>
                </c:pt>
                <c:pt idx="48">
                  <c:v>0.01122</c:v>
                </c:pt>
                <c:pt idx="49">
                  <c:v>0.01158</c:v>
                </c:pt>
                <c:pt idx="50">
                  <c:v>0.01197</c:v>
                </c:pt>
                <c:pt idx="51">
                  <c:v>0.01236</c:v>
                </c:pt>
                <c:pt idx="52">
                  <c:v>0.0128</c:v>
                </c:pt>
                <c:pt idx="53">
                  <c:v>0.01332</c:v>
                </c:pt>
                <c:pt idx="54">
                  <c:v>0.0139</c:v>
                </c:pt>
                <c:pt idx="55">
                  <c:v>0.0147</c:v>
                </c:pt>
                <c:pt idx="56">
                  <c:v>0.01554</c:v>
                </c:pt>
                <c:pt idx="57">
                  <c:v>0.016</c:v>
                </c:pt>
                <c:pt idx="58">
                  <c:v>0.01625</c:v>
                </c:pt>
                <c:pt idx="59">
                  <c:v>0.01648</c:v>
                </c:pt>
                <c:pt idx="60">
                  <c:v>0.01657</c:v>
                </c:pt>
                <c:pt idx="61">
                  <c:v>0.0165</c:v>
                </c:pt>
                <c:pt idx="62">
                  <c:v>0.01643</c:v>
                </c:pt>
                <c:pt idx="63">
                  <c:v>0.01632</c:v>
                </c:pt>
                <c:pt idx="64">
                  <c:v>0.01616</c:v>
                </c:pt>
                <c:pt idx="65">
                  <c:v>0.01601</c:v>
                </c:pt>
                <c:pt idx="66">
                  <c:v>0.01592</c:v>
                </c:pt>
                <c:pt idx="67">
                  <c:v>0.01598</c:v>
                </c:pt>
                <c:pt idx="68">
                  <c:v>0.01613</c:v>
                </c:pt>
                <c:pt idx="69">
                  <c:v>0.01635</c:v>
                </c:pt>
                <c:pt idx="70">
                  <c:v>0.01661</c:v>
                </c:pt>
                <c:pt idx="71">
                  <c:v>0.01685</c:v>
                </c:pt>
                <c:pt idx="72">
                  <c:v>0.01713</c:v>
                </c:pt>
                <c:pt idx="73">
                  <c:v>0.0177</c:v>
                </c:pt>
                <c:pt idx="74">
                  <c:v>0.01875</c:v>
                </c:pt>
                <c:pt idx="75">
                  <c:v>0.01971</c:v>
                </c:pt>
                <c:pt idx="76">
                  <c:v>0.02006</c:v>
                </c:pt>
                <c:pt idx="77">
                  <c:v>0.02003</c:v>
                </c:pt>
                <c:pt idx="78">
                  <c:v>0.01999</c:v>
                </c:pt>
                <c:pt idx="79">
                  <c:v>0.01998</c:v>
                </c:pt>
                <c:pt idx="80">
                  <c:v>0.01995</c:v>
                </c:pt>
                <c:pt idx="81">
                  <c:v>0.01992</c:v>
                </c:pt>
                <c:pt idx="82">
                  <c:v>0.01993</c:v>
                </c:pt>
                <c:pt idx="83">
                  <c:v>0.01993</c:v>
                </c:pt>
                <c:pt idx="84">
                  <c:v>0.01995</c:v>
                </c:pt>
                <c:pt idx="85">
                  <c:v>0.01999</c:v>
                </c:pt>
                <c:pt idx="86">
                  <c:v>0.01997</c:v>
                </c:pt>
                <c:pt idx="87">
                  <c:v>0.01994</c:v>
                </c:pt>
                <c:pt idx="88">
                  <c:v>0.02004</c:v>
                </c:pt>
                <c:pt idx="89">
                  <c:v>0.02031</c:v>
                </c:pt>
                <c:pt idx="90">
                  <c:v>0.02083</c:v>
                </c:pt>
                <c:pt idx="91">
                  <c:v>0.02152</c:v>
                </c:pt>
                <c:pt idx="92">
                  <c:v>0.02235</c:v>
                </c:pt>
                <c:pt idx="93">
                  <c:v>0.0232</c:v>
                </c:pt>
                <c:pt idx="94">
                  <c:v>0.02388</c:v>
                </c:pt>
                <c:pt idx="95">
                  <c:v>0.02409</c:v>
                </c:pt>
                <c:pt idx="96">
                  <c:v>0.02423</c:v>
                </c:pt>
                <c:pt idx="97">
                  <c:v>0.02529</c:v>
                </c:pt>
                <c:pt idx="98">
                  <c:v>0.02656</c:v>
                </c:pt>
                <c:pt idx="99">
                  <c:v>0.02762</c:v>
                </c:pt>
                <c:pt idx="100">
                  <c:v>0.02729</c:v>
                </c:pt>
                <c:pt idx="101">
                  <c:v>0.02616</c:v>
                </c:pt>
                <c:pt idx="102">
                  <c:v>0.02519</c:v>
                </c:pt>
                <c:pt idx="103">
                  <c:v>0.02464</c:v>
                </c:pt>
                <c:pt idx="104">
                  <c:v>0.02442</c:v>
                </c:pt>
                <c:pt idx="105">
                  <c:v>0.02441</c:v>
                </c:pt>
                <c:pt idx="106">
                  <c:v>0.02453</c:v>
                </c:pt>
                <c:pt idx="107">
                  <c:v>0.02481</c:v>
                </c:pt>
                <c:pt idx="108">
                  <c:v>0.02524</c:v>
                </c:pt>
                <c:pt idx="109">
                  <c:v>0.02565</c:v>
                </c:pt>
                <c:pt idx="110">
                  <c:v>0.02599</c:v>
                </c:pt>
                <c:pt idx="111">
                  <c:v>0.02619</c:v>
                </c:pt>
                <c:pt idx="112">
                  <c:v>0.02626</c:v>
                </c:pt>
                <c:pt idx="113">
                  <c:v>0.0262</c:v>
                </c:pt>
                <c:pt idx="114">
                  <c:v>0.02606</c:v>
                </c:pt>
                <c:pt idx="115">
                  <c:v>0.02584</c:v>
                </c:pt>
                <c:pt idx="116">
                  <c:v>0.02556</c:v>
                </c:pt>
                <c:pt idx="117">
                  <c:v>0.02529</c:v>
                </c:pt>
                <c:pt idx="118">
                  <c:v>0.02505</c:v>
                </c:pt>
                <c:pt idx="119">
                  <c:v>0.02484</c:v>
                </c:pt>
                <c:pt idx="120">
                  <c:v>0.02468</c:v>
                </c:pt>
                <c:pt idx="121">
                  <c:v>0.02453</c:v>
                </c:pt>
                <c:pt idx="122">
                  <c:v>0.02436</c:v>
                </c:pt>
                <c:pt idx="123">
                  <c:v>0.02422</c:v>
                </c:pt>
                <c:pt idx="124">
                  <c:v>0.02411</c:v>
                </c:pt>
                <c:pt idx="125">
                  <c:v>0.02398</c:v>
                </c:pt>
                <c:pt idx="126">
                  <c:v>0.02382</c:v>
                </c:pt>
                <c:pt idx="127">
                  <c:v>0.02364</c:v>
                </c:pt>
                <c:pt idx="128">
                  <c:v>0.02343</c:v>
                </c:pt>
                <c:pt idx="129">
                  <c:v>0.0233</c:v>
                </c:pt>
                <c:pt idx="130">
                  <c:v>0.02328</c:v>
                </c:pt>
                <c:pt idx="131">
                  <c:v>0.02326</c:v>
                </c:pt>
                <c:pt idx="132">
                  <c:v>0.02326</c:v>
                </c:pt>
                <c:pt idx="133">
                  <c:v>0.02338</c:v>
                </c:pt>
                <c:pt idx="134">
                  <c:v>0.02369</c:v>
                </c:pt>
                <c:pt idx="135">
                  <c:v>0.02404</c:v>
                </c:pt>
                <c:pt idx="136">
                  <c:v>0.02439</c:v>
                </c:pt>
                <c:pt idx="137">
                  <c:v>0.02471</c:v>
                </c:pt>
                <c:pt idx="138">
                  <c:v>0.02492</c:v>
                </c:pt>
                <c:pt idx="139">
                  <c:v>0.02503</c:v>
                </c:pt>
                <c:pt idx="140">
                  <c:v>0.02504</c:v>
                </c:pt>
                <c:pt idx="141">
                  <c:v>0.02526</c:v>
                </c:pt>
                <c:pt idx="142">
                  <c:v>0.02581</c:v>
                </c:pt>
                <c:pt idx="143">
                  <c:v>0.02605</c:v>
                </c:pt>
                <c:pt idx="144">
                  <c:v>0.02632</c:v>
                </c:pt>
                <c:pt idx="145">
                  <c:v>0.02688</c:v>
                </c:pt>
                <c:pt idx="146">
                  <c:v>0.02721</c:v>
                </c:pt>
                <c:pt idx="147">
                  <c:v>0.02654</c:v>
                </c:pt>
                <c:pt idx="148">
                  <c:v>0.02444</c:v>
                </c:pt>
                <c:pt idx="149">
                  <c:v>0.0207</c:v>
                </c:pt>
                <c:pt idx="150">
                  <c:v>0.0172</c:v>
                </c:pt>
                <c:pt idx="151">
                  <c:v>0.0153</c:v>
                </c:pt>
                <c:pt idx="152">
                  <c:v>0.01452</c:v>
                </c:pt>
                <c:pt idx="153">
                  <c:v>0.01437</c:v>
                </c:pt>
                <c:pt idx="154">
                  <c:v>0.0146</c:v>
                </c:pt>
                <c:pt idx="155">
                  <c:v>0.0151</c:v>
                </c:pt>
                <c:pt idx="156">
                  <c:v>0.01574</c:v>
                </c:pt>
                <c:pt idx="157">
                  <c:v>0.01651</c:v>
                </c:pt>
                <c:pt idx="158">
                  <c:v>0.01737</c:v>
                </c:pt>
                <c:pt idx="159">
                  <c:v>0.01825</c:v>
                </c:pt>
                <c:pt idx="160">
                  <c:v>0.01914</c:v>
                </c:pt>
                <c:pt idx="161">
                  <c:v>0.01999</c:v>
                </c:pt>
                <c:pt idx="162">
                  <c:v>0.02076</c:v>
                </c:pt>
                <c:pt idx="163">
                  <c:v>0.02142</c:v>
                </c:pt>
                <c:pt idx="164">
                  <c:v>0.02197</c:v>
                </c:pt>
                <c:pt idx="165">
                  <c:v>0.02242</c:v>
                </c:pt>
                <c:pt idx="166">
                  <c:v>0.02286</c:v>
                </c:pt>
                <c:pt idx="167">
                  <c:v>0.0233</c:v>
                </c:pt>
                <c:pt idx="168">
                  <c:v>0.02369</c:v>
                </c:pt>
                <c:pt idx="169">
                  <c:v>0.02402</c:v>
                </c:pt>
                <c:pt idx="170">
                  <c:v>0.02431</c:v>
                </c:pt>
                <c:pt idx="171">
                  <c:v>0.02461</c:v>
                </c:pt>
                <c:pt idx="172">
                  <c:v>0.0249</c:v>
                </c:pt>
                <c:pt idx="173">
                  <c:v>0.02512</c:v>
                </c:pt>
                <c:pt idx="174">
                  <c:v>0.02522</c:v>
                </c:pt>
                <c:pt idx="175">
                  <c:v>0.02524</c:v>
                </c:pt>
                <c:pt idx="176">
                  <c:v>0.02517</c:v>
                </c:pt>
                <c:pt idx="177">
                  <c:v>0.02501</c:v>
                </c:pt>
                <c:pt idx="178">
                  <c:v>0.02493</c:v>
                </c:pt>
                <c:pt idx="179">
                  <c:v>0.02492</c:v>
                </c:pt>
                <c:pt idx="180">
                  <c:v>0.02497</c:v>
                </c:pt>
                <c:pt idx="181">
                  <c:v>0.02508</c:v>
                </c:pt>
                <c:pt idx="182">
                  <c:v>0.02517</c:v>
                </c:pt>
                <c:pt idx="183">
                  <c:v>0.02516</c:v>
                </c:pt>
                <c:pt idx="184">
                  <c:v>0.02496</c:v>
                </c:pt>
                <c:pt idx="185">
                  <c:v>0.02457</c:v>
                </c:pt>
                <c:pt idx="186">
                  <c:v>0.02413</c:v>
                </c:pt>
                <c:pt idx="187">
                  <c:v>0.02377</c:v>
                </c:pt>
                <c:pt idx="188">
                  <c:v>0.02353</c:v>
                </c:pt>
                <c:pt idx="189">
                  <c:v>0.02332</c:v>
                </c:pt>
                <c:pt idx="190">
                  <c:v>0.02306</c:v>
                </c:pt>
                <c:pt idx="191">
                  <c:v>0.02281</c:v>
                </c:pt>
                <c:pt idx="192">
                  <c:v>0.02275</c:v>
                </c:pt>
                <c:pt idx="193">
                  <c:v>0.02265</c:v>
                </c:pt>
                <c:pt idx="194">
                  <c:v>0.02244</c:v>
                </c:pt>
                <c:pt idx="195">
                  <c:v>0.02214</c:v>
                </c:pt>
                <c:pt idx="196">
                  <c:v>0.02186</c:v>
                </c:pt>
                <c:pt idx="197">
                  <c:v>0.02154</c:v>
                </c:pt>
                <c:pt idx="198">
                  <c:v>0.02111</c:v>
                </c:pt>
                <c:pt idx="199">
                  <c:v>0.02064</c:v>
                </c:pt>
                <c:pt idx="200">
                  <c:v>0.02023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55555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555555"/>
                    </a:solidFill>
                    <a:latin typeface="+mn-lt"/>
                  </a:rPr>
                  <a:t>Wavelength (nm)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0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55555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555555"/>
                    </a:solidFill>
                    <a:latin typeface="+mn-lt"/>
                  </a:rPr>
                  <a:t>Reflectance difference</a:t>
                </a: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33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D2B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D2B"/>
                </a:solidFill>
                <a:latin typeface="+mj-lt"/>
              </a:rPr>
              <a:t>Mean AUC over 4 dates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Best stable feature</c:v>
                </c:pt>
              </c:strCache>
            </c:strRef>
          </c:tx>
          <c:spPr>
            <a:solidFill>
              <a:srgbClr val="B03A2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CR</c:v>
                  </c:pt>
                  <c:pt idx="1">
                    <c:v>CWT</c:v>
                  </c:pt>
                  <c:pt idx="2">
                    <c:v>FD1</c:v>
                  </c:pt>
                  <c:pt idx="3">
                    <c:v>FD2</c:v>
                  </c:pt>
                  <c:pt idx="4">
                    <c:v>FD3</c:v>
                  </c:pt>
                  <c:pt idx="5">
                    <c:v>RE</c:v>
                  </c:pt>
                  <c:pt idx="6">
                    <c:v>REF</c:v>
                  </c:pt>
                  <c:pt idx="7">
                    <c:v>VI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0.902</c:v>
                </c:pt>
                <c:pt idx="1">
                  <c:v>0.957</c:v>
                </c:pt>
                <c:pt idx="2">
                  <c:v>0.954</c:v>
                </c:pt>
                <c:pt idx="3">
                  <c:v>0.958</c:v>
                </c:pt>
                <c:pt idx="4">
                  <c:v>0.866</c:v>
                </c:pt>
                <c:pt idx="5">
                  <c:v>0.832</c:v>
                </c:pt>
                <c:pt idx="6">
                  <c:v>0.806</c:v>
                </c:pt>
                <c:pt idx="7">
                  <c:v>0.901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Median feature</c:v>
                </c:pt>
              </c:strCache>
            </c:strRef>
          </c:tx>
          <c:spPr>
            <a:solidFill>
              <a:srgbClr val="9E9E9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CR</c:v>
                  </c:pt>
                  <c:pt idx="1">
                    <c:v>CWT</c:v>
                  </c:pt>
                  <c:pt idx="2">
                    <c:v>FD1</c:v>
                  </c:pt>
                  <c:pt idx="3">
                    <c:v>FD2</c:v>
                  </c:pt>
                  <c:pt idx="4">
                    <c:v>FD3</c:v>
                  </c:pt>
                  <c:pt idx="5">
                    <c:v>RE</c:v>
                  </c:pt>
                  <c:pt idx="6">
                    <c:v>REF</c:v>
                  </c:pt>
                  <c:pt idx="7">
                    <c:v>VI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0.751</c:v>
                </c:pt>
                <c:pt idx="1">
                  <c:v>0.72</c:v>
                </c:pt>
                <c:pt idx="2">
                  <c:v>0.733</c:v>
                </c:pt>
                <c:pt idx="3">
                  <c:v>0.711</c:v>
                </c:pt>
                <c:pt idx="4">
                  <c:v>0.676</c:v>
                </c:pt>
                <c:pt idx="5">
                  <c:v>0.727</c:v>
                </c:pt>
                <c:pt idx="6">
                  <c:v>0.725</c:v>
                </c:pt>
                <c:pt idx="7">
                  <c:v>0.785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33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D2B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D2B"/>
                </a:solidFill>
                <a:latin typeface="+mj-lt"/>
              </a:rPr>
              <a:t>Mean AUC over 4 dates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AUC</c:v>
                </c:pt>
              </c:strCache>
            </c:strRef>
          </c:tx>
          <c:spPr>
            <a:solidFill>
              <a:srgbClr val="2A6FB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ARI2</c:v>
                  </c:pt>
                  <c:pt idx="1">
                    <c:v>HI</c:v>
                  </c:pt>
                  <c:pt idx="2">
                    <c:v>ARI</c:v>
                  </c:pt>
                  <c:pt idx="3">
                    <c:v>Lic</c:v>
                  </c:pt>
                  <c:pt idx="4">
                    <c:v>CLSI</c:v>
                  </c:pt>
                  <c:pt idx="5">
                    <c:v>LRDSI2</c:v>
                  </c:pt>
                  <c:pt idx="6">
                    <c:v>Ctr1</c:v>
                  </c:pt>
                  <c:pt idx="7">
                    <c:v>RVSI</c:v>
                  </c:pt>
                  <c:pt idx="8">
                    <c:v>NCPI</c:v>
                  </c:pt>
                  <c:pt idx="9">
                    <c:v>RGRI</c:v>
                  </c:pt>
                  <c:pt idx="10">
                    <c:v>NWI2</c:v>
                  </c:pt>
                  <c:pt idx="11">
                    <c:v>NDNI</c:v>
                  </c:pt>
                  <c:pt idx="12">
                    <c:v>RDVI</c:v>
                  </c:pt>
                  <c:pt idx="13">
                    <c:v>MTVI2</c:v>
                  </c:pt>
                  <c:pt idx="14">
                    <c:v>Ctr2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0.901</c:v>
                </c:pt>
                <c:pt idx="1">
                  <c:v>0.901</c:v>
                </c:pt>
                <c:pt idx="2">
                  <c:v>0.883</c:v>
                </c:pt>
                <c:pt idx="3">
                  <c:v>0.877</c:v>
                </c:pt>
                <c:pt idx="4">
                  <c:v>0.868</c:v>
                </c:pt>
                <c:pt idx="5">
                  <c:v>0.865</c:v>
                </c:pt>
                <c:pt idx="6">
                  <c:v>0.863</c:v>
                </c:pt>
                <c:pt idx="7">
                  <c:v>0.847</c:v>
                </c:pt>
                <c:pt idx="8">
                  <c:v>0.847</c:v>
                </c:pt>
                <c:pt idx="9">
                  <c:v>0.829</c:v>
                </c:pt>
                <c:pt idx="10">
                  <c:v>0.818</c:v>
                </c:pt>
                <c:pt idx="11">
                  <c:v>0.818</c:v>
                </c:pt>
                <c:pt idx="12">
                  <c:v>0.816</c:v>
                </c:pt>
                <c:pt idx="13">
                  <c:v>0.815</c:v>
                </c:pt>
                <c:pt idx="14">
                  <c:v>0.814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b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D2B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D2B"/>
                </a:solidFill>
                <a:latin typeface="+mj-lt"/>
              </a:rPr>
              <a:t>Features with a significant disease effect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Features tested</c:v>
                </c:pt>
              </c:strCache>
            </c:strRef>
          </c:tx>
          <c:spPr>
            <a:solidFill>
              <a:srgbClr val="9E9E9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CR</c:v>
                  </c:pt>
                  <c:pt idx="1">
                    <c:v>CWT</c:v>
                  </c:pt>
                  <c:pt idx="2">
                    <c:v>FD1</c:v>
                  </c:pt>
                  <c:pt idx="3">
                    <c:v>FD2</c:v>
                  </c:pt>
                  <c:pt idx="4">
                    <c:v>FD3</c:v>
                  </c:pt>
                  <c:pt idx="5">
                    <c:v>RE</c:v>
                  </c:pt>
                  <c:pt idx="6">
                    <c:v>REF</c:v>
                  </c:pt>
                  <c:pt idx="7">
                    <c:v>VI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48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23</c:v>
                </c:pt>
                <c:pt idx="6">
                  <c:v>5</c:v>
                </c:pt>
                <c:pt idx="7">
                  <c:v>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Disease q &lt; 0.05</c:v>
                </c:pt>
              </c:strCache>
            </c:strRef>
          </c:tx>
          <c:spPr>
            <a:solidFill>
              <a:srgbClr val="B03A2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CR</c:v>
                  </c:pt>
                  <c:pt idx="1">
                    <c:v>CWT</c:v>
                  </c:pt>
                  <c:pt idx="2">
                    <c:v>FD1</c:v>
                  </c:pt>
                  <c:pt idx="3">
                    <c:v>FD2</c:v>
                  </c:pt>
                  <c:pt idx="4">
                    <c:v>FD3</c:v>
                  </c:pt>
                  <c:pt idx="5">
                    <c:v>RE</c:v>
                  </c:pt>
                  <c:pt idx="6">
                    <c:v>REF</c:v>
                  </c:pt>
                  <c:pt idx="7">
                    <c:v>VI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38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18</c:v>
                </c:pt>
                <c:pt idx="6">
                  <c:v>5</c:v>
                </c:pt>
                <c:pt idx="7">
                  <c:v>75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Disease x date q &lt; 0.05</c:v>
                </c:pt>
              </c:strCache>
            </c:strRef>
          </c:tx>
          <c:spPr>
            <a:solidFill>
              <a:srgbClr val="2A6FB0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CR</c:v>
                  </c:pt>
                  <c:pt idx="1">
                    <c:v>CWT</c:v>
                  </c:pt>
                  <c:pt idx="2">
                    <c:v>FD1</c:v>
                  </c:pt>
                  <c:pt idx="3">
                    <c:v>FD2</c:v>
                  </c:pt>
                  <c:pt idx="4">
                    <c:v>FD3</c:v>
                  </c:pt>
                  <c:pt idx="5">
                    <c:v>RE</c:v>
                  </c:pt>
                  <c:pt idx="6">
                    <c:v>REF</c:v>
                  </c:pt>
                  <c:pt idx="7">
                    <c:v>VI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48</c:v>
                </c:pt>
                <c:pt idx="1">
                  <c:v>3</c:v>
                </c:pt>
                <c:pt idx="2">
                  <c:v>4</c:v>
                </c:pt>
                <c:pt idx="3">
                  <c:v>4</c:v>
                </c:pt>
                <c:pt idx="4">
                  <c:v>5</c:v>
                </c:pt>
                <c:pt idx="5">
                  <c:v>19</c:v>
                </c:pt>
                <c:pt idx="6">
                  <c:v>5</c:v>
                </c:pt>
                <c:pt idx="7">
                  <c:v>83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33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D2B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D2B"/>
                </a:solidFill>
                <a:latin typeface="+mj-lt"/>
              </a:rPr>
              <a:t>PERMANOVA, SNV reflectance: R²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(%)</c:v>
                </c:pt>
              </c:strCache>
            </c:strRef>
          </c:tx>
          <c:spPr>
            <a:solidFill>
              <a:srgbClr val="B03A2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Disease</c:v>
                  </c:pt>
                  <c:pt idx="1">
                    <c:v>Date</c:v>
                  </c:pt>
                  <c:pt idx="2">
                    <c:v>Variety</c:v>
                  </c:pt>
                  <c:pt idx="3">
                    <c:v>Inoculation</c:v>
                  </c:pt>
                  <c:pt idx="4">
                    <c:v>Stage</c:v>
                  </c:pt>
                  <c:pt idx="5">
                    <c:v>Disease:Date</c:v>
                  </c:pt>
                  <c:pt idx="6">
                    <c:v>Disease:Variety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1.2879</c:v>
                </c:pt>
                <c:pt idx="1">
                  <c:v>25.7066</c:v>
                </c:pt>
                <c:pt idx="2">
                  <c:v>0.4375</c:v>
                </c:pt>
                <c:pt idx="3">
                  <c:v>1.1476</c:v>
                </c:pt>
                <c:pt idx="4">
                  <c:v>0.341</c:v>
                </c:pt>
                <c:pt idx="5">
                  <c:v>1.7683</c:v>
                </c:pt>
                <c:pt idx="6">
                  <c:v>0.4246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D2B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D2B"/>
                </a:solidFill>
                <a:latin typeface="+mj-lt"/>
              </a:rPr>
              <a:t>Median |effect size| of top-ranked features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 vs inoculated</c:v>
                </c:pt>
              </c:strCache>
            </c:strRef>
          </c:tx>
          <c:spPr>
            <a:solidFill>
              <a:srgbClr val="B03A2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CR</c:v>
                  </c:pt>
                  <c:pt idx="1">
                    <c:v>CWT</c:v>
                  </c:pt>
                  <c:pt idx="2">
                    <c:v>FD1</c:v>
                  </c:pt>
                  <c:pt idx="3">
                    <c:v>FD2</c:v>
                  </c:pt>
                  <c:pt idx="4">
                    <c:v>FD3</c:v>
                  </c:pt>
                  <c:pt idx="5">
                    <c:v>RE</c:v>
                  </c:pt>
                  <c:pt idx="6">
                    <c:v>REF</c:v>
                  </c:pt>
                  <c:pt idx="7">
                    <c:v>VI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1.016</c:v>
                </c:pt>
                <c:pt idx="1">
                  <c:v>1.72</c:v>
                </c:pt>
                <c:pt idx="2">
                  <c:v>1.757</c:v>
                </c:pt>
                <c:pt idx="3">
                  <c:v>1.503</c:v>
                </c:pt>
                <c:pt idx="4">
                  <c:v>1.038</c:v>
                </c:pt>
                <c:pt idx="5">
                  <c:v>0.696</c:v>
                </c:pt>
                <c:pt idx="6">
                  <c:v>1.08</c:v>
                </c:pt>
                <c:pt idx="7">
                  <c:v>1.156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Largest block vs block</c:v>
                </c:pt>
              </c:strCache>
            </c:strRef>
          </c:tx>
          <c:spPr>
            <a:solidFill>
              <a:srgbClr val="9E9E9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CR</c:v>
                  </c:pt>
                  <c:pt idx="1">
                    <c:v>CWT</c:v>
                  </c:pt>
                  <c:pt idx="2">
                    <c:v>FD1</c:v>
                  </c:pt>
                  <c:pt idx="3">
                    <c:v>FD2</c:v>
                  </c:pt>
                  <c:pt idx="4">
                    <c:v>FD3</c:v>
                  </c:pt>
                  <c:pt idx="5">
                    <c:v>RE</c:v>
                  </c:pt>
                  <c:pt idx="6">
                    <c:v>REF</c:v>
                  </c:pt>
                  <c:pt idx="7">
                    <c:v>VI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0.732</c:v>
                </c:pt>
                <c:pt idx="1">
                  <c:v>1.137</c:v>
                </c:pt>
                <c:pt idx="2">
                  <c:v>0.776</c:v>
                </c:pt>
                <c:pt idx="3">
                  <c:v>0.788</c:v>
                </c:pt>
                <c:pt idx="4">
                  <c:v>0.823</c:v>
                </c:pt>
                <c:pt idx="5">
                  <c:v>0.546</c:v>
                </c:pt>
                <c:pt idx="6">
                  <c:v>0.957</c:v>
                </c:pt>
                <c:pt idx="7">
                  <c:v>0.667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33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D2B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D2B"/>
                </a:solidFill>
                <a:latin typeface="+mj-lt"/>
              </a:rPr>
              <a:t>Best pipeline per scenario (mean of 20 repeats)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Balanced accuracy</c:v>
                </c:pt>
              </c:strCache>
            </c:strRef>
          </c:tx>
          <c:spPr>
            <a:solidFill>
              <a:srgbClr val="B03A2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  <c:pt idx="3">
                    <c:v>S4</c:v>
                  </c:pt>
                  <c:pt idx="4">
                    <c:v>S5</c:v>
                  </c:pt>
                  <c:pt idx="5">
                    <c:v>S6</c:v>
                  </c:pt>
                  <c:pt idx="6">
                    <c:v>S7</c:v>
                  </c:pt>
                  <c:pt idx="7">
                    <c:v>S8</c:v>
                  </c:pt>
                  <c:pt idx="8">
                    <c:v>S9</c:v>
                  </c:pt>
                  <c:pt idx="9">
                    <c:v>S10</c:v>
                  </c:pt>
                  <c:pt idx="10">
                    <c:v>S11</c:v>
                  </c:pt>
                  <c:pt idx="11">
                    <c:v>S12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0.9224</c:v>
                </c:pt>
                <c:pt idx="1">
                  <c:v>0.9677</c:v>
                </c:pt>
                <c:pt idx="2">
                  <c:v>0.9599</c:v>
                </c:pt>
                <c:pt idx="3">
                  <c:v>0.9321</c:v>
                </c:pt>
                <c:pt idx="4">
                  <c:v>0.9569</c:v>
                </c:pt>
                <c:pt idx="5">
                  <c:v>0.9014</c:v>
                </c:pt>
                <c:pt idx="6">
                  <c:v>0.824</c:v>
                </c:pt>
                <c:pt idx="7">
                  <c:v>0.9396</c:v>
                </c:pt>
                <c:pt idx="8">
                  <c:v>0.9259</c:v>
                </c:pt>
                <c:pt idx="9">
                  <c:v>0.9354</c:v>
                </c:pt>
                <c:pt idx="10">
                  <c:v>0.9234</c:v>
                </c:pt>
                <c:pt idx="11">
                  <c:v>0.9207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MCC</c:v>
                </c:pt>
              </c:strCache>
            </c:strRef>
          </c:tx>
          <c:spPr>
            <a:solidFill>
              <a:srgbClr val="2A6FB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  <c:pt idx="3">
                    <c:v>S4</c:v>
                  </c:pt>
                  <c:pt idx="4">
                    <c:v>S5</c:v>
                  </c:pt>
                  <c:pt idx="5">
                    <c:v>S6</c:v>
                  </c:pt>
                  <c:pt idx="6">
                    <c:v>S7</c:v>
                  </c:pt>
                  <c:pt idx="7">
                    <c:v>S8</c:v>
                  </c:pt>
                  <c:pt idx="8">
                    <c:v>S9</c:v>
                  </c:pt>
                  <c:pt idx="9">
                    <c:v>S10</c:v>
                  </c:pt>
                  <c:pt idx="10">
                    <c:v>S11</c:v>
                  </c:pt>
                  <c:pt idx="11">
                    <c:v>S12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0.833</c:v>
                </c:pt>
                <c:pt idx="1">
                  <c:v>0.9121</c:v>
                </c:pt>
                <c:pt idx="2">
                  <c:v>0.9055</c:v>
                </c:pt>
                <c:pt idx="3">
                  <c:v>0.8478</c:v>
                </c:pt>
                <c:pt idx="4">
                  <c:v>0.8798</c:v>
                </c:pt>
                <c:pt idx="5">
                  <c:v>0.7631</c:v>
                </c:pt>
                <c:pt idx="6">
                  <c:v>0.5988</c:v>
                </c:pt>
                <c:pt idx="7">
                  <c:v>0.8472</c:v>
                </c:pt>
                <c:pt idx="8">
                  <c:v>0.7954</c:v>
                </c:pt>
                <c:pt idx="9">
                  <c:v>0.8468</c:v>
                </c:pt>
                <c:pt idx="10">
                  <c:v>0.8027</c:v>
                </c:pt>
                <c:pt idx="11">
                  <c:v>0.7929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00" u="none">
                  <a:solidFill>
                    <a:srgbClr val="333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4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33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D2B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D2B"/>
                </a:solidFill>
                <a:latin typeface="+mj-lt"/>
              </a:rPr>
              <a:t>Classifiers: Friedman rank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rank</c:v>
                </c:pt>
              </c:strCache>
            </c:strRef>
          </c:tx>
          <c:spPr>
            <a:solidFill>
              <a:srgbClr val="2A6FB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LS-SVM</c:v>
                  </c:pt>
                  <c:pt idx="1">
                    <c:v>ELM</c:v>
                  </c:pt>
                  <c:pt idx="2">
                    <c:v>SVM</c:v>
                  </c:pt>
                  <c:pt idx="3">
                    <c:v>LR</c:v>
                  </c:pt>
                  <c:pt idx="4">
                    <c:v>LDA</c:v>
                  </c:pt>
                  <c:pt idx="5">
                    <c:v>PLS-DA</c:v>
                  </c:pt>
                  <c:pt idx="6">
                    <c:v>XGBoost</c:v>
                  </c:pt>
                  <c:pt idx="7">
                    <c:v>kNN</c:v>
                  </c:pt>
                  <c:pt idx="8">
                    <c:v>RF</c:v>
                  </c:pt>
                  <c:pt idx="9">
                    <c:v>MLP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2.55</c:v>
                </c:pt>
                <c:pt idx="1">
                  <c:v>3.36</c:v>
                </c:pt>
                <c:pt idx="2">
                  <c:v>4.19</c:v>
                </c:pt>
                <c:pt idx="3">
                  <c:v>4.512</c:v>
                </c:pt>
                <c:pt idx="4">
                  <c:v>4.523</c:v>
                </c:pt>
                <c:pt idx="5">
                  <c:v>5.173</c:v>
                </c:pt>
                <c:pt idx="6">
                  <c:v>6.517</c:v>
                </c:pt>
                <c:pt idx="7">
                  <c:v>6.744</c:v>
                </c:pt>
                <c:pt idx="8">
                  <c:v>7.721</c:v>
                </c:pt>
                <c:pt idx="9">
                  <c:v>9.71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D2B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D2B"/>
                </a:solidFill>
                <a:latin typeface="+mj-lt"/>
              </a:rPr>
              <a:t>Feature sets: Friedman rank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rank</c:v>
                </c:pt>
              </c:strCache>
            </c:strRef>
          </c:tx>
          <c:spPr>
            <a:solidFill>
              <a:srgbClr val="B03A2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S3</c:v>
                  </c:pt>
                  <c:pt idx="1">
                    <c:v>S2</c:v>
                  </c:pt>
                  <c:pt idx="2">
                    <c:v>S5</c:v>
                  </c:pt>
                  <c:pt idx="3">
                    <c:v>S10</c:v>
                  </c:pt>
                  <c:pt idx="4">
                    <c:v>S4</c:v>
                  </c:pt>
                  <c:pt idx="5">
                    <c:v>S8</c:v>
                  </c:pt>
                  <c:pt idx="6">
                    <c:v>S9</c:v>
                  </c:pt>
                  <c:pt idx="7">
                    <c:v>S1</c:v>
                  </c:pt>
                  <c:pt idx="8">
                    <c:v>S12</c:v>
                  </c:pt>
                  <c:pt idx="9">
                    <c:v>S11</c:v>
                  </c:pt>
                  <c:pt idx="10">
                    <c:v>S6</c:v>
                  </c:pt>
                  <c:pt idx="11">
                    <c:v>S7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1.988</c:v>
                </c:pt>
                <c:pt idx="1">
                  <c:v>2.375</c:v>
                </c:pt>
                <c:pt idx="2">
                  <c:v>4.165</c:v>
                </c:pt>
                <c:pt idx="3">
                  <c:v>5.578</c:v>
                </c:pt>
                <c:pt idx="4">
                  <c:v>5.98</c:v>
                </c:pt>
                <c:pt idx="5">
                  <c:v>6.225</c:v>
                </c:pt>
                <c:pt idx="6">
                  <c:v>6.27</c:v>
                </c:pt>
                <c:pt idx="7">
                  <c:v>7.82</c:v>
                </c:pt>
                <c:pt idx="8">
                  <c:v>8.178</c:v>
                </c:pt>
                <c:pt idx="9">
                  <c:v>8.715</c:v>
                </c:pt>
                <c:pt idx="10">
                  <c:v>9.958</c:v>
                </c:pt>
                <c:pt idx="11">
                  <c:v>10.75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D2B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D2B"/>
                </a:solidFill>
                <a:latin typeface="+mj-lt"/>
              </a:rPr>
              <a:t>Mean ROC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Best overall</c:v>
                </c:pt>
              </c:strCache>
            </c:strRef>
          </c:tx>
          <c:spPr>
            <a:solidFill>
              <a:srgbClr val="B03A2E"/>
            </a:solidFill>
            <a:ln w="25400" cap="flat">
              <a:solidFill>
                <a:srgbClr val="B03A2E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B03A2E"/>
              </a:solidFill>
              <a:ln w="9525" cap="flat">
                <a:solidFill>
                  <a:srgbClr val="B03A2E"/>
                </a:solidFill>
                <a:prstDash val="solid"/>
                <a:round/>
              </a:ln>
              <a:effectLst/>
            </c:spPr>
          </c:marker>
          <c:xVal>
            <c:numRef>
              <c:f>Sheet1!$A$2:$A$52</c:f>
              <c:numCache>
                <c:formatCode>General</c:formatCode>
                <c:ptCount val="51"/>
                <c:pt idx="0">
                  <c:v>0</c:v>
                </c:pt>
                <c:pt idx="1">
                  <c:v>0.02</c:v>
                </c:pt>
                <c:pt idx="2">
                  <c:v>0.04</c:v>
                </c:pt>
                <c:pt idx="3">
                  <c:v>0.06</c:v>
                </c:pt>
                <c:pt idx="4">
                  <c:v>0.08</c:v>
                </c:pt>
                <c:pt idx="5">
                  <c:v>0.1</c:v>
                </c:pt>
                <c:pt idx="6">
                  <c:v>0.12</c:v>
                </c:pt>
                <c:pt idx="7">
                  <c:v>0.14</c:v>
                </c:pt>
                <c:pt idx="8">
                  <c:v>0.16</c:v>
                </c:pt>
                <c:pt idx="9">
                  <c:v>0.18</c:v>
                </c:pt>
                <c:pt idx="10">
                  <c:v>0.2</c:v>
                </c:pt>
                <c:pt idx="11">
                  <c:v>0.22</c:v>
                </c:pt>
                <c:pt idx="12">
                  <c:v>0.24</c:v>
                </c:pt>
                <c:pt idx="13">
                  <c:v>0.26</c:v>
                </c:pt>
                <c:pt idx="14">
                  <c:v>0.28</c:v>
                </c:pt>
                <c:pt idx="15">
                  <c:v>0.3</c:v>
                </c:pt>
                <c:pt idx="16">
                  <c:v>0.32</c:v>
                </c:pt>
                <c:pt idx="17">
                  <c:v>0.34</c:v>
                </c:pt>
                <c:pt idx="18">
                  <c:v>0.36</c:v>
                </c:pt>
                <c:pt idx="19">
                  <c:v>0.38</c:v>
                </c:pt>
                <c:pt idx="20">
                  <c:v>0.4</c:v>
                </c:pt>
                <c:pt idx="21">
                  <c:v>0.42</c:v>
                </c:pt>
                <c:pt idx="22">
                  <c:v>0.44</c:v>
                </c:pt>
                <c:pt idx="23">
                  <c:v>0.46</c:v>
                </c:pt>
                <c:pt idx="24">
                  <c:v>0.48</c:v>
                </c:pt>
                <c:pt idx="25">
                  <c:v>0.5</c:v>
                </c:pt>
                <c:pt idx="26">
                  <c:v>0.52</c:v>
                </c:pt>
                <c:pt idx="27">
                  <c:v>0.54</c:v>
                </c:pt>
                <c:pt idx="28">
                  <c:v>0.56</c:v>
                </c:pt>
                <c:pt idx="29">
                  <c:v>0.58</c:v>
                </c:pt>
                <c:pt idx="30">
                  <c:v>0.6</c:v>
                </c:pt>
                <c:pt idx="31">
                  <c:v>0.62</c:v>
                </c:pt>
                <c:pt idx="32">
                  <c:v>0.64</c:v>
                </c:pt>
                <c:pt idx="33">
                  <c:v>0.66</c:v>
                </c:pt>
                <c:pt idx="34">
                  <c:v>0.68</c:v>
                </c:pt>
                <c:pt idx="35">
                  <c:v>0.7</c:v>
                </c:pt>
                <c:pt idx="36">
                  <c:v>0.72</c:v>
                </c:pt>
                <c:pt idx="37">
                  <c:v>0.74</c:v>
                </c:pt>
                <c:pt idx="38">
                  <c:v>0.76</c:v>
                </c:pt>
                <c:pt idx="39">
                  <c:v>0.78</c:v>
                </c:pt>
                <c:pt idx="40">
                  <c:v>0.8</c:v>
                </c:pt>
                <c:pt idx="41">
                  <c:v>0.82</c:v>
                </c:pt>
                <c:pt idx="42">
                  <c:v>0.84</c:v>
                </c:pt>
                <c:pt idx="43">
                  <c:v>0.86</c:v>
                </c:pt>
                <c:pt idx="44">
                  <c:v>0.88</c:v>
                </c:pt>
                <c:pt idx="45">
                  <c:v>0.9</c:v>
                </c:pt>
                <c:pt idx="46">
                  <c:v>0.92</c:v>
                </c:pt>
                <c:pt idx="47">
                  <c:v>0.94</c:v>
                </c:pt>
                <c:pt idx="48">
                  <c:v>0.96</c:v>
                </c:pt>
                <c:pt idx="49">
                  <c:v>0.98</c:v>
                </c:pt>
                <c:pt idx="50">
                  <c:v>1</c:v>
                </c:pt>
              </c:numCache>
            </c:numRef>
          </c:xVal>
          <c:yVal>
            <c:numRef>
              <c:f>Sheet1!$B$2:$B$52</c:f>
              <c:numCache>
                <c:formatCode>General</c:formatCode>
                <c:ptCount val="51"/>
                <c:pt idx="0">
                  <c:v>0.936</c:v>
                </c:pt>
                <c:pt idx="1">
                  <c:v>0.936</c:v>
                </c:pt>
                <c:pt idx="2">
                  <c:v>0.965</c:v>
                </c:pt>
                <c:pt idx="3">
                  <c:v>0.977</c:v>
                </c:pt>
                <c:pt idx="4">
                  <c:v>0.98</c:v>
                </c:pt>
                <c:pt idx="5">
                  <c:v>0.982</c:v>
                </c:pt>
                <c:pt idx="6">
                  <c:v>0.983</c:v>
                </c:pt>
                <c:pt idx="7">
                  <c:v>0.984</c:v>
                </c:pt>
                <c:pt idx="8">
                  <c:v>0.985</c:v>
                </c:pt>
                <c:pt idx="9">
                  <c:v>0.986</c:v>
                </c:pt>
                <c:pt idx="10">
                  <c:v>0.986</c:v>
                </c:pt>
                <c:pt idx="11">
                  <c:v>0.987</c:v>
                </c:pt>
                <c:pt idx="12">
                  <c:v>0.988</c:v>
                </c:pt>
                <c:pt idx="13">
                  <c:v>0.989</c:v>
                </c:pt>
                <c:pt idx="14">
                  <c:v>0.991</c:v>
                </c:pt>
                <c:pt idx="15">
                  <c:v>0.992</c:v>
                </c:pt>
                <c:pt idx="16">
                  <c:v>0.992</c:v>
                </c:pt>
                <c:pt idx="17">
                  <c:v>0.992</c:v>
                </c:pt>
                <c:pt idx="18">
                  <c:v>0.992</c:v>
                </c:pt>
                <c:pt idx="19">
                  <c:v>0.992</c:v>
                </c:pt>
                <c:pt idx="20">
                  <c:v>0.993</c:v>
                </c:pt>
                <c:pt idx="21">
                  <c:v>0.993</c:v>
                </c:pt>
                <c:pt idx="22">
                  <c:v>0.993</c:v>
                </c:pt>
                <c:pt idx="23">
                  <c:v>0.993</c:v>
                </c:pt>
                <c:pt idx="24">
                  <c:v>0.993</c:v>
                </c:pt>
                <c:pt idx="25">
                  <c:v>0.993</c:v>
                </c:pt>
                <c:pt idx="26">
                  <c:v>0.993</c:v>
                </c:pt>
                <c:pt idx="27">
                  <c:v>0.993</c:v>
                </c:pt>
                <c:pt idx="28">
                  <c:v>0.993</c:v>
                </c:pt>
                <c:pt idx="29">
                  <c:v>0.993</c:v>
                </c:pt>
                <c:pt idx="30">
                  <c:v>0.993</c:v>
                </c:pt>
                <c:pt idx="31">
                  <c:v>0.993</c:v>
                </c:pt>
                <c:pt idx="32">
                  <c:v>0.993</c:v>
                </c:pt>
                <c:pt idx="33">
                  <c:v>0.993</c:v>
                </c:pt>
                <c:pt idx="34">
                  <c:v>0.993</c:v>
                </c:pt>
                <c:pt idx="35">
                  <c:v>0.993</c:v>
                </c:pt>
                <c:pt idx="36">
                  <c:v>0.993</c:v>
                </c:pt>
                <c:pt idx="37">
                  <c:v>0.993</c:v>
                </c:pt>
                <c:pt idx="38">
                  <c:v>0.993</c:v>
                </c:pt>
                <c:pt idx="39">
                  <c:v>0.993</c:v>
                </c:pt>
                <c:pt idx="40">
                  <c:v>0.993</c:v>
                </c:pt>
                <c:pt idx="41">
                  <c:v>0.993</c:v>
                </c:pt>
                <c:pt idx="42">
                  <c:v>0.993</c:v>
                </c:pt>
                <c:pt idx="43">
                  <c:v>0.994</c:v>
                </c:pt>
                <c:pt idx="44">
                  <c:v>0.995</c:v>
                </c:pt>
                <c:pt idx="45">
                  <c:v>0.995</c:v>
                </c:pt>
                <c:pt idx="46">
                  <c:v>0.997</c:v>
                </c:pt>
                <c:pt idx="47">
                  <c:v>0.999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Best compact</c:v>
                </c:pt>
              </c:strCache>
            </c:strRef>
          </c:tx>
          <c:spPr>
            <a:solidFill>
              <a:srgbClr val="2A6FB0"/>
            </a:solidFill>
            <a:ln w="25400" cap="flat">
              <a:solidFill>
                <a:srgbClr val="2A6FB0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2A6FB0"/>
              </a:solidFill>
              <a:ln w="9525" cap="flat">
                <a:solidFill>
                  <a:srgbClr val="2A6FB0"/>
                </a:solidFill>
                <a:prstDash val="solid"/>
                <a:round/>
              </a:ln>
              <a:effectLst/>
            </c:spPr>
          </c:marker>
          <c:xVal>
            <c:numRef>
              <c:f>Sheet1!$A$2:$A$52</c:f>
              <c:numCache>
                <c:formatCode>General</c:formatCode>
                <c:ptCount val="51"/>
                <c:pt idx="0">
                  <c:v>0</c:v>
                </c:pt>
                <c:pt idx="1">
                  <c:v>0.02</c:v>
                </c:pt>
                <c:pt idx="2">
                  <c:v>0.04</c:v>
                </c:pt>
                <c:pt idx="3">
                  <c:v>0.06</c:v>
                </c:pt>
                <c:pt idx="4">
                  <c:v>0.08</c:v>
                </c:pt>
                <c:pt idx="5">
                  <c:v>0.1</c:v>
                </c:pt>
                <c:pt idx="6">
                  <c:v>0.12</c:v>
                </c:pt>
                <c:pt idx="7">
                  <c:v>0.14</c:v>
                </c:pt>
                <c:pt idx="8">
                  <c:v>0.16</c:v>
                </c:pt>
                <c:pt idx="9">
                  <c:v>0.18</c:v>
                </c:pt>
                <c:pt idx="10">
                  <c:v>0.2</c:v>
                </c:pt>
                <c:pt idx="11">
                  <c:v>0.22</c:v>
                </c:pt>
                <c:pt idx="12">
                  <c:v>0.24</c:v>
                </c:pt>
                <c:pt idx="13">
                  <c:v>0.26</c:v>
                </c:pt>
                <c:pt idx="14">
                  <c:v>0.28</c:v>
                </c:pt>
                <c:pt idx="15">
                  <c:v>0.3</c:v>
                </c:pt>
                <c:pt idx="16">
                  <c:v>0.32</c:v>
                </c:pt>
                <c:pt idx="17">
                  <c:v>0.34</c:v>
                </c:pt>
                <c:pt idx="18">
                  <c:v>0.36</c:v>
                </c:pt>
                <c:pt idx="19">
                  <c:v>0.38</c:v>
                </c:pt>
                <c:pt idx="20">
                  <c:v>0.4</c:v>
                </c:pt>
                <c:pt idx="21">
                  <c:v>0.42</c:v>
                </c:pt>
                <c:pt idx="22">
                  <c:v>0.44</c:v>
                </c:pt>
                <c:pt idx="23">
                  <c:v>0.46</c:v>
                </c:pt>
                <c:pt idx="24">
                  <c:v>0.48</c:v>
                </c:pt>
                <c:pt idx="25">
                  <c:v>0.5</c:v>
                </c:pt>
                <c:pt idx="26">
                  <c:v>0.52</c:v>
                </c:pt>
                <c:pt idx="27">
                  <c:v>0.54</c:v>
                </c:pt>
                <c:pt idx="28">
                  <c:v>0.56</c:v>
                </c:pt>
                <c:pt idx="29">
                  <c:v>0.58</c:v>
                </c:pt>
                <c:pt idx="30">
                  <c:v>0.6</c:v>
                </c:pt>
                <c:pt idx="31">
                  <c:v>0.62</c:v>
                </c:pt>
                <c:pt idx="32">
                  <c:v>0.64</c:v>
                </c:pt>
                <c:pt idx="33">
                  <c:v>0.66</c:v>
                </c:pt>
                <c:pt idx="34">
                  <c:v>0.68</c:v>
                </c:pt>
                <c:pt idx="35">
                  <c:v>0.7</c:v>
                </c:pt>
                <c:pt idx="36">
                  <c:v>0.72</c:v>
                </c:pt>
                <c:pt idx="37">
                  <c:v>0.74</c:v>
                </c:pt>
                <c:pt idx="38">
                  <c:v>0.76</c:v>
                </c:pt>
                <c:pt idx="39">
                  <c:v>0.78</c:v>
                </c:pt>
                <c:pt idx="40">
                  <c:v>0.8</c:v>
                </c:pt>
                <c:pt idx="41">
                  <c:v>0.82</c:v>
                </c:pt>
                <c:pt idx="42">
                  <c:v>0.84</c:v>
                </c:pt>
                <c:pt idx="43">
                  <c:v>0.86</c:v>
                </c:pt>
                <c:pt idx="44">
                  <c:v>0.88</c:v>
                </c:pt>
                <c:pt idx="45">
                  <c:v>0.9</c:v>
                </c:pt>
                <c:pt idx="46">
                  <c:v>0.92</c:v>
                </c:pt>
                <c:pt idx="47">
                  <c:v>0.94</c:v>
                </c:pt>
                <c:pt idx="48">
                  <c:v>0.96</c:v>
                </c:pt>
                <c:pt idx="49">
                  <c:v>0.98</c:v>
                </c:pt>
                <c:pt idx="50">
                  <c:v>1</c:v>
                </c:pt>
              </c:numCache>
            </c:numRef>
          </c:xVal>
          <c:yVal>
            <c:numRef>
              <c:f>Sheet1!$C$2:$C$52</c:f>
              <c:numCache>
                <c:formatCode>General</c:formatCode>
                <c:ptCount val="51"/>
                <c:pt idx="0">
                  <c:v>0.831</c:v>
                </c:pt>
                <c:pt idx="1">
                  <c:v>0.831</c:v>
                </c:pt>
                <c:pt idx="2">
                  <c:v>0.892</c:v>
                </c:pt>
                <c:pt idx="3">
                  <c:v>0.921</c:v>
                </c:pt>
                <c:pt idx="4">
                  <c:v>0.943</c:v>
                </c:pt>
                <c:pt idx="5">
                  <c:v>0.954</c:v>
                </c:pt>
                <c:pt idx="6">
                  <c:v>0.961</c:v>
                </c:pt>
                <c:pt idx="7">
                  <c:v>0.964</c:v>
                </c:pt>
                <c:pt idx="8">
                  <c:v>0.969</c:v>
                </c:pt>
                <c:pt idx="9">
                  <c:v>0.975</c:v>
                </c:pt>
                <c:pt idx="10">
                  <c:v>0.977</c:v>
                </c:pt>
                <c:pt idx="11">
                  <c:v>0.978</c:v>
                </c:pt>
                <c:pt idx="12">
                  <c:v>0.98</c:v>
                </c:pt>
                <c:pt idx="13">
                  <c:v>0.98</c:v>
                </c:pt>
                <c:pt idx="14">
                  <c:v>0.981</c:v>
                </c:pt>
                <c:pt idx="15">
                  <c:v>0.982</c:v>
                </c:pt>
                <c:pt idx="16">
                  <c:v>0.982</c:v>
                </c:pt>
                <c:pt idx="17">
                  <c:v>0.983</c:v>
                </c:pt>
                <c:pt idx="18">
                  <c:v>0.984</c:v>
                </c:pt>
                <c:pt idx="19">
                  <c:v>0.984</c:v>
                </c:pt>
                <c:pt idx="20">
                  <c:v>0.985</c:v>
                </c:pt>
                <c:pt idx="21">
                  <c:v>0.986</c:v>
                </c:pt>
                <c:pt idx="22">
                  <c:v>0.987</c:v>
                </c:pt>
                <c:pt idx="23">
                  <c:v>0.989</c:v>
                </c:pt>
                <c:pt idx="24">
                  <c:v>0.991</c:v>
                </c:pt>
                <c:pt idx="25">
                  <c:v>0.992</c:v>
                </c:pt>
                <c:pt idx="26">
                  <c:v>0.992</c:v>
                </c:pt>
                <c:pt idx="27">
                  <c:v>0.993</c:v>
                </c:pt>
                <c:pt idx="28">
                  <c:v>0.994</c:v>
                </c:pt>
                <c:pt idx="29">
                  <c:v>0.994</c:v>
                </c:pt>
                <c:pt idx="30">
                  <c:v>0.995</c:v>
                </c:pt>
                <c:pt idx="31">
                  <c:v>0.995</c:v>
                </c:pt>
                <c:pt idx="32">
                  <c:v>0.996</c:v>
                </c:pt>
                <c:pt idx="33">
                  <c:v>0.996</c:v>
                </c:pt>
                <c:pt idx="34">
                  <c:v>0.997</c:v>
                </c:pt>
                <c:pt idx="35">
                  <c:v>0.997</c:v>
                </c:pt>
                <c:pt idx="36">
                  <c:v>0.997</c:v>
                </c:pt>
                <c:pt idx="37">
                  <c:v>0.997</c:v>
                </c:pt>
                <c:pt idx="38">
                  <c:v>0.997</c:v>
                </c:pt>
                <c:pt idx="39">
                  <c:v>0.998</c:v>
                </c:pt>
                <c:pt idx="40">
                  <c:v>0.998</c:v>
                </c:pt>
                <c:pt idx="41">
                  <c:v>0.998</c:v>
                </c:pt>
                <c:pt idx="42">
                  <c:v>0.998</c:v>
                </c:pt>
                <c:pt idx="43">
                  <c:v>0.999</c:v>
                </c:pt>
                <c:pt idx="44">
                  <c:v>0.999</c:v>
                </c:pt>
                <c:pt idx="45">
                  <c:v>0.999</c:v>
                </c:pt>
                <c:pt idx="46">
                  <c:v>0.999</c:v>
                </c:pt>
                <c:pt idx="47">
                  <c:v>0.999</c:v>
                </c:pt>
                <c:pt idx="48">
                  <c:v>0.999</c:v>
                </c:pt>
                <c:pt idx="49">
                  <c:v>1</c:v>
                </c:pt>
                <c:pt idx="50">
                  <c:v>1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Best VI model</c:v>
                </c:pt>
              </c:strCache>
            </c:strRef>
          </c:tx>
          <c:spPr>
            <a:solidFill>
              <a:srgbClr val="2E7D32"/>
            </a:solidFill>
            <a:ln w="25400" cap="flat">
              <a:solidFill>
                <a:srgbClr val="2E7D32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2E7D32"/>
              </a:solidFill>
              <a:ln w="9525" cap="flat">
                <a:solidFill>
                  <a:srgbClr val="2E7D32"/>
                </a:solidFill>
                <a:prstDash val="solid"/>
                <a:round/>
              </a:ln>
              <a:effectLst/>
            </c:spPr>
          </c:marker>
          <c:xVal>
            <c:numRef>
              <c:f>Sheet1!$A$2:$A$52</c:f>
              <c:numCache>
                <c:formatCode>General</c:formatCode>
                <c:ptCount val="51"/>
                <c:pt idx="0">
                  <c:v>0</c:v>
                </c:pt>
                <c:pt idx="1">
                  <c:v>0.02</c:v>
                </c:pt>
                <c:pt idx="2">
                  <c:v>0.04</c:v>
                </c:pt>
                <c:pt idx="3">
                  <c:v>0.06</c:v>
                </c:pt>
                <c:pt idx="4">
                  <c:v>0.08</c:v>
                </c:pt>
                <c:pt idx="5">
                  <c:v>0.1</c:v>
                </c:pt>
                <c:pt idx="6">
                  <c:v>0.12</c:v>
                </c:pt>
                <c:pt idx="7">
                  <c:v>0.14</c:v>
                </c:pt>
                <c:pt idx="8">
                  <c:v>0.16</c:v>
                </c:pt>
                <c:pt idx="9">
                  <c:v>0.18</c:v>
                </c:pt>
                <c:pt idx="10">
                  <c:v>0.2</c:v>
                </c:pt>
                <c:pt idx="11">
                  <c:v>0.22</c:v>
                </c:pt>
                <c:pt idx="12">
                  <c:v>0.24</c:v>
                </c:pt>
                <c:pt idx="13">
                  <c:v>0.26</c:v>
                </c:pt>
                <c:pt idx="14">
                  <c:v>0.28</c:v>
                </c:pt>
                <c:pt idx="15">
                  <c:v>0.3</c:v>
                </c:pt>
                <c:pt idx="16">
                  <c:v>0.32</c:v>
                </c:pt>
                <c:pt idx="17">
                  <c:v>0.34</c:v>
                </c:pt>
                <c:pt idx="18">
                  <c:v>0.36</c:v>
                </c:pt>
                <c:pt idx="19">
                  <c:v>0.38</c:v>
                </c:pt>
                <c:pt idx="20">
                  <c:v>0.4</c:v>
                </c:pt>
                <c:pt idx="21">
                  <c:v>0.42</c:v>
                </c:pt>
                <c:pt idx="22">
                  <c:v>0.44</c:v>
                </c:pt>
                <c:pt idx="23">
                  <c:v>0.46</c:v>
                </c:pt>
                <c:pt idx="24">
                  <c:v>0.48</c:v>
                </c:pt>
                <c:pt idx="25">
                  <c:v>0.5</c:v>
                </c:pt>
                <c:pt idx="26">
                  <c:v>0.52</c:v>
                </c:pt>
                <c:pt idx="27">
                  <c:v>0.54</c:v>
                </c:pt>
                <c:pt idx="28">
                  <c:v>0.56</c:v>
                </c:pt>
                <c:pt idx="29">
                  <c:v>0.58</c:v>
                </c:pt>
                <c:pt idx="30">
                  <c:v>0.6</c:v>
                </c:pt>
                <c:pt idx="31">
                  <c:v>0.62</c:v>
                </c:pt>
                <c:pt idx="32">
                  <c:v>0.64</c:v>
                </c:pt>
                <c:pt idx="33">
                  <c:v>0.66</c:v>
                </c:pt>
                <c:pt idx="34">
                  <c:v>0.68</c:v>
                </c:pt>
                <c:pt idx="35">
                  <c:v>0.7</c:v>
                </c:pt>
                <c:pt idx="36">
                  <c:v>0.72</c:v>
                </c:pt>
                <c:pt idx="37">
                  <c:v>0.74</c:v>
                </c:pt>
                <c:pt idx="38">
                  <c:v>0.76</c:v>
                </c:pt>
                <c:pt idx="39">
                  <c:v>0.78</c:v>
                </c:pt>
                <c:pt idx="40">
                  <c:v>0.8</c:v>
                </c:pt>
                <c:pt idx="41">
                  <c:v>0.82</c:v>
                </c:pt>
                <c:pt idx="42">
                  <c:v>0.84</c:v>
                </c:pt>
                <c:pt idx="43">
                  <c:v>0.86</c:v>
                </c:pt>
                <c:pt idx="44">
                  <c:v>0.88</c:v>
                </c:pt>
                <c:pt idx="45">
                  <c:v>0.9</c:v>
                </c:pt>
                <c:pt idx="46">
                  <c:v>0.92</c:v>
                </c:pt>
                <c:pt idx="47">
                  <c:v>0.94</c:v>
                </c:pt>
                <c:pt idx="48">
                  <c:v>0.96</c:v>
                </c:pt>
                <c:pt idx="49">
                  <c:v>0.98</c:v>
                </c:pt>
                <c:pt idx="50">
                  <c:v>1</c:v>
                </c:pt>
              </c:numCache>
            </c:numRef>
          </c:xVal>
          <c:yVal>
            <c:numRef>
              <c:f>Sheet1!$D$2:$D$52</c:f>
              <c:numCache>
                <c:formatCode>General</c:formatCode>
                <c:ptCount val="51"/>
                <c:pt idx="0">
                  <c:v>0.135</c:v>
                </c:pt>
                <c:pt idx="1">
                  <c:v>0.135</c:v>
                </c:pt>
                <c:pt idx="2">
                  <c:v>0.81</c:v>
                </c:pt>
                <c:pt idx="3">
                  <c:v>0.858</c:v>
                </c:pt>
                <c:pt idx="4">
                  <c:v>0.882</c:v>
                </c:pt>
                <c:pt idx="5">
                  <c:v>0.902</c:v>
                </c:pt>
                <c:pt idx="6">
                  <c:v>0.911</c:v>
                </c:pt>
                <c:pt idx="7">
                  <c:v>0.918</c:v>
                </c:pt>
                <c:pt idx="8">
                  <c:v>0.925</c:v>
                </c:pt>
                <c:pt idx="9">
                  <c:v>0.93</c:v>
                </c:pt>
                <c:pt idx="10">
                  <c:v>0.936</c:v>
                </c:pt>
                <c:pt idx="11">
                  <c:v>0.938</c:v>
                </c:pt>
                <c:pt idx="12">
                  <c:v>0.945</c:v>
                </c:pt>
                <c:pt idx="13">
                  <c:v>0.948</c:v>
                </c:pt>
                <c:pt idx="14">
                  <c:v>0.952</c:v>
                </c:pt>
                <c:pt idx="15">
                  <c:v>0.957</c:v>
                </c:pt>
                <c:pt idx="16">
                  <c:v>0.961</c:v>
                </c:pt>
                <c:pt idx="17">
                  <c:v>0.965</c:v>
                </c:pt>
                <c:pt idx="18">
                  <c:v>0.967</c:v>
                </c:pt>
                <c:pt idx="19">
                  <c:v>0.97</c:v>
                </c:pt>
                <c:pt idx="20">
                  <c:v>0.976</c:v>
                </c:pt>
                <c:pt idx="21">
                  <c:v>0.98</c:v>
                </c:pt>
                <c:pt idx="22">
                  <c:v>0.982</c:v>
                </c:pt>
                <c:pt idx="23">
                  <c:v>0.986</c:v>
                </c:pt>
                <c:pt idx="24">
                  <c:v>0.987</c:v>
                </c:pt>
                <c:pt idx="25">
                  <c:v>0.988</c:v>
                </c:pt>
                <c:pt idx="26">
                  <c:v>0.988</c:v>
                </c:pt>
                <c:pt idx="27">
                  <c:v>0.99</c:v>
                </c:pt>
                <c:pt idx="28">
                  <c:v>0.991</c:v>
                </c:pt>
                <c:pt idx="29">
                  <c:v>0.991</c:v>
                </c:pt>
                <c:pt idx="30">
                  <c:v>0.993</c:v>
                </c:pt>
                <c:pt idx="31">
                  <c:v>0.993</c:v>
                </c:pt>
                <c:pt idx="32">
                  <c:v>0.993</c:v>
                </c:pt>
                <c:pt idx="33">
                  <c:v>0.995</c:v>
                </c:pt>
                <c:pt idx="34">
                  <c:v>0.997</c:v>
                </c:pt>
                <c:pt idx="35">
                  <c:v>0.998</c:v>
                </c:pt>
                <c:pt idx="36">
                  <c:v>0.999</c:v>
                </c:pt>
                <c:pt idx="37">
                  <c:v>0.999</c:v>
                </c:pt>
                <c:pt idx="38">
                  <c:v>0.999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55555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555555"/>
                    </a:solidFill>
                    <a:latin typeface="+mn-lt"/>
                  </a:rPr>
                  <a:t>False-positive rate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55555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555555"/>
                    </a:solidFill>
                    <a:latin typeface="+mn-lt"/>
                  </a:rPr>
                  <a:t>True-positive rate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3333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D2B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D2B"/>
                </a:solidFill>
                <a:latin typeface="+mj-lt"/>
              </a:rPr>
              <a:t>By date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</c:v>
                </c:pt>
              </c:strCache>
            </c:strRef>
          </c:tx>
          <c:spPr>
            <a:solidFill>
              <a:srgbClr val="B03A2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11 Feb</c:v>
                  </c:pt>
                  <c:pt idx="1">
                    <c:v>24 Feb</c:v>
                  </c:pt>
                  <c:pt idx="2">
                    <c:v>03 Mar</c:v>
                  </c:pt>
                  <c:pt idx="3">
                    <c:v>13 Mar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0.938</c:v>
                </c:pt>
                <c:pt idx="1">
                  <c:v>1</c:v>
                </c:pt>
                <c:pt idx="2">
                  <c:v>1</c:v>
                </c:pt>
                <c:pt idx="3">
                  <c:v>0.933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Sensitivity</c:v>
                </c:pt>
              </c:strCache>
            </c:strRef>
          </c:tx>
          <c:spPr>
            <a:solidFill>
              <a:srgbClr val="D08A0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11 Feb</c:v>
                  </c:pt>
                  <c:pt idx="1">
                    <c:v>24 Feb</c:v>
                  </c:pt>
                  <c:pt idx="2">
                    <c:v>03 Mar</c:v>
                  </c:pt>
                  <c:pt idx="3">
                    <c:v>13 Mar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0.876</c:v>
                </c:pt>
                <c:pt idx="1">
                  <c:v>1</c:v>
                </c:pt>
                <c:pt idx="2">
                  <c:v>1</c:v>
                </c:pt>
                <c:pt idx="3">
                  <c:v>0.978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Specificity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11 Feb</c:v>
                  </c:pt>
                  <c:pt idx="1">
                    <c:v>24 Feb</c:v>
                  </c:pt>
                  <c:pt idx="2">
                    <c:v>03 Mar</c:v>
                  </c:pt>
                  <c:pt idx="3">
                    <c:v>13 Mar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0.888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00" u="none">
                  <a:solidFill>
                    <a:srgbClr val="333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33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D2B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D2B"/>
                </a:solidFill>
                <a:latin typeface="+mj-lt"/>
              </a:rPr>
              <a:t>By variety and inoculation timing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</c:v>
                </c:pt>
              </c:strCache>
            </c:strRef>
          </c:tx>
          <c:spPr>
            <a:solidFill>
              <a:srgbClr val="2A6FB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V1</c:v>
                  </c:pt>
                  <c:pt idx="1">
                    <c:v>V2</c:v>
                  </c:pt>
                  <c:pt idx="2">
                    <c:v>V3</c:v>
                  </c:pt>
                  <c:pt idx="3">
                    <c:v>D1</c:v>
                  </c:pt>
                  <c:pt idx="4">
                    <c:v>D2</c:v>
                  </c:pt>
                  <c:pt idx="5">
                    <c:v>D3</c:v>
                  </c:pt>
                  <c:pt idx="6">
                    <c:v>D4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0.988</c:v>
                </c:pt>
                <c:pt idx="1">
                  <c:v>0.937</c:v>
                </c:pt>
                <c:pt idx="2">
                  <c:v>0.979</c:v>
                </c:pt>
                <c:pt idx="3">
                  <c:v>0.976</c:v>
                </c:pt>
                <c:pt idx="4">
                  <c:v>0.985</c:v>
                </c:pt>
                <c:pt idx="5">
                  <c:v>0.963</c:v>
                </c:pt>
                <c:pt idx="6">
                  <c:v>0.946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D2B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D2B"/>
                </a:solidFill>
                <a:latin typeface="+mj-lt"/>
              </a:rPr>
              <a:t>Share of plot-dates called diseased (best pipeline)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Inoculated D1</c:v>
                </c:pt>
              </c:strCache>
            </c:strRef>
          </c:tx>
          <c:spPr>
            <a:solidFill>
              <a:srgbClr val="B03A2E"/>
            </a:solidFill>
            <a:ln w="25400" cap="flat">
              <a:solidFill>
                <a:srgbClr val="B03A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B03A2E"/>
              </a:solidFill>
              <a:ln w="9525" cap="flat">
                <a:solidFill>
                  <a:srgbClr val="B03A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11 Feb</c:v>
                  </c:pt>
                  <c:pt idx="1">
                    <c:v>24 Feb</c:v>
                  </c:pt>
                  <c:pt idx="2">
                    <c:v>03 Mar</c:v>
                  </c:pt>
                  <c:pt idx="3">
                    <c:v>13 Mar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0.889</c:v>
                </c:pt>
                <c:pt idx="1">
                  <c:v>1</c:v>
                </c:pt>
                <c:pt idx="2">
                  <c:v>1</c:v>
                </c:pt>
                <c:pt idx="3">
                  <c:v>0.922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Inoculated D2</c:v>
                </c:pt>
              </c:strCache>
            </c:strRef>
          </c:tx>
          <c:spPr>
            <a:solidFill>
              <a:srgbClr val="D08A00"/>
            </a:solidFill>
            <a:ln w="25400" cap="flat">
              <a:solidFill>
                <a:srgbClr val="D08A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D08A00"/>
              </a:solidFill>
              <a:ln w="9525" cap="flat">
                <a:solidFill>
                  <a:srgbClr val="D08A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11 Feb</c:v>
                  </c:pt>
                  <c:pt idx="1">
                    <c:v>24 Feb</c:v>
                  </c:pt>
                  <c:pt idx="2">
                    <c:v>03 Mar</c:v>
                  </c:pt>
                  <c:pt idx="3">
                    <c:v>13 Mar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0.883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Inoculated D3</c:v>
                </c:pt>
              </c:strCache>
            </c:strRef>
          </c:tx>
          <c:spPr>
            <a:solidFill>
              <a:srgbClr val="2A6FB0"/>
            </a:solidFill>
            <a:ln w="25400" cap="flat">
              <a:solidFill>
                <a:srgbClr val="2A6FB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A6FB0"/>
              </a:solidFill>
              <a:ln w="9525" cap="flat">
                <a:solidFill>
                  <a:srgbClr val="2A6FB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11 Feb</c:v>
                  </c:pt>
                  <c:pt idx="1">
                    <c:v>24 Feb</c:v>
                  </c:pt>
                  <c:pt idx="2">
                    <c:v>03 Mar</c:v>
                  </c:pt>
                  <c:pt idx="3">
                    <c:v>13 Mar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0.939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Inoculated D4</c:v>
                </c:pt>
              </c:strCache>
            </c:strRef>
          </c:tx>
          <c:spPr>
            <a:solidFill>
              <a:srgbClr val="2E7D32"/>
            </a:solidFill>
            <a:ln w="25400" cap="flat">
              <a:solidFill>
                <a:srgbClr val="2E7D3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E7D32"/>
              </a:solidFill>
              <a:ln w="9525" cap="flat">
                <a:solidFill>
                  <a:srgbClr val="2E7D3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11 Feb</c:v>
                  </c:pt>
                  <c:pt idx="1">
                    <c:v>24 Feb</c:v>
                  </c:pt>
                  <c:pt idx="2">
                    <c:v>03 Mar</c:v>
                  </c:pt>
                  <c:pt idx="3">
                    <c:v>13 Mar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0.794</c:v>
                </c:pt>
                <c:pt idx="1">
                  <c:v>1</c:v>
                </c:pt>
                <c:pt idx="2">
                  <c:v>1</c:v>
                </c:pt>
                <c:pt idx="3">
                  <c:v>0.989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Controls</c:v>
                </c:pt>
              </c:strCache>
            </c:strRef>
          </c:tx>
          <c:spPr>
            <a:solidFill>
              <a:srgbClr val="555555"/>
            </a:solidFill>
            <a:ln w="25400" cap="flat">
              <a:solidFill>
                <a:srgbClr val="55555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555555"/>
              </a:solidFill>
              <a:ln w="9525" cap="flat">
                <a:solidFill>
                  <a:srgbClr val="55555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11 Feb</c:v>
                  </c:pt>
                  <c:pt idx="1">
                    <c:v>24 Feb</c:v>
                  </c:pt>
                  <c:pt idx="2">
                    <c:v>03 Mar</c:v>
                  </c:pt>
                  <c:pt idx="3">
                    <c:v>13 Mar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0.1125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33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D2B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D2B"/>
                </a:solidFill>
                <a:latin typeface="+mj-lt"/>
              </a:rPr>
              <a:t>E1: best BA per scenario (same 10 x 4 folds)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Raw</c:v>
                </c:pt>
              </c:strCache>
            </c:strRef>
          </c:tx>
          <c:spPr>
            <a:solidFill>
              <a:srgbClr val="B03A2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S1</c:v>
                  </c:pt>
                  <c:pt idx="1">
                    <c:v>S10</c:v>
                  </c:pt>
                  <c:pt idx="2">
                    <c:v>S2</c:v>
                  </c:pt>
                  <c:pt idx="3">
                    <c:v>S3</c:v>
                  </c:pt>
                  <c:pt idx="4">
                    <c:v>S4</c:v>
                  </c:pt>
                  <c:pt idx="5">
                    <c:v>S5</c:v>
                  </c:pt>
                  <c:pt idx="6">
                    <c:v>S6</c:v>
                  </c:pt>
                  <c:pt idx="7">
                    <c:v>S7</c:v>
                  </c:pt>
                  <c:pt idx="8">
                    <c:v>S8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0.9229</c:v>
                </c:pt>
                <c:pt idx="1">
                  <c:v>0.9243</c:v>
                </c:pt>
                <c:pt idx="2">
                  <c:v>0.9656</c:v>
                </c:pt>
                <c:pt idx="3">
                  <c:v>0.9559</c:v>
                </c:pt>
                <c:pt idx="4">
                  <c:v>0.9295</c:v>
                </c:pt>
                <c:pt idx="5">
                  <c:v>0.9431</c:v>
                </c:pt>
                <c:pt idx="6">
                  <c:v>0.8986</c:v>
                </c:pt>
                <c:pt idx="7">
                  <c:v>0.8174</c:v>
                </c:pt>
                <c:pt idx="8">
                  <c:v>0.9177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Smoothed</c:v>
                </c:pt>
              </c:strCache>
            </c:strRef>
          </c:tx>
          <c:spPr>
            <a:solidFill>
              <a:srgbClr val="2A6FB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S1</c:v>
                  </c:pt>
                  <c:pt idx="1">
                    <c:v>S10</c:v>
                  </c:pt>
                  <c:pt idx="2">
                    <c:v>S2</c:v>
                  </c:pt>
                  <c:pt idx="3">
                    <c:v>S3</c:v>
                  </c:pt>
                  <c:pt idx="4">
                    <c:v>S4</c:v>
                  </c:pt>
                  <c:pt idx="5">
                    <c:v>S5</c:v>
                  </c:pt>
                  <c:pt idx="6">
                    <c:v>S6</c:v>
                  </c:pt>
                  <c:pt idx="7">
                    <c:v>S7</c:v>
                  </c:pt>
                  <c:pt idx="8">
                    <c:v>S8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0.9174</c:v>
                </c:pt>
                <c:pt idx="1">
                  <c:v>0.9069</c:v>
                </c:pt>
                <c:pt idx="2">
                  <c:v>0.9653</c:v>
                </c:pt>
                <c:pt idx="3">
                  <c:v>0.9566</c:v>
                </c:pt>
                <c:pt idx="4">
                  <c:v>0.9785</c:v>
                </c:pt>
                <c:pt idx="5">
                  <c:v>0.9438</c:v>
                </c:pt>
                <c:pt idx="6">
                  <c:v>0.8875</c:v>
                </c:pt>
                <c:pt idx="7">
                  <c:v>0.8215</c:v>
                </c:pt>
                <c:pt idx="8">
                  <c:v>0.924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00" u="none">
                  <a:solidFill>
                    <a:srgbClr val="333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33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D2B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D2B"/>
                </a:solidFill>
                <a:latin typeface="+mj-lt"/>
              </a:rPr>
              <a:t>E4: per-date standardisation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Without</c:v>
                </c:pt>
              </c:strCache>
            </c:strRef>
          </c:tx>
          <c:spPr>
            <a:solidFill>
              <a:srgbClr val="9E9E9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Sheet1!$A$2:$A$17</c:f>
              <c:multiLvlStrCache>
                <c:ptCount val="16"/>
                <c:lvl>
                  <c:pt idx="0">
                    <c:v>S1 LDA</c:v>
                  </c:pt>
                  <c:pt idx="1">
                    <c:v>S1 LR</c:v>
                  </c:pt>
                  <c:pt idx="2">
                    <c:v>S1 SVM</c:v>
                  </c:pt>
                  <c:pt idx="3">
                    <c:v>S1 RF</c:v>
                  </c:pt>
                  <c:pt idx="4">
                    <c:v>S2 LDA</c:v>
                  </c:pt>
                  <c:pt idx="5">
                    <c:v>S2 LR</c:v>
                  </c:pt>
                  <c:pt idx="6">
                    <c:v>S2 SVM</c:v>
                  </c:pt>
                  <c:pt idx="7">
                    <c:v>S2 RF</c:v>
                  </c:pt>
                  <c:pt idx="8">
                    <c:v>S6 LDA</c:v>
                  </c:pt>
                  <c:pt idx="9">
                    <c:v>S6 LR</c:v>
                  </c:pt>
                  <c:pt idx="10">
                    <c:v>S6 SVM</c:v>
                  </c:pt>
                  <c:pt idx="11">
                    <c:v>S6 RF</c:v>
                  </c:pt>
                  <c:pt idx="12">
                    <c:v>S10 LDA</c:v>
                  </c:pt>
                  <c:pt idx="13">
                    <c:v>S10 LR</c:v>
                  </c:pt>
                  <c:pt idx="14">
                    <c:v>S10 SVM</c:v>
                  </c:pt>
                  <c:pt idx="15">
                    <c:v>S10 RF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0.9049</c:v>
                </c:pt>
                <c:pt idx="1">
                  <c:v>0.9229</c:v>
                </c:pt>
                <c:pt idx="2">
                  <c:v>0.8549</c:v>
                </c:pt>
                <c:pt idx="3">
                  <c:v>0.7236</c:v>
                </c:pt>
                <c:pt idx="4">
                  <c:v>0.9656</c:v>
                </c:pt>
                <c:pt idx="5">
                  <c:v>0.9608</c:v>
                </c:pt>
                <c:pt idx="6">
                  <c:v>0.9517</c:v>
                </c:pt>
                <c:pt idx="7">
                  <c:v>0.9115</c:v>
                </c:pt>
                <c:pt idx="8">
                  <c:v>0.849</c:v>
                </c:pt>
                <c:pt idx="9">
                  <c:v>0.833</c:v>
                </c:pt>
                <c:pt idx="10">
                  <c:v>0.7674</c:v>
                </c:pt>
                <c:pt idx="11">
                  <c:v>0.749</c:v>
                </c:pt>
                <c:pt idx="12">
                  <c:v>0.8851</c:v>
                </c:pt>
                <c:pt idx="13">
                  <c:v>0.9014</c:v>
                </c:pt>
                <c:pt idx="14">
                  <c:v>0.9243</c:v>
                </c:pt>
                <c:pt idx="15">
                  <c:v>0.8885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date normalisation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Sheet1!$A$2:$A$17</c:f>
              <c:multiLvlStrCache>
                <c:ptCount val="16"/>
                <c:lvl>
                  <c:pt idx="0">
                    <c:v>S1 LDA</c:v>
                  </c:pt>
                  <c:pt idx="1">
                    <c:v>S1 LR</c:v>
                  </c:pt>
                  <c:pt idx="2">
                    <c:v>S1 SVM</c:v>
                  </c:pt>
                  <c:pt idx="3">
                    <c:v>S1 RF</c:v>
                  </c:pt>
                  <c:pt idx="4">
                    <c:v>S2 LDA</c:v>
                  </c:pt>
                  <c:pt idx="5">
                    <c:v>S2 LR</c:v>
                  </c:pt>
                  <c:pt idx="6">
                    <c:v>S2 SVM</c:v>
                  </c:pt>
                  <c:pt idx="7">
                    <c:v>S2 RF</c:v>
                  </c:pt>
                  <c:pt idx="8">
                    <c:v>S6 LDA</c:v>
                  </c:pt>
                  <c:pt idx="9">
                    <c:v>S6 LR</c:v>
                  </c:pt>
                  <c:pt idx="10">
                    <c:v>S6 SVM</c:v>
                  </c:pt>
                  <c:pt idx="11">
                    <c:v>S6 RF</c:v>
                  </c:pt>
                  <c:pt idx="12">
                    <c:v>S10 LDA</c:v>
                  </c:pt>
                  <c:pt idx="13">
                    <c:v>S10 LR</c:v>
                  </c:pt>
                  <c:pt idx="14">
                    <c:v>S10 SVM</c:v>
                  </c:pt>
                  <c:pt idx="15">
                    <c:v>S10 RF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0.9434</c:v>
                </c:pt>
                <c:pt idx="1">
                  <c:v>0.9135</c:v>
                </c:pt>
                <c:pt idx="2">
                  <c:v>0.8583</c:v>
                </c:pt>
                <c:pt idx="3">
                  <c:v>0.6837</c:v>
                </c:pt>
                <c:pt idx="4">
                  <c:v>0.9906</c:v>
                </c:pt>
                <c:pt idx="5">
                  <c:v>0.9809</c:v>
                </c:pt>
                <c:pt idx="6">
                  <c:v>0.967</c:v>
                </c:pt>
                <c:pt idx="7">
                  <c:v>0.9417</c:v>
                </c:pt>
                <c:pt idx="8">
                  <c:v>0.8792</c:v>
                </c:pt>
                <c:pt idx="9">
                  <c:v>0.8656</c:v>
                </c:pt>
                <c:pt idx="10">
                  <c:v>0.8431</c:v>
                </c:pt>
                <c:pt idx="11">
                  <c:v>0.8229</c:v>
                </c:pt>
                <c:pt idx="12">
                  <c:v>0.9139</c:v>
                </c:pt>
                <c:pt idx="13">
                  <c:v>0.9108</c:v>
                </c:pt>
                <c:pt idx="14">
                  <c:v>0.9205</c:v>
                </c:pt>
                <c:pt idx="15">
                  <c:v>0.9028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700" u="none">
                  <a:solidFill>
                    <a:srgbClr val="333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33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D2B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D2B"/>
                </a:solidFill>
                <a:latin typeface="+mj-lt"/>
              </a:rPr>
              <a:t>Best BA per feature set and date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11 Feb</c:v>
                </c:pt>
              </c:strCache>
            </c:strRef>
          </c:tx>
          <c:spPr>
            <a:solidFill>
              <a:srgbClr val="2A6FB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S1 Reflectance, full </c:v>
                  </c:pt>
                  <c:pt idx="1">
                    <c:v>S2 First derivative, </c:v>
                  </c:pt>
                  <c:pt idx="2">
                    <c:v>S5 Continuum-removal </c:v>
                  </c:pt>
                  <c:pt idx="3">
                    <c:v>S6 Vegetation indices</c:v>
                  </c:pt>
                  <c:pt idx="4">
                    <c:v>S7 Red-edge parameter</c:v>
                  </c:pt>
                  <c:pt idx="5">
                    <c:v>S8 Optimised two-band</c:v>
                  </c:pt>
                  <c:pt idx="6">
                    <c:v>S10 All families combi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0.9028</c:v>
                </c:pt>
                <c:pt idx="1">
                  <c:v>0.9389</c:v>
                </c:pt>
                <c:pt idx="2">
                  <c:v>0.9153</c:v>
                </c:pt>
                <c:pt idx="3">
                  <c:v>0.8097</c:v>
                </c:pt>
                <c:pt idx="4">
                  <c:v>0.7319</c:v>
                </c:pt>
                <c:pt idx="5">
                  <c:v>0.8583</c:v>
                </c:pt>
                <c:pt idx="6">
                  <c:v>0.8778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24 Feb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S1 Reflectance, full </c:v>
                  </c:pt>
                  <c:pt idx="1">
                    <c:v>S2 First derivative, </c:v>
                  </c:pt>
                  <c:pt idx="2">
                    <c:v>S5 Continuum-removal </c:v>
                  </c:pt>
                  <c:pt idx="3">
                    <c:v>S6 Vegetation indices</c:v>
                  </c:pt>
                  <c:pt idx="4">
                    <c:v>S7 Red-edge parameter</c:v>
                  </c:pt>
                  <c:pt idx="5">
                    <c:v>S8 Optimised two-band</c:v>
                  </c:pt>
                  <c:pt idx="6">
                    <c:v>S10 All families combi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0.9444</c:v>
                </c:pt>
                <c:pt idx="1">
                  <c:v>0.9472</c:v>
                </c:pt>
                <c:pt idx="2">
                  <c:v>0.9764</c:v>
                </c:pt>
                <c:pt idx="3">
                  <c:v>0.9375</c:v>
                </c:pt>
                <c:pt idx="4">
                  <c:v>0.9014</c:v>
                </c:pt>
                <c:pt idx="5">
                  <c:v>0.9333</c:v>
                </c:pt>
                <c:pt idx="6">
                  <c:v>0.9014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03 Mar</c:v>
                </c:pt>
              </c:strCache>
            </c:strRef>
          </c:tx>
          <c:spPr>
            <a:solidFill>
              <a:srgbClr val="D08A0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S1 Reflectance, full </c:v>
                  </c:pt>
                  <c:pt idx="1">
                    <c:v>S2 First derivative, </c:v>
                  </c:pt>
                  <c:pt idx="2">
                    <c:v>S5 Continuum-removal </c:v>
                  </c:pt>
                  <c:pt idx="3">
                    <c:v>S6 Vegetation indices</c:v>
                  </c:pt>
                  <c:pt idx="4">
                    <c:v>S7 Red-edge parameter</c:v>
                  </c:pt>
                  <c:pt idx="5">
                    <c:v>S8 Optimised two-band</c:v>
                  </c:pt>
                  <c:pt idx="6">
                    <c:v>S10 All families combi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0.9833</c:v>
                </c:pt>
                <c:pt idx="1">
                  <c:v>1</c:v>
                </c:pt>
                <c:pt idx="2">
                  <c:v>0.9667</c:v>
                </c:pt>
                <c:pt idx="3">
                  <c:v>0.9681</c:v>
                </c:pt>
                <c:pt idx="4">
                  <c:v>0.9458</c:v>
                </c:pt>
                <c:pt idx="5">
                  <c:v>0.9667</c:v>
                </c:pt>
                <c:pt idx="6">
                  <c:v>0.9514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13 Mar</c:v>
                </c:pt>
              </c:strCache>
            </c:strRef>
          </c:tx>
          <c:spPr>
            <a:solidFill>
              <a:srgbClr val="B03A2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S1 Reflectance, full </c:v>
                  </c:pt>
                  <c:pt idx="1">
                    <c:v>S2 First derivative, </c:v>
                  </c:pt>
                  <c:pt idx="2">
                    <c:v>S5 Continuum-removal </c:v>
                  </c:pt>
                  <c:pt idx="3">
                    <c:v>S6 Vegetation indices</c:v>
                  </c:pt>
                  <c:pt idx="4">
                    <c:v>S7 Red-edge parameter</c:v>
                  </c:pt>
                  <c:pt idx="5">
                    <c:v>S8 Optimised two-band</c:v>
                  </c:pt>
                  <c:pt idx="6">
                    <c:v>S10 All families combi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0.9361</c:v>
                </c:pt>
                <c:pt idx="1">
                  <c:v>0.9597</c:v>
                </c:pt>
                <c:pt idx="2">
                  <c:v>0.9736</c:v>
                </c:pt>
                <c:pt idx="3">
                  <c:v>0.9486</c:v>
                </c:pt>
                <c:pt idx="4">
                  <c:v>0.9333</c:v>
                </c:pt>
                <c:pt idx="5">
                  <c:v>0.8972</c:v>
                </c:pt>
                <c:pt idx="6">
                  <c:v>0.9153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4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33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D2B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D2B"/>
                </a:solidFill>
                <a:latin typeface="+mj-lt"/>
              </a:rPr>
              <a:t>LODO: best BA for the held-out date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Without date normalisation</c:v>
                </c:pt>
              </c:strCache>
            </c:strRef>
          </c:tx>
          <c:spPr>
            <a:solidFill>
              <a:srgbClr val="9E9E9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11 Feb</c:v>
                  </c:pt>
                  <c:pt idx="1">
                    <c:v>24 Feb</c:v>
                  </c:pt>
                  <c:pt idx="2">
                    <c:v>03 Mar</c:v>
                  </c:pt>
                  <c:pt idx="3">
                    <c:v>13 Mar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0.8611</c:v>
                </c:pt>
                <c:pt idx="1">
                  <c:v>1</c:v>
                </c:pt>
                <c:pt idx="2">
                  <c:v>0.9444</c:v>
                </c:pt>
                <c:pt idx="3">
                  <c:v>0.6667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date normalisation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11 Feb</c:v>
                  </c:pt>
                  <c:pt idx="1">
                    <c:v>24 Feb</c:v>
                  </c:pt>
                  <c:pt idx="2">
                    <c:v>03 Mar</c:v>
                  </c:pt>
                  <c:pt idx="3">
                    <c:v>13 Mar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0.9028</c:v>
                </c:pt>
                <c:pt idx="1">
                  <c:v>1</c:v>
                </c:pt>
                <c:pt idx="2">
                  <c:v>1</c:v>
                </c:pt>
                <c:pt idx="3">
                  <c:v>0.9861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3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33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D2B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D2B"/>
                </a:solidFill>
                <a:latin typeface="+mj-lt"/>
              </a:rPr>
              <a:t>LOVO: BA for the held-out variety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B03A2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V1</c:v>
                  </c:pt>
                  <c:pt idx="1">
                    <c:v>V2</c:v>
                  </c:pt>
                  <c:pt idx="2">
                    <c:v>V3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0.9479</c:v>
                </c:pt>
                <c:pt idx="1">
                  <c:v>0.9271</c:v>
                </c:pt>
                <c:pt idx="2">
                  <c:v>0.9271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S2</c:v>
                </c:pt>
              </c:strCache>
            </c:strRef>
          </c:tx>
          <c:spPr>
            <a:solidFill>
              <a:srgbClr val="D08A0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V1</c:v>
                  </c:pt>
                  <c:pt idx="1">
                    <c:v>V2</c:v>
                  </c:pt>
                  <c:pt idx="2">
                    <c:v>V3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0.9896</c:v>
                </c:pt>
                <c:pt idx="1">
                  <c:v>0.9375</c:v>
                </c:pt>
                <c:pt idx="2">
                  <c:v>0.9688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S6</c:v>
                </c:pt>
              </c:strCache>
            </c:strRef>
          </c:tx>
          <c:spPr>
            <a:solidFill>
              <a:srgbClr val="2A6FB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V1</c:v>
                  </c:pt>
                  <c:pt idx="1">
                    <c:v>V2</c:v>
                  </c:pt>
                  <c:pt idx="2">
                    <c:v>V3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0.9271</c:v>
                </c:pt>
                <c:pt idx="1">
                  <c:v>0.8646</c:v>
                </c:pt>
                <c:pt idx="2">
                  <c:v>0.9375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S8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V1</c:v>
                  </c:pt>
                  <c:pt idx="1">
                    <c:v>V2</c:v>
                  </c:pt>
                  <c:pt idx="2">
                    <c:v>V3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0.9375</c:v>
                </c:pt>
                <c:pt idx="1">
                  <c:v>0.9479</c:v>
                </c:pt>
                <c:pt idx="2">
                  <c:v>0.9479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S10</c:v>
                </c:pt>
              </c:strCache>
            </c:strRef>
          </c:tx>
          <c:spPr>
            <a:solidFill>
              <a:srgbClr val="7A4E9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V1</c:v>
                  </c:pt>
                  <c:pt idx="1">
                    <c:v>V2</c:v>
                  </c:pt>
                  <c:pt idx="2">
                    <c:v>V3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0.9479</c:v>
                </c:pt>
                <c:pt idx="1">
                  <c:v>0.9375</c:v>
                </c:pt>
                <c:pt idx="2">
                  <c:v>0.9896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3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33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D2B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D2B"/>
                </a:solidFill>
                <a:latin typeface="+mj-lt"/>
              </a:rPr>
              <a:t>Balanced accuracy of each contrast (best classifier)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S2 First derivative</c:v>
                </c:pt>
              </c:strCache>
            </c:strRef>
          </c:tx>
          <c:spPr>
            <a:solidFill>
              <a:srgbClr val="B03A2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 vs R1</c:v>
                  </c:pt>
                  <c:pt idx="1">
                    <c:v>C vs R2</c:v>
                  </c:pt>
                  <c:pt idx="2">
                    <c:v>C vs R3</c:v>
                  </c:pt>
                  <c:pt idx="3">
                    <c:v>R1 vs R2</c:v>
                  </c:pt>
                  <c:pt idx="4">
                    <c:v>R1 vs R3</c:v>
                  </c:pt>
                  <c:pt idx="5">
                    <c:v>R2 vs R3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0.9802</c:v>
                </c:pt>
                <c:pt idx="1">
                  <c:v>0.9802</c:v>
                </c:pt>
                <c:pt idx="2">
                  <c:v>0.924</c:v>
                </c:pt>
                <c:pt idx="3">
                  <c:v>0.7854</c:v>
                </c:pt>
                <c:pt idx="4">
                  <c:v>0.8698</c:v>
                </c:pt>
                <c:pt idx="5">
                  <c:v>0.8146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S6 Vegetation indices</c:v>
                </c:pt>
              </c:strCache>
            </c:strRef>
          </c:tx>
          <c:spPr>
            <a:solidFill>
              <a:srgbClr val="2A6FB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 vs R1</c:v>
                  </c:pt>
                  <c:pt idx="1">
                    <c:v>C vs R2</c:v>
                  </c:pt>
                  <c:pt idx="2">
                    <c:v>C vs R3</c:v>
                  </c:pt>
                  <c:pt idx="3">
                    <c:v>R1 vs R2</c:v>
                  </c:pt>
                  <c:pt idx="4">
                    <c:v>R1 vs R3</c:v>
                  </c:pt>
                  <c:pt idx="5">
                    <c:v>R2 vs R3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0.8708</c:v>
                </c:pt>
                <c:pt idx="1">
                  <c:v>0.8771</c:v>
                </c:pt>
                <c:pt idx="2">
                  <c:v>0.8021</c:v>
                </c:pt>
                <c:pt idx="3">
                  <c:v>0.6938</c:v>
                </c:pt>
                <c:pt idx="4">
                  <c:v>0.8312</c:v>
                </c:pt>
                <c:pt idx="5">
                  <c:v>0.725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S10 All families combined + robust selection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 vs R1</c:v>
                  </c:pt>
                  <c:pt idx="1">
                    <c:v>C vs R2</c:v>
                  </c:pt>
                  <c:pt idx="2">
                    <c:v>C vs R3</c:v>
                  </c:pt>
                  <c:pt idx="3">
                    <c:v>R1 vs R2</c:v>
                  </c:pt>
                  <c:pt idx="4">
                    <c:v>R1 vs R3</c:v>
                  </c:pt>
                  <c:pt idx="5">
                    <c:v>R2 vs R3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0.9458</c:v>
                </c:pt>
                <c:pt idx="1">
                  <c:v>0.9417</c:v>
                </c:pt>
                <c:pt idx="2">
                  <c:v>0.875</c:v>
                </c:pt>
                <c:pt idx="3">
                  <c:v>0.7521</c:v>
                </c:pt>
                <c:pt idx="4">
                  <c:v>0.8729</c:v>
                </c:pt>
                <c:pt idx="5">
                  <c:v>0.7531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00" u="none">
                  <a:solidFill>
                    <a:srgbClr val="333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3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33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D2B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D2B"/>
                </a:solidFill>
                <a:latin typeface="+mj-lt"/>
              </a:rPr>
              <a:t>OFC balanced accuracy by classifier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LDA</c:v>
                </c:pt>
              </c:strCache>
            </c:strRef>
          </c:tx>
          <c:spPr>
            <a:solidFill>
              <a:srgbClr val="2A6FB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All DSFs</c:v>
                  </c:pt>
                  <c:pt idx="1">
                    <c:v>OFC-LDA</c:v>
                  </c:pt>
                  <c:pt idx="2">
                    <c:v>OFC-kNN</c:v>
                  </c:pt>
                  <c:pt idx="3">
                    <c:v>OFC-SVM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0.8441</c:v>
                </c:pt>
                <c:pt idx="1">
                  <c:v>0.8469</c:v>
                </c:pt>
                <c:pt idx="2">
                  <c:v>0.8059</c:v>
                </c:pt>
                <c:pt idx="3">
                  <c:v>0.8076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kNN</c:v>
                </c:pt>
              </c:strCache>
            </c:strRef>
          </c:tx>
          <c:spPr>
            <a:solidFill>
              <a:srgbClr val="D08A0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All DSFs</c:v>
                  </c:pt>
                  <c:pt idx="1">
                    <c:v>OFC-LDA</c:v>
                  </c:pt>
                  <c:pt idx="2">
                    <c:v>OFC-kNN</c:v>
                  </c:pt>
                  <c:pt idx="3">
                    <c:v>OFC-SVM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0.9198</c:v>
                </c:pt>
                <c:pt idx="1">
                  <c:v>0.8708</c:v>
                </c:pt>
                <c:pt idx="2">
                  <c:v>0.901</c:v>
                </c:pt>
                <c:pt idx="3">
                  <c:v>0.9094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SVM</c:v>
                </c:pt>
              </c:strCache>
            </c:strRef>
          </c:tx>
          <c:spPr>
            <a:solidFill>
              <a:srgbClr val="B03A2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All DSFs</c:v>
                  </c:pt>
                  <c:pt idx="1">
                    <c:v>OFC-LDA</c:v>
                  </c:pt>
                  <c:pt idx="2">
                    <c:v>OFC-kNN</c:v>
                  </c:pt>
                  <c:pt idx="3">
                    <c:v>OFC-SVM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0.9125</c:v>
                </c:pt>
                <c:pt idx="1">
                  <c:v>0.8771</c:v>
                </c:pt>
                <c:pt idx="2">
                  <c:v>0.8885</c:v>
                </c:pt>
                <c:pt idx="3">
                  <c:v>0.899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LR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All DSFs</c:v>
                  </c:pt>
                  <c:pt idx="1">
                    <c:v>OFC-LDA</c:v>
                  </c:pt>
                  <c:pt idx="2">
                    <c:v>OFC-kNN</c:v>
                  </c:pt>
                  <c:pt idx="3">
                    <c:v>OFC-SVM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0.8622</c:v>
                </c:pt>
                <c:pt idx="1">
                  <c:v>0.8545</c:v>
                </c:pt>
                <c:pt idx="2">
                  <c:v>0.8323</c:v>
                </c:pt>
                <c:pt idx="3">
                  <c:v>0.8337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RF</c:v>
                </c:pt>
              </c:strCache>
            </c:strRef>
          </c:tx>
          <c:spPr>
            <a:solidFill>
              <a:srgbClr val="7A4E9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All DSFs</c:v>
                  </c:pt>
                  <c:pt idx="1">
                    <c:v>OFC-LDA</c:v>
                  </c:pt>
                  <c:pt idx="2">
                    <c:v>OFC-kNN</c:v>
                  </c:pt>
                  <c:pt idx="3">
                    <c:v>OFC-SVM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0.8618</c:v>
                </c:pt>
                <c:pt idx="1">
                  <c:v>0.851</c:v>
                </c:pt>
                <c:pt idx="2">
                  <c:v>0.8469</c:v>
                </c:pt>
                <c:pt idx="3">
                  <c:v>0.8486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33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D2B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D2B"/>
                </a:solidFill>
                <a:latin typeface="+mj-lt"/>
              </a:rPr>
              <a:t>Best BA by selector and subset size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 = 5</c:v>
                </c:pt>
              </c:strCache>
            </c:strRef>
          </c:tx>
          <c:spPr>
            <a:solidFill>
              <a:srgbClr val="2A6FB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SVM-RFE</c:v>
                  </c:pt>
                  <c:pt idx="1">
                    <c:v>LASSO</c:v>
                  </c:pt>
                  <c:pt idx="2">
                    <c:v>CARS</c:v>
                  </c:pt>
                  <c:pt idx="3">
                    <c:v>ReliefF</c:v>
                  </c:pt>
                  <c:pt idx="4">
                    <c:v>SFFS (QDA)</c:v>
                  </c:pt>
                  <c:pt idx="5">
                    <c:v>Consensus (Borda)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0.9288</c:v>
                </c:pt>
                <c:pt idx="1">
                  <c:v>0.9014</c:v>
                </c:pt>
                <c:pt idx="2">
                  <c:v>0.9111</c:v>
                </c:pt>
                <c:pt idx="3">
                  <c:v>0.9035</c:v>
                </c:pt>
                <c:pt idx="4">
                  <c:v>0.9038</c:v>
                </c:pt>
                <c:pt idx="5">
                  <c:v>0.925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 = 10</c:v>
                </c:pt>
              </c:strCache>
            </c:strRef>
          </c:tx>
          <c:spPr>
            <a:solidFill>
              <a:srgbClr val="B03A2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SVM-RFE</c:v>
                  </c:pt>
                  <c:pt idx="1">
                    <c:v>LASSO</c:v>
                  </c:pt>
                  <c:pt idx="2">
                    <c:v>CARS</c:v>
                  </c:pt>
                  <c:pt idx="3">
                    <c:v>ReliefF</c:v>
                  </c:pt>
                  <c:pt idx="4">
                    <c:v>SFFS (QDA)</c:v>
                  </c:pt>
                  <c:pt idx="5">
                    <c:v>Consensus (Borda)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0.9649</c:v>
                </c:pt>
                <c:pt idx="1">
                  <c:v>0.9351</c:v>
                </c:pt>
                <c:pt idx="2">
                  <c:v>0.9483</c:v>
                </c:pt>
                <c:pt idx="3">
                  <c:v>0.941</c:v>
                </c:pt>
                <c:pt idx="4">
                  <c:v>0.9174</c:v>
                </c:pt>
                <c:pt idx="5">
                  <c:v>0.9521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 = 15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SVM-RFE</c:v>
                  </c:pt>
                  <c:pt idx="1">
                    <c:v>LASSO</c:v>
                  </c:pt>
                  <c:pt idx="2">
                    <c:v>CARS</c:v>
                  </c:pt>
                  <c:pt idx="3">
                    <c:v>ReliefF</c:v>
                  </c:pt>
                  <c:pt idx="4">
                    <c:v>SFFS (QDA)</c:v>
                  </c:pt>
                  <c:pt idx="5">
                    <c:v>Consensus (Borda)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0.9792</c:v>
                </c:pt>
                <c:pt idx="1">
                  <c:v>0.9465</c:v>
                </c:pt>
                <c:pt idx="2">
                  <c:v>0.9622</c:v>
                </c:pt>
                <c:pt idx="3">
                  <c:v>0.9476</c:v>
                </c:pt>
                <c:pt idx="4">
                  <c:v>0.9132</c:v>
                </c:pt>
                <c:pt idx="5">
                  <c:v>0.9531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33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D2B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D2B"/>
                </a:solidFill>
                <a:latin typeface="+mj-lt"/>
              </a:rPr>
              <a:t>Balanced accuracy (best of LDA / LR / SVM)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 leaves (as in the workbooks)</c:v>
                </c:pt>
              </c:strCache>
            </c:strRef>
          </c:tx>
          <c:spPr>
            <a:solidFill>
              <a:srgbClr val="B03A2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S1 Reflectance</c:v>
                  </c:pt>
                  <c:pt idx="1">
                    <c:v>S2 First derivative</c:v>
                  </c:pt>
                  <c:pt idx="2">
                    <c:v>S3 Second derivative</c:v>
                  </c:pt>
                  <c:pt idx="3">
                    <c:v>S4 Third derivative</c:v>
                  </c:pt>
                  <c:pt idx="4">
                    <c:v>S6 Vegetation indices (46)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0.9236</c:v>
                </c:pt>
                <c:pt idx="1">
                  <c:v>0.9674</c:v>
                </c:pt>
                <c:pt idx="2">
                  <c:v>0.9632</c:v>
                </c:pt>
                <c:pt idx="3">
                  <c:v>0.959</c:v>
                </c:pt>
                <c:pt idx="4">
                  <c:v>0.8347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 random leaves per plot</c:v>
                </c:pt>
              </c:strCache>
            </c:strRef>
          </c:tx>
          <c:spPr>
            <a:solidFill>
              <a:srgbClr val="2A6FB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S1 Reflectance</c:v>
                  </c:pt>
                  <c:pt idx="1">
                    <c:v>S2 First derivative</c:v>
                  </c:pt>
                  <c:pt idx="2">
                    <c:v>S3 Second derivative</c:v>
                  </c:pt>
                  <c:pt idx="3">
                    <c:v>S4 Third derivative</c:v>
                  </c:pt>
                  <c:pt idx="4">
                    <c:v>S6 Vegetation indices (46)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0.8747</c:v>
                </c:pt>
                <c:pt idx="1">
                  <c:v>0.9247</c:v>
                </c:pt>
                <c:pt idx="2">
                  <c:v>0.9312</c:v>
                </c:pt>
                <c:pt idx="3">
                  <c:v>0.8691</c:v>
                </c:pt>
                <c:pt idx="4">
                  <c:v>0.8097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4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33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D2B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D2B"/>
                </a:solidFill>
                <a:latin typeface="+mj-lt"/>
              </a:rPr>
              <a:t>Leaf level vs plot level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Balanced accuracy</c:v>
                </c:pt>
              </c:strCache>
            </c:strRef>
          </c:tx>
          <c:spPr>
            <a:solidFill>
              <a:srgbClr val="B03A2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Leaf spectra (leaf-level models)</c:v>
                  </c:pt>
                  <c:pt idx="1">
                    <c:v>Leaf models, plot-date vote</c:v>
                  </c:pt>
                  <c:pt idx="2">
                    <c:v>Plot-average spectra, best overall</c:v>
                  </c:pt>
                  <c:pt idx="3">
                    <c:v>Plot-average spectra, best compact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0.919</c:v>
                </c:pt>
                <c:pt idx="1">
                  <c:v>0.9712</c:v>
                </c:pt>
                <c:pt idx="2">
                  <c:v>0.9677</c:v>
                </c:pt>
                <c:pt idx="3">
                  <c:v>0.9396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MCC</c:v>
                </c:pt>
              </c:strCache>
            </c:strRef>
          </c:tx>
          <c:spPr>
            <a:solidFill>
              <a:srgbClr val="2A6FB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Leaf spectra (leaf-level models)</c:v>
                  </c:pt>
                  <c:pt idx="1">
                    <c:v>Leaf models, plot-date vote</c:v>
                  </c:pt>
                  <c:pt idx="2">
                    <c:v>Plot-average spectra, best overall</c:v>
                  </c:pt>
                  <c:pt idx="3">
                    <c:v>Plot-average spectra, best compact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0.7687</c:v>
                </c:pt>
                <c:pt idx="1">
                  <c:v>0.9154</c:v>
                </c:pt>
                <c:pt idx="2">
                  <c:v>0.9121</c:v>
                </c:pt>
                <c:pt idx="3">
                  <c:v>0.8472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4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33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D2B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D2B"/>
                </a:solidFill>
                <a:latin typeface="+mj-lt"/>
              </a:rPr>
              <a:t>Drop in BA when permuted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Permutation importance</c:v>
                </c:pt>
              </c:strCache>
            </c:strRef>
          </c:tx>
          <c:spPr>
            <a:solidFill>
              <a:srgbClr val="B03A2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CR4 water 1069–1258 nm pos</c:v>
                  </c:pt>
                  <c:pt idx="1">
                    <c:v>D1_910</c:v>
                  </c:pt>
                  <c:pt idx="2">
                    <c:v>CR6 water 1721–2304 nm lef</c:v>
                  </c:pt>
                  <c:pt idx="3">
                    <c:v>D1_1940</c:v>
                  </c:pt>
                  <c:pt idx="4">
                    <c:v>WF910_s1</c:v>
                  </c:pt>
                  <c:pt idx="5">
                    <c:v>WF1800_s2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0.2177</c:v>
                </c:pt>
                <c:pt idx="1">
                  <c:v>0.2083</c:v>
                </c:pt>
                <c:pt idx="2">
                  <c:v>0.1521</c:v>
                </c:pt>
                <c:pt idx="3">
                  <c:v>0.1211</c:v>
                </c:pt>
                <c:pt idx="4">
                  <c:v>0.0484</c:v>
                </c:pt>
                <c:pt idx="5">
                  <c:v>0.0207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371600"/>
            <a:ext cx="1069848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1069848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Plot-level detection of white rust in Indian mustard  |  PhD research seminar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chart" Target="/ppt/charts/chart5.xml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0.xml"/><Relationship Id="rId1" Type="http://schemas.openxmlformats.org/officeDocument/2006/relationships/image" Target="../media/image-30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chart" Target="/ppt/charts/chart14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chart" Target="/ppt/charts/chart17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chart" Target="/ppt/charts/chart20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2.xml"/><Relationship Id="rId2" Type="http://schemas.openxmlformats.org/officeDocument/2006/relationships/chart" Target="/ppt/charts/chart23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6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7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8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9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371600"/>
            <a:ext cx="10698480" cy="21945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Plot-level hyperspectral discrimination of healthy and white-rust (Albugo candida) diseased mustard plots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10698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Plot-average ASD contact-probe spectra, derived spectral features and machine-learning classification across four dates</a:t>
            </a:r>
            <a:endParaRPr lang="en-US" sz="18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Animesh Panda  |  Division of Agricultural Physics, ICAR-IARI, New Delhi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PhD research seminar  |  Methodology - Results - Discussion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Outline of the seminar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3075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Introduction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71907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Why discriminate plots, not leaves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3258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132320" y="13075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Review of literature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171907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Ten studies and what each contributed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880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286207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Objectives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27355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Five objectives and hypotheses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2880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2880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286207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Materials and methods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327355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Design, features, screening, selection, classifiers, validation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434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441655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Results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48280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Spectral response, features, models, controls and experiments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17920" y="44348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7920" y="4434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6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0" y="441655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Discussion and conclusions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48280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Meaning, comparison, caveats, recommendations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Introduction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From leaf spectra to a plot-level decision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plot-level model?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8521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The plot (field unit) is where scouting and fungicide decisions are made</a:t>
            </a:r>
            <a:endParaRPr lang="en-US" sz="15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Leaf spectra vary with leaf position, pustule cover and probe placement; averaging the leaves of a plot gives a stable plot signature</a:t>
            </a:r>
            <a:endParaRPr lang="en-US" sz="15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Plot averages approach what canopy, UAV and satellite sensors record</a:t>
            </a:r>
            <a:endParaRPr lang="en-US" sz="15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previous chapter modelled single leaves; this chapter asks whether the plot average alone separates healthy from diseased plots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Inputs: 48 plots x 4 dates of plot-average raw reflectance and the features derived from 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0" y="1188720"/>
            <a:ext cx="51206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48272" y="1371600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42048" y="1307592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Pigments (400-750 nm)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90195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Chlorophyll loss and anthocyanin / carotenoid change: visible reflectance, red edge, VIs.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0" y="2788920"/>
            <a:ext cx="51206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48272" y="2971800"/>
            <a:ext cx="384048" cy="384048"/>
          </a:xfrm>
          <a:prstGeom prst="ellipse">
            <a:avLst/>
          </a:prstGeom>
          <a:solidFill>
            <a:srgbClr val="2A6FB0"/>
          </a:solidFill>
          <a:ln w="12700">
            <a:solidFill>
              <a:srgbClr val="2A6FB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242048" y="2907792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Structure (750-1300 nm)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350215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Haustoria and pustules alter mesophyll scattering: NIR level and slope.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0" y="4389120"/>
            <a:ext cx="51206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48272" y="4572000"/>
            <a:ext cx="384048" cy="384048"/>
          </a:xfrm>
          <a:prstGeom prst="ellipse">
            <a:avLst/>
          </a:prstGeom>
          <a:solidFill>
            <a:srgbClr val="D08A00"/>
          </a:solidFill>
          <a:ln w="12700">
            <a:solidFill>
              <a:srgbClr val="D08A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42048" y="4507992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Water and dry matter (1300-2400 nm)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510235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Water status and leaf constituents: 1450 / 1940 nm absorption, derivatives, continuum removal.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16305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Source: Saharan et al. 2014; Zhang et al. 2012; Tian et al. 2021; Lv et al. 2023; Panda 2026 (R2)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gaps for plot-level disease discrimination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48640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371600"/>
            <a:ext cx="384048" cy="38404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5568" y="1307592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Few plots, many features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01952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 = 48 plots per date against &gt; 2 000 candidate features: selection and validation must avoid optimistic bias (Ambroise &amp; McLachlan 2002; Varma &amp; Simon 2006).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188720"/>
            <a:ext cx="548640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91072" y="1371600"/>
            <a:ext cx="384048" cy="384048"/>
          </a:xfrm>
          <a:prstGeom prst="ellipse">
            <a:avLst/>
          </a:prstGeom>
          <a:solidFill>
            <a:srgbClr val="D08A00"/>
          </a:solidFill>
          <a:ln w="12700">
            <a:solidFill>
              <a:srgbClr val="D08A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84848" y="1307592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Repeated measurements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1901952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same plots are measured on four dates; ignoring this inflates tests and CV accuracy (Roberts et al. 2017).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548640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3794760"/>
            <a:ext cx="384048" cy="384048"/>
          </a:xfrm>
          <a:prstGeom prst="ellipse">
            <a:avLst/>
          </a:prstGeom>
          <a:solidFill>
            <a:srgbClr val="2A6FB0"/>
          </a:solidFill>
          <a:ln w="12700">
            <a:solidFill>
              <a:srgbClr val="2A6FB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15568" y="3730752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Design confounding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325112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Healthy controls often sit in a separate block; field position and leaf sampling can mimic a disease effect (Hurlbert 1984).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3611880"/>
            <a:ext cx="548640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91072" y="3794760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84848" y="3730752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Feature families not compared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4325112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Reflectance, derivatives, continuum removal, VIs, red-edge, wavelets and optimised indices are rarely compared under one plot-level design.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16305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Source: Synthesis of the reviewed studies and methods literature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Review of literature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Ten studies on spectral disease detection used to build the methodology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Reviewed studies: designs, methods and best reported accuracy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471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737360"/>
                <a:gridCol w="1463040"/>
                <a:gridCol w="4206240"/>
                <a:gridCol w="17373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Study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Crop / disease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Sensor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Key methods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Best result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Mandal et al. 2022, 2023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Rice blast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ASD canopy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SG, 10-nm bands, red-edge, VIs, NDSI map, J-M, GA-PLS, PLS/RF/SVM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SVM R² 0.94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Selvaprakash et al. 2026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Rice blast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ASD leaf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Derivatives, PCA, outlier screening, RF, new blast index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F1 0.95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Tian et al. 2021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Rice leaf blast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ASD leaf clip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Bands + VIs + CWT, temporal stability, VIF, SFFS-OFC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OA 65-98.7 %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Lv et al. 2023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Maize SCLB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Leaf clip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Date normalisation, FD + CWT + indices, ReliefF, SFFS-SVM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OA 87.1 %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Terentev et al. 2023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Wheat leaf rust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HSI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Band means, VIs, cross-experiment linear SVM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Acc. 98 %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Zhang et al. 2012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Wheat powdery mildew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ASD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Derivative edges, continuum removal, VIs, FLDA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OA 0.89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Zhu et al. 2017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Tobacco TMV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HSI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SPA, PLS-DA, LS-SVM, ELM, BPNN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Acc. 98.3 %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Huang et al. 2020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Wheat FHB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HSI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SPA, image features, PSO-SVM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Acc. 92 %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Nguyen et al. 2023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Wheat yellow rust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UAV 5-band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VIs, class imbalance, SVM/RF/MLP/3D-CNN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OA 79 %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Panda 2026 (R1, R2)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Mustard white rust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ASD contact probe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23 selectors; leaf-level pooled models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</a:rPr>
                        <a:t>Leaf BA 0.92-0.95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16305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Source: Papers provided by the researcher; Panda 2026 = researcher's own feature-selection study and leaf-level chapter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study contributed to the plot-level methodology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471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852160"/>
                <a:gridCol w="32918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Method adopted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From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Spectral characterisation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Mean, difference and ratio spectra; correlation spectrum; red-edge parameters; J-M distance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Zhang 2012; Mandal 2022, 2023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Feature families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10-nm bands, 1st-3rd derivatives, continuum removal, 87 VIs, red-edge, CWT, optimised NDSI/SR/DI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Mandal 2023; Zhang 2012; Lv 2023; Tian 2021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Temporal stability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Features retained only when separable on &gt;= 3 of 4 dates; per-date standardisation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Tian 2021; Lv 2023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Feature selection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ReliefF + VIF + SFFS; OFC with LDA/kNN/SVM; SPA; GA-PLS; SVM-RFE, LASSO, CARS, Borda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Tian 2021; Zhu 2017; Huang 2020; Mandal 2023; Panda 2026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Classifiers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LDA, PLS-DA, LR, kNN, SVM, LS-SVM, RF, XGBoost, ELM, MLP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Zhu 2017; Nguyen 2023; Tian 2021; Mandal 2023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Validation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Repeated k-fold, transfer to unseen dates (cross-experiment), class-balanced metrics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Tian 2021; Terentev 2023; Nguyen 2023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Not applicable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Image texture, 3D-CNN, severity regression (no images, no severity scores)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Huang 2020; Nguyen 2023; Mandal 2022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16305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Source: Synthesis by the author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Objectives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Plot-level discrimination of healthy and diseased plots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and hypotheses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5486400"/>
                <a:gridCol w="5212080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Objective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Hypothesis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O1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Characterise the plot-level spectral response to white rust on four dates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H1: diseased plots differ in pigment, red-edge and water regions on every date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O2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Rank seven feature families and identify date-stable disease features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H2: derivative / wavelet and water-region features separate plots best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O3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Compare 12 feature scenarios x 10 classifiers under plot-grouped validation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H3: a compact selected set matches the full-spectrum models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O4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Test robustness: single dates, unseen dates/varieties, permutation, design and leaf-number controls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H4: the separation is a disease effect, not a design artefact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O5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Compare plot-average models with the leaf-level models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H5: plot averaging is at least as accurate as leaf-level prediction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Materials and methods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Design, features, screening, selection, classifiers and validation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design and plot-average dataset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plots (12 control, 36 inoculated)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11887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A6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dates (11 Feb - 13 Mar 2026)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146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D08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192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91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plot-average spectra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25146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x 4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3291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varieties x inoculation timings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31920"/>
          <a:ext cx="56692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43000"/>
                <a:gridCol w="1143000"/>
                <a:gridCol w="1143000"/>
                <a:gridCol w="11430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Healthy plots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Diseased plots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Leaves / H plot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Leaves / D plot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11 Feb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36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6.0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10.0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24 Feb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36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7.5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12.5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03 Mar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36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9.0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15.0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13 Mar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36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9.0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15.0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</a:tbl>
          </a:graphicData>
        </a:graphic>
      </p:graphicFrame>
      <p:pic>
        <p:nvPicPr>
          <p:cNvPr id="12" name="Image 0" descr="/home/user/sonu/white_rust_plot_analysis/outputs/figures/Fig01_treatment_lay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234440"/>
            <a:ext cx="5440680" cy="151790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309360" y="2926080"/>
            <a:ext cx="54406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Plot average = mean of all leaf spectra of a plot on a date (ASD contact probe, 350-2500 nm, 1 nm)</a:t>
            </a:r>
            <a:endParaRPr lang="en-US" sz="13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Each cell (variety x inoculation timing D1-D4) holds 1 control + 3 inoculated plots</a:t>
            </a:r>
            <a:endParaRPr lang="en-US" sz="13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Controls are all in one block (C); inoculated plots in blocks R1-R3</a:t>
            </a:r>
            <a:endParaRPr lang="en-US" sz="13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Diseased plots averaged more leaves (5-15) than controls (3-9) - tested in E9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16305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Source: Treatment layout file; PlotAverage_Features workbooks (sheets 01-03)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families derived from the raw plot-average reflectance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4572000"/>
                <a:gridCol w="292608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Family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Features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Definition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References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Reflectance (REF)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201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10-nm means of raw 400-2400 nm reflectance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Mandal et al. 2023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1st / 2nd / 3rd derivative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201 each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Central differences (1 nm), averaged to 10 nm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Tsai &amp; Philpot 1998; Zhang 2012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Continuum removal (CR)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48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6 absorption windows x depth, position, width, area, asymmetry...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Clark &amp; Roush 1984; Kokaly &amp; Clark 1999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Vegetation indices (VI)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87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Pigment, red-edge, water and disease indices (e.g. HI, PMI, LRDSI)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Mahlein 2013; Ashourloo 2014; see refs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Red-edge parameters (RE)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23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REIP by 4 methods; blue/yellow/red edge amplitude, position, area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Horler 1983; Guyot &amp; Baret 1988; Gong 2002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Wavelet (CWT)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1608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Mexican-hat coefficients, scales 2^1-2^8, every 10 nm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Cheng 2011; Tian 2021; Lv 2023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Optimised two-band indices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3 x 20 100 pairs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NDSI, SR, DI of every 10-nm pair; best pairs found inside each training fold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Mandal 2023; Tian 2021; Zhu 2017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4406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Smoothed branch (detector-join correction + Savitzky-Golay 11/2) was built identically and compared in E1. The workbook's own optimised indices were chosen on all plots of a date, so they are reported descriptively only.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16305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Source: PlotAverage_Features workbooks (sheets 02-12); this analysis (CWT, 10-nm binning, in-fold index search)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Methodological flowchart: step by step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2514600" cy="1097280"/>
          </a:xfrm>
          <a:prstGeom prst="roundRect">
            <a:avLst>
              <a:gd name="adj" fmla="val 5000"/>
            </a:avLst>
          </a:prstGeom>
          <a:solidFill>
            <a:srgbClr val="F7F1E1"/>
          </a:solidFill>
          <a:ln w="9525">
            <a:solidFill>
              <a:srgbClr val="C9D3C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57784" y="1188720"/>
            <a:ext cx="2404872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D2B"/>
                </a:solidFill>
              </a:rPr>
              <a:t>Step 1. Data assembly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4 workbooks + treatment layout: 192 plot-dates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383280" y="1188720"/>
            <a:ext cx="2514600" cy="1097280"/>
          </a:xfrm>
          <a:prstGeom prst="roundRect">
            <a:avLst>
              <a:gd name="adj" fmla="val 5000"/>
            </a:avLst>
          </a:prstGeom>
          <a:solidFill>
            <a:srgbClr val="F7F1E1"/>
          </a:solidFill>
          <a:ln w="9525">
            <a:solidFill>
              <a:srgbClr val="C9D3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438144" y="1188720"/>
            <a:ext cx="2404872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D2B"/>
                </a:solidFill>
              </a:rPr>
              <a:t>Step 2. Quality control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noise, joins, leaf number, T²/Q flags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188720"/>
            <a:ext cx="2514600" cy="1097280"/>
          </a:xfrm>
          <a:prstGeom prst="roundRect">
            <a:avLst>
              <a:gd name="adj" fmla="val 5000"/>
            </a:avLst>
          </a:prstGeom>
          <a:solidFill>
            <a:srgbClr val="F7F1E1"/>
          </a:solidFill>
          <a:ln w="9525">
            <a:solidFill>
              <a:srgbClr val="C9D3C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18504" y="1188720"/>
            <a:ext cx="2404872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D2B"/>
                </a:solidFill>
              </a:rPr>
              <a:t>Step 3. Characterisation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mean / difference spectra, band-wise tests, J-M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0" y="1188720"/>
            <a:ext cx="2514600" cy="1097280"/>
          </a:xfrm>
          <a:prstGeom prst="roundRect">
            <a:avLst>
              <a:gd name="adj" fmla="val 5000"/>
            </a:avLst>
          </a:prstGeom>
          <a:solidFill>
            <a:srgbClr val="F7F1E1"/>
          </a:solidFill>
          <a:ln w="9525">
            <a:solidFill>
              <a:srgbClr val="C9D3C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98864" y="1188720"/>
            <a:ext cx="2404872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D2B"/>
                </a:solidFill>
              </a:rPr>
              <a:t>Step 4. Feature families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REF, FD1-3, CR, VI, RE, CWT, NDSI/SR/DI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0" y="2834640"/>
            <a:ext cx="2514600" cy="1097280"/>
          </a:xfrm>
          <a:prstGeom prst="roundRect">
            <a:avLst>
              <a:gd name="adj" fmla="val 5000"/>
            </a:avLst>
          </a:prstGeom>
          <a:solidFill>
            <a:srgbClr val="E6EFE3"/>
          </a:solidFill>
          <a:ln w="9525">
            <a:solidFill>
              <a:srgbClr val="C9D3C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98864" y="2834640"/>
            <a:ext cx="2404872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D2B"/>
                </a:solidFill>
              </a:rPr>
              <a:t>Step 5. Screening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AUC, Hedges g, FDR per date; LMM; PCA, PERMANOVA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834640"/>
            <a:ext cx="2514600" cy="1097280"/>
          </a:xfrm>
          <a:prstGeom prst="roundRect">
            <a:avLst>
              <a:gd name="adj" fmla="val 5000"/>
            </a:avLst>
          </a:prstGeom>
          <a:solidFill>
            <a:srgbClr val="E6EFE3"/>
          </a:solidFill>
          <a:ln w="9525">
            <a:solidFill>
              <a:srgbClr val="C9D3C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18504" y="2834640"/>
            <a:ext cx="2404872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D2B"/>
                </a:solidFill>
              </a:rPr>
              <a:t>Step 6. Design checks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matched control, block contrast, inoculation timing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83280" y="2834640"/>
            <a:ext cx="2514600" cy="1097280"/>
          </a:xfrm>
          <a:prstGeom prst="roundRect">
            <a:avLst>
              <a:gd name="adj" fmla="val 5000"/>
            </a:avLst>
          </a:prstGeom>
          <a:solidFill>
            <a:srgbClr val="E6EFE3"/>
          </a:solidFill>
          <a:ln w="9525">
            <a:solidFill>
              <a:srgbClr val="C9D3C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38144" y="2834640"/>
            <a:ext cx="2404872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D2B"/>
                </a:solidFill>
              </a:rPr>
              <a:t>Step 7. Selection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robust ReliefF+VIF+SFFS, SPA, GA-PLS, OFC, 6 selectors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2834640"/>
            <a:ext cx="2514600" cy="1097280"/>
          </a:xfrm>
          <a:prstGeom prst="roundRect">
            <a:avLst>
              <a:gd name="adj" fmla="val 5000"/>
            </a:avLst>
          </a:prstGeom>
          <a:solidFill>
            <a:srgbClr val="E6EFE3"/>
          </a:solidFill>
          <a:ln w="9525">
            <a:solidFill>
              <a:srgbClr val="C9D3C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57784" y="2834640"/>
            <a:ext cx="2404872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D2B"/>
                </a:solidFill>
              </a:rPr>
              <a:t>Step 8. Classification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12 scenarios x 10 classifiers, nested cell-grouped CV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4480560"/>
            <a:ext cx="2514600" cy="1097280"/>
          </a:xfrm>
          <a:prstGeom prst="roundRect">
            <a:avLst>
              <a:gd name="adj" fmla="val 5000"/>
            </a:avLst>
          </a:prstGeom>
          <a:solidFill>
            <a:srgbClr val="E3ECF5"/>
          </a:solidFill>
          <a:ln w="9525">
            <a:solidFill>
              <a:srgbClr val="C9D3C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57784" y="4480560"/>
            <a:ext cx="2404872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D2B"/>
                </a:solidFill>
              </a:rPr>
              <a:t>Step 9. Statistics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Friedman-Nemenyi, corrected t, Wilcoxon-Holm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83280" y="4480560"/>
            <a:ext cx="2514600" cy="1097280"/>
          </a:xfrm>
          <a:prstGeom prst="roundRect">
            <a:avLst>
              <a:gd name="adj" fmla="val 5000"/>
            </a:avLst>
          </a:prstGeom>
          <a:solidFill>
            <a:srgbClr val="E3ECF5"/>
          </a:solidFill>
          <a:ln w="9525">
            <a:solidFill>
              <a:srgbClr val="C9D3C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38144" y="4480560"/>
            <a:ext cx="2404872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D2B"/>
                </a:solidFill>
              </a:rPr>
              <a:t>Step 10. Experiments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E1-E10: branch, dates, transfer, permutation, controls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0" y="4480560"/>
            <a:ext cx="2514600" cy="1097280"/>
          </a:xfrm>
          <a:prstGeom prst="roundRect">
            <a:avLst>
              <a:gd name="adj" fmla="val 5000"/>
            </a:avLst>
          </a:prstGeom>
          <a:solidFill>
            <a:srgbClr val="E3ECF5"/>
          </a:solidFill>
          <a:ln w="9525">
            <a:solidFill>
              <a:srgbClr val="C9D3C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18504" y="4480560"/>
            <a:ext cx="2404872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D2B"/>
                </a:solidFill>
              </a:rPr>
              <a:t>Step 11. Interpretation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final features, VIF, importance, progression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4000" y="4480560"/>
            <a:ext cx="2514600" cy="1097280"/>
          </a:xfrm>
          <a:prstGeom prst="roundRect">
            <a:avLst>
              <a:gd name="adj" fmla="val 5000"/>
            </a:avLst>
          </a:prstGeom>
          <a:solidFill>
            <a:srgbClr val="1F3D2B"/>
          </a:solidFill>
          <a:ln w="9525">
            <a:solidFill>
              <a:srgbClr val="1F3D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98864" y="4480560"/>
            <a:ext cx="2404872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Outcome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2F2F2"/>
                </a:solidFill>
              </a:rPr>
              <a:t>validated plot-level classifier and diagnostic features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017520" y="1737360"/>
            <a:ext cx="365760" cy="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H="1">
            <a:off x="8778240" y="3383280"/>
            <a:ext cx="365760" cy="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017520" y="5029200"/>
            <a:ext cx="365760" cy="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897880" y="1737360"/>
            <a:ext cx="365760" cy="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H="1">
            <a:off x="5897880" y="3383280"/>
            <a:ext cx="365760" cy="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897880" y="5029200"/>
            <a:ext cx="365760" cy="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778240" y="1737360"/>
            <a:ext cx="365760" cy="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H="1">
            <a:off x="3017520" y="3383280"/>
            <a:ext cx="365760" cy="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778240" y="5029200"/>
            <a:ext cx="365760" cy="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401300" y="2286000"/>
            <a:ext cx="0" cy="54864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760220" y="3931920"/>
            <a:ext cx="0" cy="54864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502920" y="57607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Tan = data; green = features and models; blue = evaluation. Every step that uses labels (index search, selection, tuning) runs inside the training plots of each fold.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2-6 flowchart: characterisation and screening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468880" cy="822960"/>
          </a:xfrm>
          <a:prstGeom prst="roundRect">
            <a:avLst>
              <a:gd name="adj" fmla="val 6667"/>
            </a:avLst>
          </a:prstGeom>
          <a:solidFill>
            <a:srgbClr val="F7F1E1"/>
          </a:solidFill>
          <a:ln w="9525">
            <a:solidFill>
              <a:srgbClr val="C9D3C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12064" y="1188720"/>
            <a:ext cx="235915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D2B"/>
                </a:solidFill>
              </a:rPr>
              <a:t>192 plot-average spectra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raw branch (main)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926080" y="1600200"/>
            <a:ext cx="365760" cy="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291840" y="1188720"/>
            <a:ext cx="2651760" cy="822960"/>
          </a:xfrm>
          <a:prstGeom prst="roundRect">
            <a:avLst>
              <a:gd name="adj" fmla="val 6667"/>
            </a:avLst>
          </a:prstGeom>
          <a:solidFill>
            <a:srgbClr val="F7F1E1"/>
          </a:solidFill>
          <a:ln w="9525">
            <a:solidFill>
              <a:srgbClr val="C9D3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46704" y="1188720"/>
            <a:ext cx="254203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D2B"/>
                </a:solidFill>
              </a:rPr>
              <a:t>Seven feature families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+ in-fold NDSI / SR / DI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1737360" cy="1005840"/>
          </a:xfrm>
          <a:prstGeom prst="roundRect">
            <a:avLst>
              <a:gd name="adj" fmla="val 5455"/>
            </a:avLst>
          </a:prstGeom>
          <a:solidFill>
            <a:srgbClr val="E6EFE3"/>
          </a:solidFill>
          <a:ln w="9525">
            <a:solidFill>
              <a:srgbClr val="C9D3C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2064" y="2651760"/>
            <a:ext cx="1627632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D2B"/>
                </a:solidFill>
              </a:rPr>
              <a:t>Per-date tests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Welch t, FDR, Hedges g, AUC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flipH="1">
            <a:off x="1325880" y="2011680"/>
            <a:ext cx="3291840" cy="64008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350008" y="2651760"/>
            <a:ext cx="1737360" cy="1005840"/>
          </a:xfrm>
          <a:prstGeom prst="roundRect">
            <a:avLst>
              <a:gd name="adj" fmla="val 5455"/>
            </a:avLst>
          </a:prstGeom>
          <a:solidFill>
            <a:srgbClr val="E6EFE3"/>
          </a:solidFill>
          <a:ln w="9525">
            <a:solidFill>
              <a:srgbClr val="C9D3C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04872" y="2651760"/>
            <a:ext cx="1627632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D2B"/>
                </a:solidFill>
              </a:rPr>
              <a:t>Stability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q &lt; 0.05 and same sign on &gt;= 3 dates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flipH="1">
            <a:off x="3218688" y="2011680"/>
            <a:ext cx="1399032" cy="64008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242816" y="2651760"/>
            <a:ext cx="1737360" cy="1005840"/>
          </a:xfrm>
          <a:prstGeom prst="roundRect">
            <a:avLst>
              <a:gd name="adj" fmla="val 5455"/>
            </a:avLst>
          </a:prstGeom>
          <a:solidFill>
            <a:srgbClr val="E6EFE3"/>
          </a:solidFill>
          <a:ln w="9525">
            <a:solidFill>
              <a:srgbClr val="C9D3C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97680" y="2651760"/>
            <a:ext cx="1627632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D2B"/>
                </a:solidFill>
              </a:rPr>
              <a:t>Separability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J-M, sensitive regions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17720" y="2011680"/>
            <a:ext cx="493776" cy="64008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135624" y="2651760"/>
            <a:ext cx="1737360" cy="1005840"/>
          </a:xfrm>
          <a:prstGeom prst="roundRect">
            <a:avLst>
              <a:gd name="adj" fmla="val 5455"/>
            </a:avLst>
          </a:prstGeom>
          <a:solidFill>
            <a:srgbClr val="E6EFE3"/>
          </a:solidFill>
          <a:ln w="9525">
            <a:solidFill>
              <a:srgbClr val="C9D3C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90488" y="2651760"/>
            <a:ext cx="1627632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D2B"/>
                </a:solidFill>
              </a:rPr>
              <a:t>Mixed models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z ~ disease + date + variety + (1|plot)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17720" y="2011680"/>
            <a:ext cx="2386584" cy="64008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028432" y="2651760"/>
            <a:ext cx="1737360" cy="1005840"/>
          </a:xfrm>
          <a:prstGeom prst="roundRect">
            <a:avLst>
              <a:gd name="adj" fmla="val 5455"/>
            </a:avLst>
          </a:prstGeom>
          <a:solidFill>
            <a:srgbClr val="E6EFE3"/>
          </a:solidFill>
          <a:ln w="9525">
            <a:solidFill>
              <a:srgbClr val="C9D3C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83296" y="2651760"/>
            <a:ext cx="1627632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D2B"/>
                </a:solidFill>
              </a:rPr>
              <a:t>Multivariate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PCA, eta², PERMANOVA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2011680"/>
            <a:ext cx="4279392" cy="64008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921240" y="2651760"/>
            <a:ext cx="1737360" cy="1005840"/>
          </a:xfrm>
          <a:prstGeom prst="roundRect">
            <a:avLst>
              <a:gd name="adj" fmla="val 5455"/>
            </a:avLst>
          </a:prstGeom>
          <a:solidFill>
            <a:srgbClr val="E6EFE3"/>
          </a:solidFill>
          <a:ln w="9525">
            <a:solidFill>
              <a:srgbClr val="C9D3C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976104" y="2651760"/>
            <a:ext cx="1627632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D2B"/>
                </a:solidFill>
              </a:rPr>
              <a:t>Design checks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matched control, blocks, timing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17720" y="2011680"/>
            <a:ext cx="6172200" cy="64008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22960" y="4343400"/>
            <a:ext cx="3291840" cy="914400"/>
          </a:xfrm>
          <a:prstGeom prst="roundRect">
            <a:avLst>
              <a:gd name="adj" fmla="val 6000"/>
            </a:avLst>
          </a:prstGeom>
          <a:solidFill>
            <a:srgbClr val="1F3D2B"/>
          </a:solidFill>
          <a:ln w="9525">
            <a:solidFill>
              <a:srgbClr val="1F3D2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77824" y="4343400"/>
            <a:ext cx="318211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Where white rust acts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2F2F2"/>
                </a:solidFill>
              </a:rPr>
              <a:t>sensitive regions, family ranking (R3-R8)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0" y="4343400"/>
            <a:ext cx="3291840" cy="914400"/>
          </a:xfrm>
          <a:prstGeom prst="roundRect">
            <a:avLst>
              <a:gd name="adj" fmla="val 6000"/>
            </a:avLst>
          </a:prstGeom>
          <a:solidFill>
            <a:srgbClr val="1F3D2B"/>
          </a:solidFill>
          <a:ln w="9525">
            <a:solidFill>
              <a:srgbClr val="1F3D2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626864" y="4343400"/>
            <a:ext cx="318211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How large vs nuisance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2F2F2"/>
                </a:solidFill>
              </a:rPr>
              <a:t>date, variety, block effects (R9-R11)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321040" y="4343400"/>
            <a:ext cx="3291840" cy="914400"/>
          </a:xfrm>
          <a:prstGeom prst="roundRect">
            <a:avLst>
              <a:gd name="adj" fmla="val 6000"/>
            </a:avLst>
          </a:prstGeom>
          <a:solidFill>
            <a:srgbClr val="1F3D2B"/>
          </a:solidFill>
          <a:ln w="9525">
            <a:solidFill>
              <a:srgbClr val="1F3D2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75904" y="4343400"/>
            <a:ext cx="318211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Candidate features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2F2F2"/>
                </a:solidFill>
              </a:rPr>
              <a:t>date-stable, non-redundant pools (Step 7)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325880" y="3657600"/>
            <a:ext cx="1143000" cy="68580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H="1">
            <a:off x="2468880" y="3657600"/>
            <a:ext cx="749808" cy="68580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111496" y="3657600"/>
            <a:ext cx="1106424" cy="68580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H="1">
            <a:off x="6217920" y="3657600"/>
            <a:ext cx="786384" cy="68580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897112" y="3657600"/>
            <a:ext cx="1069848" cy="68580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 flipH="1">
            <a:off x="9966960" y="3657600"/>
            <a:ext cx="822960" cy="68580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457200" y="54406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Plots are the experimental units: statistics are computed on the 48 plots of each date (no leaf-level pseudo-replication); repeated dates are handled by the mixed model and by plot-level permutations.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616305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Source: Benjamini &amp; Hochberg 1995; Hedges 1981; Richards &amp; Jia 2006; Bates et al. 2015; Anderson 2001; Hurlbert 1984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8 flowchart: nested, cell-grouped cross-validation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F7F1E1"/>
          </a:solidFill>
          <a:ln w="9525">
            <a:solidFill>
              <a:srgbClr val="C9D3C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12064" y="1234440"/>
            <a:ext cx="263347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D2B"/>
                </a:solidFill>
              </a:rPr>
              <a:t>12 cells = variety x inoculation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each: 1 control + 3 inoculated plots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0" y="1691640"/>
            <a:ext cx="457200" cy="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657600" y="1234440"/>
            <a:ext cx="3291840" cy="914400"/>
          </a:xfrm>
          <a:prstGeom prst="roundRect">
            <a:avLst>
              <a:gd name="adj" fmla="val 6000"/>
            </a:avLst>
          </a:prstGeom>
          <a:solidFill>
            <a:srgbClr val="F7F1E1"/>
          </a:solidFill>
          <a:ln w="9525">
            <a:solidFill>
              <a:srgbClr val="C9D3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12464" y="1234440"/>
            <a:ext cx="318211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D2B"/>
                </a:solidFill>
              </a:rPr>
              <a:t>Outer split: 4 folds of 3 cells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one cell per variety; all 4 dates of a plot together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949440" y="1691640"/>
            <a:ext cx="457200" cy="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406640" y="1234440"/>
            <a:ext cx="4297680" cy="914400"/>
          </a:xfrm>
          <a:prstGeom prst="roundRect">
            <a:avLst>
              <a:gd name="adj" fmla="val 6000"/>
            </a:avLst>
          </a:prstGeom>
          <a:solidFill>
            <a:srgbClr val="B03A2E"/>
          </a:solidFill>
          <a:ln w="9525">
            <a:solidFill>
              <a:srgbClr val="B03A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61504" y="1234440"/>
            <a:ext cx="418795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Test fold: 3 healthy + 9 diseased plots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2F2F2"/>
                </a:solidFill>
              </a:rPr>
              <a:t>48 plot-dates never seen in training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0" y="2148840"/>
            <a:ext cx="0" cy="41148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26080" y="2560320"/>
            <a:ext cx="4754880" cy="914400"/>
          </a:xfrm>
          <a:prstGeom prst="roundRect">
            <a:avLst>
              <a:gd name="adj" fmla="val 6000"/>
            </a:avLst>
          </a:prstGeom>
          <a:solidFill>
            <a:srgbClr val="E6EFE3"/>
          </a:solidFill>
          <a:ln w="9525">
            <a:solidFill>
              <a:srgbClr val="C9D3C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80944" y="2560320"/>
            <a:ext cx="464515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D2B"/>
                </a:solidFill>
              </a:rPr>
              <a:t>Training: 9 cells (36 plots, 144 plot-dates)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inner 3-fold cell CV inside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2560320" cy="822960"/>
          </a:xfrm>
          <a:prstGeom prst="roundRect">
            <a:avLst>
              <a:gd name="adj" fmla="val 6667"/>
            </a:avLst>
          </a:prstGeom>
          <a:solidFill>
            <a:srgbClr val="E3ECF5"/>
          </a:solidFill>
          <a:ln w="9525">
            <a:solidFill>
              <a:srgbClr val="C9D3C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4944" y="3840480"/>
            <a:ext cx="245059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D2B"/>
                </a:solidFill>
              </a:rPr>
              <a:t>Index search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NDSI/SR/DI best pairs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flipH="1">
            <a:off x="1920240" y="3474720"/>
            <a:ext cx="3383280" cy="36576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429000" y="3840480"/>
            <a:ext cx="2560320" cy="822960"/>
          </a:xfrm>
          <a:prstGeom prst="roundRect">
            <a:avLst>
              <a:gd name="adj" fmla="val 6667"/>
            </a:avLst>
          </a:prstGeom>
          <a:solidFill>
            <a:srgbClr val="E3ECF5"/>
          </a:solidFill>
          <a:ln w="9525">
            <a:solidFill>
              <a:srgbClr val="C9D3C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83864" y="3840480"/>
            <a:ext cx="245059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D2B"/>
                </a:solidFill>
              </a:rPr>
              <a:t>Feature selection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robust / SPA / GA-PLS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 flipH="1">
            <a:off x="4709160" y="3474720"/>
            <a:ext cx="594360" cy="36576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17920" y="3840480"/>
            <a:ext cx="2560320" cy="822960"/>
          </a:xfrm>
          <a:prstGeom prst="roundRect">
            <a:avLst>
              <a:gd name="adj" fmla="val 6667"/>
            </a:avLst>
          </a:prstGeom>
          <a:solidFill>
            <a:srgbClr val="E3ECF5"/>
          </a:solidFill>
          <a:ln w="9525">
            <a:solidFill>
              <a:srgbClr val="C9D3C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72784" y="3840480"/>
            <a:ext cx="245059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D2B"/>
                </a:solidFill>
              </a:rPr>
              <a:t>Scaling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z-score on training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03520" y="3474720"/>
            <a:ext cx="2194560" cy="36576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006840" y="3840480"/>
            <a:ext cx="2560320" cy="822960"/>
          </a:xfrm>
          <a:prstGeom prst="roundRect">
            <a:avLst>
              <a:gd name="adj" fmla="val 6667"/>
            </a:avLst>
          </a:prstGeom>
          <a:solidFill>
            <a:srgbClr val="E3ECF5"/>
          </a:solidFill>
          <a:ln w="9525">
            <a:solidFill>
              <a:srgbClr val="C9D3C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061704" y="3840480"/>
            <a:ext cx="245059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D2B"/>
                </a:solidFill>
              </a:rPr>
              <a:t>Tuning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grid, inner BA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303520" y="3474720"/>
            <a:ext cx="4983480" cy="36576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926080" y="4983480"/>
            <a:ext cx="4754880" cy="777240"/>
          </a:xfrm>
          <a:prstGeom prst="roundRect">
            <a:avLst>
              <a:gd name="adj" fmla="val 7059"/>
            </a:avLst>
          </a:prstGeom>
          <a:solidFill>
            <a:srgbClr val="1F3D2B"/>
          </a:solidFill>
          <a:ln w="9525">
            <a:solidFill>
              <a:srgbClr val="1F3D2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980944" y="4983480"/>
            <a:ext cx="464515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Predict the test fold -&gt; metrics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2F2F2"/>
                </a:solidFill>
              </a:rPr>
              <a:t>repeat with 20 random cell assignments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920240" y="4663440"/>
            <a:ext cx="3383280" cy="32004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709160" y="4663440"/>
            <a:ext cx="594360" cy="32004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H="1">
            <a:off x="5303520" y="4663440"/>
            <a:ext cx="2194560" cy="32004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H="1">
            <a:off x="5303520" y="4663440"/>
            <a:ext cx="4983480" cy="32004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7863840" y="5029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BA = (sensitivity + specificity) / 2; MCC, kappa, macro-F1, ROC-AUC and PR-AUC also reported (12 : 36 class ratio).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16305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Source: Varma &amp; Simon 2006; Roberts et al. 2017; Ambroise &amp; McLachlan 2002; Chicco &amp; Jurman 2020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scenarios and classifiers compared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67665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931920"/>
                <a:gridCol w="22860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 scenario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S1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Reflectance, full spectrum (201 bands)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Zhang 2012; Terentev 2023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S2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First derivative, full (201)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Mandal 2022; Lv 2023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S3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Second derivative, full (201)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Tsai &amp; Philpot 1998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S4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Third derivative, full (201)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Tsai &amp; Philpot 1998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S5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Continuum-removal parameters (48)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Zhang 2012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S6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Vegetation indices (87)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Mandal 2023; Mahlein 2013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S7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Red-edge parameters (23)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Mandal 2022; Gong 2002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S8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Optimised two-band indices (in-fold NDSI/SR/DI)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Mandal 2023; Tian 2021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S9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CWT coefficients + robust selection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Lv 2023; Cheng 2011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S10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All families combined + robust selection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Tian 2021; Lv 2023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S11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SPA bands (reflectance)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Huang 2020; Zhu 2017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S12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GA-PLS bands (reflectance)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Mandal 2023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143000"/>
          <a:ext cx="4206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Classifier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Setting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LDA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shrinkage, equal priors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PLS-DA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1-16 latent variables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LR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L2, class-balanced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kNN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k = 5/15/35, oversampled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SVM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RBF, class-balanced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LS-SVM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kernel ridge form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RF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200 trees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XGBoost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300 trees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ELM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random tanh layer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MLP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1-2 hidden layers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Robust selection (S9, S10): ReliefF top 10 % on &gt;= 3 of 4 dates -&gt; |r| &lt; 0.98 -&gt; VIF &lt; 10 -&gt; SFFS-LDA (Tian 2021; Lv 2023).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616305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Source: Classifier references: Cortes &amp; Vapnik 1995; Suykens &amp; Vandewalle 1999; Breiman 2001; Chen &amp; Guestrin 2016; Huang et al. 2006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experiments: what each one tests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926080"/>
                <a:gridCol w="5394960"/>
                <a:gridCol w="237744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Experiment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Basis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E1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Raw vs smoothed branch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Does SG smoothing / join correction help plot averages?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Mandal 2023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E2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Single-date models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Can one date alone separate the plots? How early?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Tian 2021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E3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Leave-one-date / variety-out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Transfer to an unseen date or variety (+/- date normalisation)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Terentev 2023; Lv 2023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E4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Date normalisation in CV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Does removing the date shift help the pooled model?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Lv 2023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E5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Label-permutation test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Is the accuracy above what random labels give?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Ojala &amp; Garriga 2010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E6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Block controls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Control vs each block, and block vs block (both diseased)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Hurlbert 1984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E7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OFC from SFFS-LDA/kNN/SVM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Optimal feature combinations of disease-sensitive features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Tian 2021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E8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Six published selectors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SVM-RFE, LASSO, CARS, ReliefF, SFFS-QDA, Borda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Panda 2026 (R1)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E9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Equal leaf numbers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Plot means rebuilt from 3 random leaves per plot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This study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E10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Leaf vs plot level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Plot averages vs leaf models of the previous chapter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Panda 2026 (R2)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Results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Spectral response, features, classification and robustness checks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R1. Quality control: noise and the leaf-number difference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57607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188720"/>
          <a:ext cx="52120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097280"/>
                <a:gridCol w="16459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Leaves H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Leaves D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 (noise H vs D)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11 Feb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6.0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10.0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0.677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24 Feb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7.5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12.5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&lt; 0.001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03 Mar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9.0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15.0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0.592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13 Mar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9.0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15.0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&lt; 0.001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6419088" y="3145536"/>
            <a:ext cx="5358384" cy="2743200"/>
          </a:xfrm>
          <a:prstGeom prst="roundRect">
            <a:avLst>
              <a:gd name="adj" fmla="val 1667"/>
            </a:avLst>
          </a:prstGeom>
          <a:solidFill>
            <a:srgbClr val="F6F8F5"/>
          </a:solidFill>
          <a:ln w="12700">
            <a:solidFill>
              <a:srgbClr val="F6F8F5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492240" y="3200400"/>
            <a:ext cx="521208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3D2B"/>
                </a:solidFill>
              </a:rPr>
              <a:t>What it shows: </a:t>
            </a:r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</a:rPr>
              <a:t>Noise of each raw plot average (SD of the high-frequency residual). Fewer averaged leaves give noisier averages; the grey bars show the ratio expected from the leaf numbers alone.</a:t>
            </a:r>
            <a:endParaRPr lang="en-US" sz="12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3A2E"/>
                </a:solidFill>
              </a:rPr>
              <a:t>Finding: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</a:rPr>
              <a:t>Diseased-plot averages were 6 % less noisy on average (ratio 0.87-0.99), less than the 22 % expected from leaf numbers. The difference is small but could favour noise-sensitive features (3rd derivative), so E9 rebuilt every plot from 3 leaves. PCA T²/Q flagged 4 of 192 plot-dates; none removed.</a:t>
            </a:r>
            <a:endParaRPr lang="en-US" sz="125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616305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Source: Sheets 03_QC; Fig25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R2. Mean plot-average spectra of healthy and diseased plots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324612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3794760" y="1097280"/>
          <a:ext cx="324612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2" descr=""/>
          <p:cNvGraphicFramePr/>
          <p:nvPr/>
        </p:nvGraphicFramePr>
        <p:xfrm>
          <a:off x="457200" y="3566160"/>
          <a:ext cx="324612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3" descr=""/>
          <p:cNvGraphicFramePr/>
          <p:nvPr/>
        </p:nvGraphicFramePr>
        <p:xfrm>
          <a:off x="3794760" y="3566160"/>
          <a:ext cx="324612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7" name="Shape 1"/>
          <p:cNvSpPr/>
          <p:nvPr/>
        </p:nvSpPr>
        <p:spPr>
          <a:xfrm>
            <a:off x="7242048" y="1133856"/>
            <a:ext cx="4535424" cy="4846320"/>
          </a:xfrm>
          <a:prstGeom prst="roundRect">
            <a:avLst>
              <a:gd name="adj" fmla="val 1008"/>
            </a:avLst>
          </a:prstGeom>
          <a:solidFill>
            <a:srgbClr val="F6F8F5"/>
          </a:solidFill>
          <a:ln w="12700">
            <a:solidFill>
              <a:srgbClr val="F6F8F5"/>
            </a:solidFill>
            <a:prstDash val="solid"/>
          </a:ln>
        </p:spPr>
      </p:sp>
      <p:sp>
        <p:nvSpPr>
          <p:cNvPr id="8" name="Text 2"/>
          <p:cNvSpPr txBox="1"/>
          <p:nvPr/>
        </p:nvSpPr>
        <p:spPr>
          <a:xfrm>
            <a:off x="7315200" y="1188720"/>
            <a:ext cx="4389120" cy="4754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3D2B"/>
                </a:solidFill>
              </a:rPr>
              <a:t>What it shows: </a:t>
            </a:r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</a:rPr>
              <a:t>Mean raw reflectance of the 12 control and 36 inoculated plots on each date (10-nm bands).</a:t>
            </a:r>
            <a:endParaRPr lang="en-US" sz="12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3A2E"/>
                </a:solidFill>
              </a:rPr>
              <a:t>Finding: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</a:rPr>
              <a:t>Healthy and diseased plot spectra share the typical leaf shape; their difference is small relative to the date-to-date change (see PERMANOVA). Mean D - H by region - 11 Feb: VIS -0.006, NIR -0.006, SWIR +0.004; 24 Feb: VIS +0.016, NIR -0.008, SWIR +0.001; 03 Mar: VIS +0.029, NIR -0.024, SWIR +0.030; 13 Mar: VIS +0.011, NIR +0.015, SWIR +0.023.</a:t>
            </a:r>
            <a:endParaRPr lang="en-US" sz="1250" dirty="0"/>
          </a:p>
        </p:txBody>
      </p:sp>
      <p:sp>
        <p:nvSpPr>
          <p:cNvPr id="9" name="Text 3"/>
          <p:cNvSpPr txBox="1"/>
          <p:nvPr/>
        </p:nvSpPr>
        <p:spPr>
          <a:xfrm>
            <a:off x="457200" y="616305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Source: 04_Mean_Spectra; Fig02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R3. Difference spectra (diseased - healthy) by date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607808" y="1133856"/>
            <a:ext cx="4169664" cy="4846320"/>
          </a:xfrm>
          <a:prstGeom prst="roundRect">
            <a:avLst>
              <a:gd name="adj" fmla="val 1096"/>
            </a:avLst>
          </a:prstGeom>
          <a:solidFill>
            <a:srgbClr val="F6F8F5"/>
          </a:solidFill>
          <a:ln w="12700">
            <a:solidFill>
              <a:srgbClr val="F6F8F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680960" y="1188720"/>
            <a:ext cx="4023360" cy="4754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3D2B"/>
                </a:solidFill>
              </a:rPr>
              <a:t>What it shows: </a:t>
            </a:r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</a:rPr>
              <a:t>Diseased minus healthy reflectance; positive = diseased plots reflect more.</a:t>
            </a:r>
            <a:endParaRPr lang="en-US" sz="12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3A2E"/>
                </a:solidFill>
              </a:rPr>
              <a:t>Finding: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</a:rPr>
              <a:t>The difference spectra change sign and size between dates, so a single reflectance band cannot separate the plots on every date. The most consistent differences are in the visible / red-edge region and around the 1400-1950 nm water bands; these regions dominate the derivative and wavelet features.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16305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Source: 04_Mean_Spectra; Zhang et al. 2012; Mandal et al. 2022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R4. Band-wise effect sizes and sensitive regions</a:t>
            </a:r>
            <a:endParaRPr lang="en-US" sz="2600" dirty="0"/>
          </a:p>
        </p:txBody>
      </p:sp>
      <p:pic>
        <p:nvPicPr>
          <p:cNvPr id="3" name="Image 0" descr="/home/user/sonu/white_rust_plot_analysis/outputs/figures/Fig04_bandwise_effe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6766560" cy="4050792"/>
          </a:xfrm>
          <a:prstGeom prst="rect">
            <a:avLst/>
          </a:prstGeom>
        </p:spPr>
      </p:pic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52360" y="1143000"/>
          <a:ext cx="42519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325880"/>
                <a:gridCol w="100584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Family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Region (nm)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Direction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Mean AUC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REF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590-719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D &gt; H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0.822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FD1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680-699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D &gt; H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0.752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FD1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710-729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D &lt; H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0.822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FD1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770-919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D &gt; H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0.882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FD1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1080-1099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D &gt; H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0.761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FD1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1690-1709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D &gt; H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0.717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FD1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1740-1779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D &gt; H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0.803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FD1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1810-1859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D &gt; H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0.831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FD1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1900-1929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D &lt; H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0.907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FD1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1940-2009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D &gt; H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0.903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FD1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2210-2299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D &gt; H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0.854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384048" y="5202936"/>
            <a:ext cx="11393424" cy="914400"/>
          </a:xfrm>
          <a:prstGeom prst="roundRect">
            <a:avLst>
              <a:gd name="adj" fmla="val 5000"/>
            </a:avLst>
          </a:prstGeom>
          <a:solidFill>
            <a:srgbClr val="F6F8F5"/>
          </a:solidFill>
          <a:ln w="12700">
            <a:solidFill>
              <a:srgbClr val="F6F8F5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5257800"/>
            <a:ext cx="112471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D2B"/>
                </a:solidFill>
              </a:rPr>
              <a:t>What it shows: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Heat strips: Hedges' g (red = diseased higher) and AUC of every 10-nm band per date; the table lists contiguous regions significant (FDR q &lt; 0.05) with the same sign on &gt;= 3 of 4 dates.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B03A2E"/>
                </a:solidFill>
              </a:rPr>
              <a:t>Finding: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10 first-derivative and 1 reflectance regions were stable on &gt;= 3 dates. Strongest: FD1 1900-1929 nm (D &lt; H, AUC 0.91); FD1 1940-2009 nm (D &gt; H, AUC 0.90); FD1 770-919 nm (D &gt; H, AUC 0.88).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R5. Separability of the seven feature families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58521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143000"/>
          <a:ext cx="51206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22960"/>
                <a:gridCol w="1005840"/>
                <a:gridCol w="91440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Family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Features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Sig. &gt;= 3 dates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Sig. 4 dates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Continuum-removal parameters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48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17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Wavelet (CWT) coefficients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1608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366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74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First derivative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201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66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31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Second derivative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201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60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Third derivative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201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30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Red-edge parameters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23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Reflectance (10 nm)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201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Vegetation indices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87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48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6510528" y="3922776"/>
            <a:ext cx="5266944" cy="2148840"/>
          </a:xfrm>
          <a:prstGeom prst="roundRect">
            <a:avLst>
              <a:gd name="adj" fmla="val 2128"/>
            </a:avLst>
          </a:prstGeom>
          <a:solidFill>
            <a:srgbClr val="F6F8F5"/>
          </a:solidFill>
          <a:ln w="12700">
            <a:solidFill>
              <a:srgbClr val="F6F8F5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583680" y="3977640"/>
            <a:ext cx="512064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D2B"/>
                </a:solidFill>
              </a:rPr>
              <a:t>What it shows: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AUC of the best date-stable feature of each family and of its median feature (0.5 = chance, 1 = perfect separation of the 48 plots on a date).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B03A2E"/>
                </a:solidFill>
              </a:rPr>
              <a:t>Finding: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Best families: Second derivative (0.96), Wavelet (CWT) coefficients (0.96), First derivative (0.95). Reflectance itself is weakest (0.81; no band significant on all 4 dates); slopes and band shapes are more date-stable than band levels.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R6. Most discriminating features of each family</a:t>
            </a:r>
            <a:endParaRPr lang="en-US" sz="2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471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657600"/>
                <a:gridCol w="914400"/>
                <a:gridCol w="1005840"/>
                <a:gridCol w="914400"/>
                <a:gridCol w="1005840"/>
                <a:gridCol w="1005840"/>
                <a:gridCol w="1005840"/>
                <a:gridCol w="1005840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Family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Direction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Dates q&lt;0.05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Mean AUC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11 Feb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24 Feb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03 Mar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13 Mar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REF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R2370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D &gt; H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0.806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A9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0.70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D08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0.65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E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0.94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2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0.93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6A40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REF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R1880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D &gt; H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0.804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AA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0.61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E5B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0.71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CE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0.95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0.94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43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FD1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D1_1940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D &gt; H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0.954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5D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0.97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0.92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6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0.97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0.95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5D3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FD1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D1_1950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D &gt; H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0.951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E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0.96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8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0.93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69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0.95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5D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0.96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C3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FD2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D2_1920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D &gt; H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0.958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B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0.95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5D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0.98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4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0.94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63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0.95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5D3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FD2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D2_1940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D &gt; H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0.940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4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0.92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6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0.96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8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1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0.96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B3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FD3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D3_690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D &lt; H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0.866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8A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0.65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D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0.99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0.99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0.83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9B5E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FD3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D3_1740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D &lt; H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0.852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91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0.84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96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0.94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4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0.84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0.78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B56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CR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CR6 water 1721–2304 nm position (nm)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D &gt; H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0.902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8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0.95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0.98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0.85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4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0.84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995D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CR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CR6 water 1721–2304 nm asymmetry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D &gt; H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0.896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7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0.94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4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0.97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0.88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83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0.80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AD69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VI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ARI2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D &gt; H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0.901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78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0.66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A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0.99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C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0.96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8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0.99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4A2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VI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HI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D &lt; H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0.901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78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0.66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DBA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0.99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C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0.97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0.99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92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RE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Red-edge slope (R750 − R700)/50 (1/nm)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D &lt; H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0.832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9C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0.68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D7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0.94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4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0.99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4A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0.72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CD8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RE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Yellow-edge area SDy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D &gt; H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0.791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B1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0.71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CE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0.60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E7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0.86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8E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0.99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C2D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CWT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WF1920_s2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D &lt; H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0.957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B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0.96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B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0.98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0.93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6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0.96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B3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CWT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WF1930_s3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D &lt; H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0.949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0.95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0.98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1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0.92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7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0.96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C37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384048" y="5660136"/>
            <a:ext cx="11393424" cy="475488"/>
          </a:xfrm>
          <a:prstGeom prst="roundRect">
            <a:avLst>
              <a:gd name="adj" fmla="val 9615"/>
            </a:avLst>
          </a:prstGeom>
          <a:solidFill>
            <a:srgbClr val="F6F8F5"/>
          </a:solidFill>
          <a:ln w="12700">
            <a:solidFill>
              <a:srgbClr val="F6F8F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5715000"/>
            <a:ext cx="112471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3D2B"/>
                </a:solidFill>
              </a:rPr>
              <a:t>What it shows: 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Two best date-stable features of every family with their AUC on each date.</a:t>
            </a:r>
            <a:endParaRPr lang="en-US" sz="11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B03A2E"/>
                </a:solidFill>
              </a:rPr>
              <a:t>Finding: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Columns 6-9: AUC per date (green = higher). Top-ranked features sit at D1_1910, D1_1940, D1_1950, D1_1970, D2_1920, D2_1930 - mostly the 1900-1950 nm water-absorption shoulder and the NIR plateau slope.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R7. Vegetation indices: the 15 best of 87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4754880" cy="4892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1143000"/>
          <a:ext cx="62636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926080"/>
                <a:gridCol w="1737360"/>
                <a:gridCol w="68580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Index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Equation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Reference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Min AUC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ARI2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R800(1/R550 − 1/R700)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Gitelson et al., 2001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0.66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HI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(R534 − R698) / (R534 + R698) − 0.5R704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Mahlein et al., 2013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0.66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ARI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1/R550 − 1/R700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Gitelson et al., 2001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0.60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Lic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R440 / R690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Lichtenthaler et al., 1996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0.60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CLSI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(R698 − R570) / (R698 + R570) − R734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Mahlein et al., 2013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0.78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LRDSI2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4.2(R695 / R455) − 0.38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Ashourloo et al., 2014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0.63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Ctr1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R695 / R420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Carter, 1994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0.57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RVSI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(R714 + R752) / 2 − R733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Merton and Huntington, 199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0.69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NCPI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(R670 − R450) / (R670 + R450)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Peñuelas et al., 1994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0.58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367528" y="4288536"/>
            <a:ext cx="6409944" cy="1783080"/>
          </a:xfrm>
          <a:prstGeom prst="roundRect">
            <a:avLst>
              <a:gd name="adj" fmla="val 2564"/>
            </a:avLst>
          </a:prstGeom>
          <a:solidFill>
            <a:srgbClr val="F6F8F5"/>
          </a:solidFill>
          <a:ln w="12700">
            <a:solidFill>
              <a:srgbClr val="F6F8F5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440680" y="4343400"/>
            <a:ext cx="626364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3D2B"/>
                </a:solidFill>
              </a:rPr>
              <a:t>What it shows: 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The 15 indices with the highest mean AUC whose direction is the same on all four dates.</a:t>
            </a:r>
            <a:endParaRPr lang="en-US" sz="11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B03A2E"/>
                </a:solidFill>
              </a:rPr>
              <a:t>Finding: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Best indices: ARI2 (0.90), HI (0.90), ARI (0.88), Lic (0.88), CLSI (0.87). Anthocyanin / carotenoid and red-edge stress indices lead; but their minimum AUC across dates (0.60-0.78) shows weaker date stability than derivative features.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R8. Red-edge and continuum-removal parameters</a:t>
            </a:r>
            <a:endParaRPr lang="en-US" sz="26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6309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22960"/>
                <a:gridCol w="1051560"/>
                <a:gridCol w="1051560"/>
                <a:gridCol w="10058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Healthy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Diseased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REIP, Lagrangian interpolation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11 Feb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711.5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711.7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0.841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REIP, Lagrangian interpolation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24 Feb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707.6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703.1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0.001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REIP, Lagrangian interpolation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03 Mar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708.4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702.0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&lt; 0.001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REIP, Lagrangian interpolation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13 Mar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702.5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701.7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0.106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Red-edge amplitude Dr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11 Feb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0.01360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0.01330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0.047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Red-edge amplitude Dr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24 Feb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0.01360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0.01320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0.068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Red-edge amplitude Dr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03 Mar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0.01320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0.01180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&lt; 0.001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Red-edge amplitude Dr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13 Mar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0.01020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0.009800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0.026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Red-edge area SDr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11 Feb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0.5470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0.5359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0.107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Red-edge area SDr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24 Feb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0.5424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0.5174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&lt; 0.001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Red-edge area SDr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03 Mar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0.5323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0.4607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&lt; 0.001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Red-edge area SDr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13 Mar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0.3975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0.3828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0.067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Yellow-edge area SDy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11 Feb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-0.08690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-0.08270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0.026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Yellow-edge area SDy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24 Feb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-0.08880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-0.08510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0.241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Yellow-edge area SDy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03 Mar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-0.08480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-0.07360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&lt; 0.001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Yellow-edge area SDy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13 Mar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-0.03960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-0.02870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&lt; 0.001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Red-edge slope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11 Feb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0.009000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0.008800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0.148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Red-edge slope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24 Feb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0.008700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0.007800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&lt; 0.001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Red-edge slope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03 Mar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0.008500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0.006700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&lt; 0.001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Red-edge slope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13 Mar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0.005900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0.005500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0.020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95160" y="1097280"/>
          <a:ext cx="4709160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731520"/>
                <a:gridCol w="9144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CR parameter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Dir.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Mean AUC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CR6 water 1721–2304 nm position (nm)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D &gt; H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0.902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CR6 water 1721–2304 nm asymmetry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D &gt; H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0.896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CR6 water 1721–2304 nm right area (nm)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D &lt; H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0.886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CR5 water 1258–1721 nm depth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D &lt; H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0.808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CR3 water 914–1069 nm right area (nm)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D &lt; H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0.804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CR3 water 914–1069 nm depth / area (1/nm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D &gt; H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0.792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CR2 red 548–765 nm depth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D &lt; H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0.785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CR2 red 548–765 nm width (nm)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D &lt; H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0.780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6922008" y="3785616"/>
            <a:ext cx="4855464" cy="2286000"/>
          </a:xfrm>
          <a:prstGeom prst="roundRect">
            <a:avLst>
              <a:gd name="adj" fmla="val 2000"/>
            </a:avLst>
          </a:prstGeom>
          <a:solidFill>
            <a:srgbClr val="F6F8F5"/>
          </a:solidFill>
          <a:ln w="12700">
            <a:solidFill>
              <a:srgbClr val="F6F8F5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995160" y="3840480"/>
            <a:ext cx="4709160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3D2B"/>
                </a:solidFill>
              </a:rPr>
              <a:t>What it shows: 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Class means of key red-edge parameters by date (Welch p) and the best continuum-removal parameters.</a:t>
            </a:r>
            <a:endParaRPr lang="en-US" sz="11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B03A2E"/>
                </a:solidFill>
              </a:rPr>
              <a:t>Finding: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Red-edge parameters separate the plots moderately (best stable AUC 0.83); diseased plots have a lower red-edge slope and amplitude (chlorophyll loss) on most dates. The best CR parameter is CR6 water 1721–2304 nm position (nm) (AUC 0.90), i.e. the shape of the 1721-2304 nm water / dry-matter absorption.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616305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Source: 08_CR_RedEdge_Deriv; Mandal et al. 2022; Gong et al. 2002; Kokaly &amp; Clark 1999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R9. Optimised two-band indices and wavelet scalogram</a:t>
            </a:r>
            <a:endParaRPr lang="en-US" sz="2600" dirty="0"/>
          </a:p>
        </p:txBody>
      </p:sp>
      <p:pic>
        <p:nvPicPr>
          <p:cNvPr id="3" name="Image 0" descr="/home/user/sonu/white_rust_plot_analysis/outputs/figures/Fig08_optimised_index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3977640" cy="3465576"/>
          </a:xfrm>
          <a:prstGeom prst="rect">
            <a:avLst/>
          </a:prstGeom>
        </p:spPr>
      </p:pic>
      <p:pic>
        <p:nvPicPr>
          <p:cNvPr id="4" name="Image 1" descr="/home/user/sonu/white_rust_plot_analysis/outputs/figures/Fig09_CWT_scalogr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97280"/>
            <a:ext cx="7132320" cy="1828800"/>
          </a:xfrm>
          <a:prstGeom prst="rect">
            <a:avLst/>
          </a:prstGeom>
        </p:spPr>
      </p:pic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3108960"/>
          <a:ext cx="3657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914400"/>
                <a:gridCol w="9144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Index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Bands (nm)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Mean r²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Min r²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NDSI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530, 700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0.466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0.226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NDSI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540, 700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0.461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0.235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SR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530, 700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0.481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0.229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SR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540, 700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0.477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0.239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DI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1940, 1950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0.423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0.259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DI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1930, 1950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0.415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0.273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</a:tbl>
          </a:graphicData>
        </a:graphic>
      </p:graphicFrame>
      <p:sp>
        <p:nvSpPr>
          <p:cNvPr id="6" name="Shape 1"/>
          <p:cNvSpPr/>
          <p:nvPr/>
        </p:nvSpPr>
        <p:spPr>
          <a:xfrm>
            <a:off x="8385048" y="3054096"/>
            <a:ext cx="3392424" cy="3017520"/>
          </a:xfrm>
          <a:prstGeom prst="roundRect">
            <a:avLst>
              <a:gd name="adj" fmla="val 1515"/>
            </a:avLst>
          </a:prstGeom>
          <a:solidFill>
            <a:srgbClr val="F6F8F5"/>
          </a:solidFill>
          <a:ln w="12700">
            <a:solidFill>
              <a:srgbClr val="F6F8F5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8458200" y="3108960"/>
            <a:ext cx="324612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3D2B"/>
                </a:solidFill>
              </a:rPr>
              <a:t>What it shows: </a:t>
            </a:r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r² of every NDSI/SR pair with disease status, averaged over dates.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B03A2E"/>
                </a:solidFill>
              </a:rPr>
              <a:t>Finding: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Best pairs: NDSI(530,700) mean r² 0.47, SR(530,700) 0.48, DI(1940,1950) 0.42. The green-red pair is a pigment index; it is weakest on 11 Feb and strongest on 13 Mar, as disease advanced.</a:t>
            </a:r>
            <a:endParaRPr lang="en-US" sz="1100" dirty="0"/>
          </a:p>
        </p:txBody>
      </p:sp>
      <p:sp>
        <p:nvSpPr>
          <p:cNvPr id="8" name="Shape 3"/>
          <p:cNvSpPr/>
          <p:nvPr/>
        </p:nvSpPr>
        <p:spPr>
          <a:xfrm>
            <a:off x="384048" y="4700016"/>
            <a:ext cx="7918704" cy="1371600"/>
          </a:xfrm>
          <a:prstGeom prst="roundRect">
            <a:avLst>
              <a:gd name="adj" fmla="val 3333"/>
            </a:avLst>
          </a:prstGeom>
          <a:solidFill>
            <a:srgbClr val="F6F8F5"/>
          </a:solidFill>
          <a:ln w="12700">
            <a:solidFill>
              <a:srgbClr val="F6F8F5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457200" y="4754880"/>
            <a:ext cx="7772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3D2B"/>
                </a:solidFill>
              </a:rPr>
              <a:t>What it shows: </a:t>
            </a:r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Mean AUC of every Mexican-hat wavelet coefficient (scale 2^1-2^8) - small scales capture narrow slope features.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B03A2E"/>
                </a:solidFill>
              </a:rPr>
              <a:t>Finding: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High mean AUC (&gt; 0.93) concentrates at small scales (2^1-2^3) around 1810-1950 nm and in the NIR shoulder; large scales (broad shape) separate less - disease changes narrow absorption features.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R10. Repeated-measures mixed models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143000"/>
          <a:ext cx="566928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914400"/>
                <a:gridCol w="822960"/>
                <a:gridCol w="822960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Effect (SD)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ICC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ARI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0.52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&lt; 0.001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0.06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ARI2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0.53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&lt; 0.001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0.10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HI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-0.54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&lt; 0.001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0.06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CR6 water 1721–2304 nm asymmetry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0.69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&lt; 0.001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0.07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CR6 water 1721–2304 nm position (n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0.95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&lt; 0.001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0.13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D2_1810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1.10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&lt; 0.001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0.00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PRI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-0.34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&lt; 0.001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0.00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GM2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-0.75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&lt; 0.001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0.01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RARSc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-0.75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&lt; 0.001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0.01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RVSI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0.60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&lt; 0.001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0.00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384048" y="4928616"/>
            <a:ext cx="11393424" cy="1143000"/>
          </a:xfrm>
          <a:prstGeom prst="roundRect">
            <a:avLst>
              <a:gd name="adj" fmla="val 4000"/>
            </a:avLst>
          </a:prstGeom>
          <a:solidFill>
            <a:srgbClr val="F6F8F5"/>
          </a:solidFill>
          <a:ln w="12700">
            <a:solidFill>
              <a:srgbClr val="F6F8F5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4983480"/>
            <a:ext cx="1124712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D2B"/>
                </a:solidFill>
              </a:rPr>
              <a:t>What it shows: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Mixed model per feature with plot as random effect: tests disease after date and variety, using all 192 plot-dates without pseudo-replication.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B03A2E"/>
                </a:solidFill>
              </a:rPr>
              <a:t>Finding: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156 of 183 features (VIs, CR, red-edge and the top bands/derivatives) had a significant disease effect after date and variety (FDR q &lt; 0.05); 171 also changed with date (disease x date). Between-plot ICC was moderate, so repeated dates are not independent - supporting plot-grouped validation.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616305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Source: 10_Mixed_Models; Bates et al. 2015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R11. PCA and PERMANOVA: date dominates, disease is significant</a:t>
            </a:r>
            <a:endParaRPr lang="en-US" sz="2600" dirty="0"/>
          </a:p>
        </p:txBody>
      </p:sp>
      <p:pic>
        <p:nvPicPr>
          <p:cNvPr id="3" name="Image 0" descr="/home/user/sonu/white_rust_plot_analysis/outputs/figures/Fig05_P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6583680" cy="2514600"/>
          </a:xfrm>
          <a:prstGeom prst="rect">
            <a:avLst/>
          </a:prstGeom>
        </p:spPr>
      </p:pic>
      <p:graphicFrame>
        <p:nvGraphicFramePr>
          <p:cNvPr id="4" name="Chart 0" descr=""/>
          <p:cNvGraphicFramePr/>
          <p:nvPr/>
        </p:nvGraphicFramePr>
        <p:xfrm>
          <a:off x="457200" y="3703320"/>
          <a:ext cx="65836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69480" y="1097280"/>
          <a:ext cx="44348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463040"/>
                <a:gridCol w="731520"/>
                <a:gridCol w="91440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Response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Term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R² 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Reflectance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Disease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1.3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0.001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Reflectance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Date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25.7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0.001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Reflectance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Variety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0.4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0.089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Reflectance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Inoculation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1.1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0.002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Reflectance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Stage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0.3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0.056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Reflectance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Disease:Date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1.8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0.001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Reflectance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Disease:Variety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0.4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0.191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Scalar features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Disease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4.7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0.001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Scalar features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Date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21.0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0.001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Scalar features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Variety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0.8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0.016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Scalar features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Inoculation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3.1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0.001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Scalar features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Stage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0.5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0.027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Scalar features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Disease:Date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3.6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0.001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Scalar features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Disease:Variety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0.3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0.720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</a:tbl>
          </a:graphicData>
        </a:graphic>
      </p:graphicFrame>
      <p:sp>
        <p:nvSpPr>
          <p:cNvPr id="6" name="Shape 1"/>
          <p:cNvSpPr/>
          <p:nvPr/>
        </p:nvSpPr>
        <p:spPr>
          <a:xfrm>
            <a:off x="7196328" y="4379976"/>
            <a:ext cx="4581144" cy="1691640"/>
          </a:xfrm>
          <a:prstGeom prst="roundRect">
            <a:avLst>
              <a:gd name="adj" fmla="val 2703"/>
            </a:avLst>
          </a:prstGeom>
          <a:solidFill>
            <a:srgbClr val="F6F8F5"/>
          </a:solidFill>
          <a:ln w="12700">
            <a:solidFill>
              <a:srgbClr val="F6F8F5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7269480" y="4434840"/>
            <a:ext cx="443484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3D2B"/>
                </a:solidFill>
              </a:rPr>
              <a:t>What it shows: </a:t>
            </a:r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Share of multivariate spectral variation explained by each factor; disease permuted as whole plots within cells.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B03A2E"/>
                </a:solidFill>
              </a:rPr>
              <a:t>Finding: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Reflectance: date 25.7 %, disease 1.3 % (p = 0.001), disease x date 1.8 %. Scalar features: disease 4.7 %. Disease is a small but highly significant part of the variation; inoculation timing is also significant.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R12. Design checks on the features: disease effect vs field position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58521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188720"/>
          <a:ext cx="51206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05840"/>
                <a:gridCol w="1005840"/>
                <a:gridCol w="100584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Family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11 Feb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24 Feb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03 Mar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13 Mar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CR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21 %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E7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46 %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B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92 %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A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77 %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04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CWT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100 %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5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100 %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5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100 %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5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100 %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52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FD1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100 %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5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100 %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5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100 %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5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90 %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3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FD2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85 %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6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100 %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5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100 %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5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80 %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79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FD3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75 %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86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85 %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6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90 %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50 %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C67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RE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17 %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B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65 %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9F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78 %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7D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56 %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B56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REF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35 %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D7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5 %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100 %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5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100 %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52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VI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15 %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EC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78 %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7D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92 %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A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79 %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7A4A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583680" y="3886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% of features with a significant matched-control effect (inoculated minus its own control)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384048" y="5202936"/>
            <a:ext cx="11393424" cy="914400"/>
          </a:xfrm>
          <a:prstGeom prst="roundRect">
            <a:avLst>
              <a:gd name="adj" fmla="val 5000"/>
            </a:avLst>
          </a:prstGeom>
          <a:solidFill>
            <a:srgbClr val="F6F8F5"/>
          </a:solidFill>
          <a:ln w="12700">
            <a:solidFill>
              <a:srgbClr val="F6F8F5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457200" y="5257800"/>
            <a:ext cx="112471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3D2B"/>
                </a:solidFill>
              </a:rPr>
              <a:t>What it shows: 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Disease contrast (control vs inoculated) compared with the largest contrast between the three inoculated blocks, which estimates field-position effects.</a:t>
            </a:r>
            <a:endParaRPr lang="en-US" sz="11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B03A2E"/>
                </a:solidFill>
              </a:rPr>
              <a:t>Finding: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For every family the control-vs-inoculated effect exceeds the largest block-to-block effect among inoculated plots (median ratio 1.0-2.2); matched-control tests (inoculated vs its own control in the same cell) are significant for most derivative / wavelet features on every date. Field position alone does not explain the disease contrast, but cannot be fully excluded (controls share one block).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R13. Main CV: balanced accuracy of 12 feature scenarios x 10 classifiers</a:t>
            </a:r>
            <a:endParaRPr lang="en-US" sz="26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804672"/>
                <a:gridCol w="804672"/>
                <a:gridCol w="804672"/>
                <a:gridCol w="804672"/>
                <a:gridCol w="804672"/>
                <a:gridCol w="804672"/>
                <a:gridCol w="804672"/>
                <a:gridCol w="804672"/>
                <a:gridCol w="804672"/>
                <a:gridCol w="804672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Feature scenario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LDA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PLS-DA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LR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kNN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SVM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LS-SVM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RF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XGBoost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ELM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MLP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S1 Reflectance, full spectrum (201 ba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0.904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83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0.917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7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0.922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7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0.774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CE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0.853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A4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0.917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7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0.715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E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0.725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DBA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0.918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7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0.691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5B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S2 First derivative, full (201)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0.968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A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0.955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2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0.961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E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0.890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C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0.952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4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0.966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B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0.907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81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0.918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7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0.958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0.847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A86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S3 Second derivative, full (201)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0.954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63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0.942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6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0.952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4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0.934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7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0.960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0.954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6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0.922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7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0.948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6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0.952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4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0.897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75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S4 Third derivative, full (201)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0.905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8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0.876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0.906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8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0.847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A8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0.932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0.930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2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0.866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9C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0.909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0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0.883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90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0.859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A06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S5 Continuum-removal parameters (48)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0.915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7C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0.904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83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0.929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73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0.853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A4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0.944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69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0.957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0.906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8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0.924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6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0.943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6A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0.745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D69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S6 Vegetation indices (87)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0.852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A5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0.901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5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0.842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AB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0.739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D7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0.779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C8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0.820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B97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0.748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D5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0.771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CE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0.824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B7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0.674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AB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S7 Red-edge parameters (23)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0.824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B7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0.792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8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0.784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B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0.774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CD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0.781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CC8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0.804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C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0.763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D18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0.753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D4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0.801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C6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0.667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CC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S8 Optimised two-band indices (in-fol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0.882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91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0.879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93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0.876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0.910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7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0.916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7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0.928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73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0.869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99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0.884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90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0.940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6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0.759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D28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S9 CWT coefficients + robust selectio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0.876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0.878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4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0.887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8E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0.912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7E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0.916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7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0.926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5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0.895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89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0.890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C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0.924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6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0.748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D59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S10 All families combined + robust sel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0.881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92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0.877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5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0.896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8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0.933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7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0.930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2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0.935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6F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0.894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89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0.900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86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0.928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7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0.753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D39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S11 SPA bands (reflectance)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0.897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8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0.895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89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0.900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86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0.746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D5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0.868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9A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0.923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6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0.720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DDA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0.746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D5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0.893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8A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0.652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C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S12 GA-PLS bands (reflectance)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0.900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86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0.906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8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0.906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8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0.772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CE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0.872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0.921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78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0.716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E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0.742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7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0.916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7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0.645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2CD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384048" y="5111496"/>
            <a:ext cx="11393424" cy="1005840"/>
          </a:xfrm>
          <a:prstGeom prst="roundRect">
            <a:avLst>
              <a:gd name="adj" fmla="val 4545"/>
            </a:avLst>
          </a:prstGeom>
          <a:solidFill>
            <a:srgbClr val="F6F8F5"/>
          </a:solidFill>
          <a:ln w="12700">
            <a:solidFill>
              <a:srgbClr val="F6F8F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5166360"/>
            <a:ext cx="112471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D2B"/>
                </a:solidFill>
              </a:rPr>
              <a:t>What it shows: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Balanced accuracy on held-out cells (plots never seen in training on any date), mean of 20 x 4-fold; darker = better.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B03A2E"/>
                </a:solidFill>
              </a:rPr>
              <a:t>Finding: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Best overall: S2 First derivative, full (201) + LDA (BA 0.968, MCC 0.912, AUC 0.990). Derivative and wavelet scenarios are best for almost every classifier; reflectance, VIs and red-edge parameters are lower. Linear models (LR, LDA, PLS-DA, SVM) match or beat tree ensembles at n = 144 training plot-dates.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R14. Best classifier of every feature scenario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60350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143000"/>
          <a:ext cx="498348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868680"/>
                <a:gridCol w="1508760"/>
                <a:gridCol w="6400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Best clf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BA (95 % CI)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AUC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S1 Reflectance, full sp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LR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0.922 (0.917-0.927)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0.978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S2 First derivative, fu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LDA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0.968 (0.964-0.971)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0.990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S3 Second derivative, f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SVM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0.960 (0.955-0.965)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0.983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S4 Third derivative, fu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SVM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0.932 (0.926-0.938)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0.977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S5 Continuum-removal pa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LS-SVM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0.957 (0.951-0.963)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0.992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S6 Vegetation indices (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PLS-DA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0.901 (0.889-0.914)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0.951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S7 Red-edge parameters 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LDA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0.824 (0.817-0.831)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0.919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S8 Optimised two-band i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ELM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0.940 (0.932-0.947)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0.981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S9 CWT coefficients + r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LS-SVM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0.926 (0.913-0.938)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0.967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S10 All families combine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LS-SVM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0.935 (0.925-0.946)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0.979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S11 SPA bands (reflectan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LS-SVM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0.923 (0.917-0.930)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0.977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S12 GA-PLS bands (reflec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LS-SVM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0.921 (0.913-0.928)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0.972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6647688" y="4745736"/>
            <a:ext cx="5129784" cy="1325880"/>
          </a:xfrm>
          <a:prstGeom prst="roundRect">
            <a:avLst>
              <a:gd name="adj" fmla="val 3448"/>
            </a:avLst>
          </a:prstGeom>
          <a:solidFill>
            <a:srgbClr val="F6F8F5"/>
          </a:solidFill>
          <a:ln w="12700">
            <a:solidFill>
              <a:srgbClr val="F6F8F5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720840" y="4800600"/>
            <a:ext cx="498348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3D2B"/>
                </a:solidFill>
              </a:rPr>
              <a:t>What it shows: </a:t>
            </a:r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Best classifier of each feature scenario with the 95 % CI over repeats.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B03A2E"/>
                </a:solidFill>
              </a:rPr>
              <a:t>Finding: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Ranking of best pipelines: S2 0.97, S3 0.96, S5 0.96, S8 0.94, S10 0.94, S4 0.93. Compact selected sets: S8 + ELM BA 0.940 with a median of 9 features.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R15. Statistical comparison of classifiers and feature sets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3657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206240" y="1143000"/>
          <a:ext cx="3657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92440" y="1143000"/>
          <a:ext cx="36118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31520"/>
                <a:gridCol w="731520"/>
                <a:gridCol w="6858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Comparison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chi²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CD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Classifiers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1113.9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&lt; 0.001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0.87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Feature scenarios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1290.2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&lt; 0.001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1.18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92440" y="2377440"/>
          <a:ext cx="36118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22960"/>
                <a:gridCol w="10515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Best vs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ΔBA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 (Holm)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S3-SVM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0.008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0.025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S5-LS-SVM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0.011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0.009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S8-ELM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0.028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&lt; 0.001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S10-LS-SVM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0.032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&lt; 0.001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S4-SVM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0.036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&lt; 0.001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1"/>
          <p:cNvSpPr/>
          <p:nvPr/>
        </p:nvSpPr>
        <p:spPr>
          <a:xfrm>
            <a:off x="384048" y="4928616"/>
            <a:ext cx="11393424" cy="1143000"/>
          </a:xfrm>
          <a:prstGeom prst="roundRect">
            <a:avLst>
              <a:gd name="adj" fmla="val 4000"/>
            </a:avLst>
          </a:prstGeom>
          <a:solidFill>
            <a:srgbClr val="F6F8F5"/>
          </a:solidFill>
          <a:ln w="12700">
            <a:solidFill>
              <a:srgbClr val="F6F8F5"/>
            </a:solidFill>
            <a:prstDash val="solid"/>
          </a:ln>
        </p:spPr>
      </p:sp>
      <p:sp>
        <p:nvSpPr>
          <p:cNvPr id="8" name="Text 2"/>
          <p:cNvSpPr txBox="1"/>
          <p:nvPr/>
        </p:nvSpPr>
        <p:spPr>
          <a:xfrm>
            <a:off x="457200" y="4983480"/>
            <a:ext cx="1124712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D2B"/>
                </a:solidFill>
              </a:rPr>
              <a:t>What it shows: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Average rank of classifiers (blocks = scenario x repeat) and of feature sets (blocks = classifier x repeat); lower = better.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B03A2E"/>
                </a:solidFill>
              </a:rPr>
              <a:t>Finding: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Classifiers differ (Friedman p &lt; 0.001); best average ranks: LS-SVM, ELM, SVM. Feature sets differ (p &lt; 0.001); best: S3, S2, S5. Pairwise tests show which scenarios are statistically indistinguishable from the best pipeline (corrected t and Wilcoxon-Holm in 17_Model_Comparison).</a:t>
            </a:r>
            <a:endParaRPr lang="en-US" sz="1200" dirty="0"/>
          </a:p>
        </p:txBody>
      </p:sp>
      <p:sp>
        <p:nvSpPr>
          <p:cNvPr id="9" name="Text 3"/>
          <p:cNvSpPr txBox="1"/>
          <p:nvPr/>
        </p:nvSpPr>
        <p:spPr>
          <a:xfrm>
            <a:off x="457200" y="616305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Source: Demsar 2006; Nadeau &amp; Bengio 2003; Holm 1979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R16. Best pipelines: confusion matrices and ROC curves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D2B"/>
                </a:solidFill>
              </a:rPr>
              <a:t>Best overall: S2 + LDA</a:t>
            </a:r>
            <a:endParaRPr lang="en-US" sz="11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251460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777240"/>
                <a:gridCol w="7772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Obs \ Pred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Healthy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46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D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Diseased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140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C2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2788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BA 0.965 | MCC 0.918 | κ 0.918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3154680" y="10972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D2B"/>
                </a:solidFill>
              </a:rPr>
              <a:t>Best compact: S8 + ELM</a:t>
            </a:r>
            <a:endParaRPr lang="en-US" sz="1100" dirty="0"/>
          </a:p>
        </p:txBody>
      </p:sp>
      <p:graphicFrame>
        <p:nvGraphicFramePr>
          <p:cNvPr id="7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54680" y="1554480"/>
          <a:ext cx="251460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777240"/>
                <a:gridCol w="7772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Obs \ Pred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Healthy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46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D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Diseased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133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935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3154680" y="2788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BA 0.941 | MCC 0.836 | κ 0.830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5852160" y="10972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D2B"/>
                </a:solidFill>
              </a:rPr>
              <a:t>Best VI model: S6 + PLS-DA</a:t>
            </a:r>
            <a:endParaRPr lang="en-US" sz="1100" dirty="0"/>
          </a:p>
        </p:txBody>
      </p:sp>
      <p:graphicFrame>
        <p:nvGraphicFramePr>
          <p:cNvPr id="10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554480"/>
          <a:ext cx="251460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777240"/>
                <a:gridCol w="7772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Obs \ Pred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Healthy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43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C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Diseased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131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5C37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5852160" y="2788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BA 0.903 | MCC 0.767 | κ 0.763</a:t>
            </a:r>
            <a:endParaRPr lang="en-US" sz="10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8503920" y="1051560"/>
          <a:ext cx="32004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7"/>
          <p:cNvSpPr/>
          <p:nvPr/>
        </p:nvSpPr>
        <p:spPr>
          <a:xfrm>
            <a:off x="384048" y="3236976"/>
            <a:ext cx="7964424" cy="2834640"/>
          </a:xfrm>
          <a:prstGeom prst="roundRect">
            <a:avLst>
              <a:gd name="adj" fmla="val 1613"/>
            </a:avLst>
          </a:prstGeom>
          <a:solidFill>
            <a:srgbClr val="F6F8F5"/>
          </a:solidFill>
          <a:ln w="12700">
            <a:solidFill>
              <a:srgbClr val="F6F8F5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457200" y="3291840"/>
            <a:ext cx="781812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D2B"/>
                </a:solidFill>
              </a:rPr>
              <a:t>What it shows: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Counts of the repeat with the median BA (192 plot-dates); ROC curves averaged over the 20 repeats.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B03A2E"/>
                </a:solidFill>
              </a:rPr>
              <a:t>Finding: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Best pipeline (S2 + LDA): 2 of 48 healthy and 4 of 144 diseased plot-dates misclassified in the median repeat. Compact (S8 + ELM) and VI model (PLS-DA) err more often on the minority healthy class. Mean ROC-AUC 0.990.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R17. Best pipeline by date, variety and inoculation timing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55778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217920" y="1143000"/>
          <a:ext cx="54864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1"/>
          <p:cNvSpPr/>
          <p:nvPr/>
        </p:nvSpPr>
        <p:spPr>
          <a:xfrm>
            <a:off x="384048" y="4837176"/>
            <a:ext cx="11393424" cy="1234440"/>
          </a:xfrm>
          <a:prstGeom prst="roundRect">
            <a:avLst>
              <a:gd name="adj" fmla="val 3704"/>
            </a:avLst>
          </a:prstGeom>
          <a:solidFill>
            <a:srgbClr val="F6F8F5"/>
          </a:solidFill>
          <a:ln w="12700">
            <a:solidFill>
              <a:srgbClr val="F6F8F5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4892040"/>
            <a:ext cx="112471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D2B"/>
                </a:solidFill>
              </a:rPr>
              <a:t>What it shows: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The pooled model evaluated separately within each date, variety and inoculation timing.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B03A2E"/>
                </a:solidFill>
              </a:rPr>
              <a:t>Finding: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BA by date: 11 Feb 0.94, 24 Feb 1.00, 03 Mar 1.00, 13 Mar 0.93. By variety: V1 0.99, V2 0.94, V3 0.98; by inoculation timing: D1 0.98, D2 0.98, D3 0.96, D4 0.95.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R18. Disease call through the season and by inoculation timing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62179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143000"/>
          <a:ext cx="47548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914400"/>
                <a:gridCol w="914400"/>
                <a:gridCol w="914400"/>
                <a:gridCol w="10058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Score H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Score D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ρ timing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11 Feb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-6.60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5.60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-0.16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0.350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24 Feb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-7.98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8.82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-0.22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0.187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03 Mar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-8.16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9.44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-0.33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0.046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13 Mar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-5.81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7.52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-0.28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0.098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949440" y="29718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D2B"/>
                </a:solidFill>
              </a:rPr>
              <a:t>Plot decision over 4 dates (mean vote): BA 1.000, sensitivity 1.000, specificity 1.000</a:t>
            </a:r>
            <a:endParaRPr lang="en-US" sz="1200" dirty="0"/>
          </a:p>
        </p:txBody>
      </p:sp>
      <p:sp>
        <p:nvSpPr>
          <p:cNvPr id="6" name="Shape 2"/>
          <p:cNvSpPr/>
          <p:nvPr/>
        </p:nvSpPr>
        <p:spPr>
          <a:xfrm>
            <a:off x="6876288" y="3602736"/>
            <a:ext cx="4901184" cy="2468880"/>
          </a:xfrm>
          <a:prstGeom prst="roundRect">
            <a:avLst>
              <a:gd name="adj" fmla="val 1852"/>
            </a:avLst>
          </a:prstGeom>
          <a:solidFill>
            <a:srgbClr val="F6F8F5"/>
          </a:solidFill>
          <a:ln w="12700">
            <a:solidFill>
              <a:srgbClr val="F6F8F5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949440" y="3657600"/>
            <a:ext cx="475488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3D2B"/>
                </a:solidFill>
              </a:rPr>
              <a:t>What it shows: 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Fraction of the 20 repeats in which a plot-date was called diseased, by date and inoculation timing.</a:t>
            </a:r>
            <a:endParaRPr lang="en-US" sz="11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B03A2E"/>
                </a:solidFill>
              </a:rPr>
              <a:t>Finding: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Inoculated plots are called diseased on almost every date (lowest on 11 Feb, the earliest stage); controls are almost never called diseased, except some on 13 Mar (pod formation). Combining the 4 dates per plot gives BA 1.000. Within diseased plots, earlier inoculation tends to give higher scores (Spearman rho -0.33 to -0.16), significant only on 03 Mar.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R19. E1 - raw vs smoothed plot averages, and E4 - date normalisation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55778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217920" y="1143000"/>
          <a:ext cx="54864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1"/>
          <p:cNvSpPr/>
          <p:nvPr/>
        </p:nvSpPr>
        <p:spPr>
          <a:xfrm>
            <a:off x="384048" y="5020056"/>
            <a:ext cx="11393424" cy="1051560"/>
          </a:xfrm>
          <a:prstGeom prst="roundRect">
            <a:avLst>
              <a:gd name="adj" fmla="val 4348"/>
            </a:avLst>
          </a:prstGeom>
          <a:solidFill>
            <a:srgbClr val="F6F8F5"/>
          </a:solidFill>
          <a:ln w="12700">
            <a:solidFill>
              <a:srgbClr val="F6F8F5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5074920"/>
            <a:ext cx="112471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D2B"/>
                </a:solidFill>
              </a:rPr>
              <a:t>What it shows: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Same folds, same classifiers: raw vs Savitzky-Golay smoothed plot averages (E1); and with per-date standardisation (E4).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B03A2E"/>
                </a:solidFill>
              </a:rPr>
              <a:t>Finding: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Smoothing helped the noise-sensitive higher derivatives most (S4 +0.053, S3 +0.018 mean BA change over classifiers) and changed reflectance / index scenarios little (S10 -0.014, S7 -0.001); best raw and smoothed pipelines are within 0.016 BA. Per-date standardisation inside the pooled CV changed BA by +0.022 on average.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R20. E2 - single-date models (48 plots each)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76809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293608" y="1133856"/>
            <a:ext cx="3483864" cy="4892040"/>
          </a:xfrm>
          <a:prstGeom prst="roundRect">
            <a:avLst>
              <a:gd name="adj" fmla="val 1312"/>
            </a:avLst>
          </a:prstGeom>
          <a:solidFill>
            <a:srgbClr val="F6F8F5"/>
          </a:solidFill>
          <a:ln w="12700">
            <a:solidFill>
              <a:srgbClr val="F6F8F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366760" y="1188720"/>
            <a:ext cx="3337560" cy="4800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D2B"/>
                </a:solidFill>
              </a:rPr>
              <a:t>What it shows: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Models trained and tested within one date (48 plots, 4 cell-folds x 10).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B03A2E"/>
                </a:solidFill>
              </a:rPr>
              <a:t>Finding: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Best single-date BA: 11 Feb 0.94, 24 Feb 0.98, 03 Mar 1.00, 13 Mar 0.97. Separation is already possible on the first date and is highest when symptoms are fully developed; pooling dates (main CV) gives a model that works on all dates at once.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R21. E3 - transfer to an unseen date or variety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55778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217920" y="1143000"/>
          <a:ext cx="54864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1"/>
          <p:cNvSpPr/>
          <p:nvPr/>
        </p:nvSpPr>
        <p:spPr>
          <a:xfrm>
            <a:off x="384048" y="5020056"/>
            <a:ext cx="11393424" cy="1051560"/>
          </a:xfrm>
          <a:prstGeom prst="roundRect">
            <a:avLst>
              <a:gd name="adj" fmla="val 4348"/>
            </a:avLst>
          </a:prstGeom>
          <a:solidFill>
            <a:srgbClr val="F6F8F5"/>
          </a:solidFill>
          <a:ln w="12700">
            <a:solidFill>
              <a:srgbClr val="F6F8F5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5074920"/>
            <a:ext cx="112471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D2B"/>
                </a:solidFill>
              </a:rPr>
              <a:t>What it shows: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Training without one date (LODO) or one variety (LOVO) and predicting it.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B03A2E"/>
                </a:solidFill>
              </a:rPr>
              <a:t>Finding: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LODO best BA (without / with date normalisation): 11 Feb 0.86/0.90, 24 Feb 1.00/1.00, 03 Mar 0.94/1.00, 13 Mar 0.67/0.99. Without normalisation accuracy on an unseen date can drop sharply (best pipeline on 13 Mar: 0.67); per-date standardisation of the features restores it (0.99). LOVO: V1 0.99, V2 0.95, V3 0.99 - varieties transfer well.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R22. E5 - label-permutation test</a:t>
            </a:r>
            <a:endParaRPr lang="en-US" sz="2600" dirty="0"/>
          </a:p>
        </p:txBody>
      </p:sp>
      <p:pic>
        <p:nvPicPr>
          <p:cNvPr id="3" name="Image 0" descr="/home/user/sonu/white_rust_plot_analysis/outputs/figures/Fig19_permutation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11247120" cy="3008376"/>
          </a:xfrm>
          <a:prstGeom prst="rect">
            <a:avLst/>
          </a:prstGeom>
        </p:spPr>
      </p:pic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343400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914400"/>
                <a:gridCol w="1188720"/>
                <a:gridCol w="914400"/>
                <a:gridCol w="731520"/>
                <a:gridCol w="8229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Pipeline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Observed BA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Null mean (SD)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Null 95th pct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Permutations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S1 Reflectance + PLS-DA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0.885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0.504 (0.050)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0.598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0.005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200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S2 First derivative + LR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0.962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0.509 (0.063)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0.612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0.005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200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S6 Vegetation indices (87) + LR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0.851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0.508 (0.056)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0.597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0.005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200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7562088" y="4288536"/>
            <a:ext cx="4215384" cy="1783080"/>
          </a:xfrm>
          <a:prstGeom prst="roundRect">
            <a:avLst>
              <a:gd name="adj" fmla="val 2564"/>
            </a:avLst>
          </a:prstGeom>
          <a:solidFill>
            <a:srgbClr val="F6F8F5"/>
          </a:solidFill>
          <a:ln w="12700">
            <a:solidFill>
              <a:srgbClr val="F6F8F5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635240" y="4343400"/>
            <a:ext cx="406908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3D2B"/>
                </a:solidFill>
              </a:rPr>
              <a:t>What it shows: 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The whole CV repeated with labels shuffled between plots of the same cell; grey = null distribution, red = observed.</a:t>
            </a:r>
            <a:endParaRPr lang="en-US" sz="11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B03A2E"/>
                </a:solidFill>
              </a:rPr>
              <a:t>Finding: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Observed BA lies far outside the permutation null in every pipeline (S1+PLS-DA: 0.885 vs null 0.50, p = 0.005, S2+LR: 0.962 vs null 0.51, p = 0.005, S6+LR: 0.851 vs null 0.51, p = 0.005). The classifiers learn a real class signal.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R23. E6 - field-design controls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73152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927848" y="1133856"/>
            <a:ext cx="3849624" cy="4892040"/>
          </a:xfrm>
          <a:prstGeom prst="roundRect">
            <a:avLst>
              <a:gd name="adj" fmla="val 1188"/>
            </a:avLst>
          </a:prstGeom>
          <a:solidFill>
            <a:srgbClr val="F6F8F5"/>
          </a:solidFill>
          <a:ln w="12700">
            <a:solidFill>
              <a:srgbClr val="F6F8F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001000" y="1188720"/>
            <a:ext cx="3703320" cy="4800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D2B"/>
                </a:solidFill>
              </a:rPr>
              <a:t>What it shows: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Control vs each inoculated block (true disease contrast) and block vs block (both inoculated: field-position only).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B03A2E"/>
                </a:solidFill>
              </a:rPr>
              <a:t>Finding: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Control vs each block: BA 0.92-0.98. Block vs block (both inoculated): BA 0.79-0.87. The disease contrast is larger by about 0.14 BA, but inoculated blocks are themselves separable: field position and / or different disease development between blocks carries spectral signal, so part of the healthy-vs-diseased accuracy may reflect block rather than disease.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R24. E7 - optimal feature combinations (Tian et al. 2021)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1188720"/>
          <a:ext cx="40690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097280"/>
                <a:gridCol w="16916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Median size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Best BA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All DSFs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4.0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0.920 (kNN)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OFC-LDA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1.5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0.877 (SVM)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OFC-kNN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3.0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0.901 (kNN)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OFC-SVM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3.5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0.909 (kNN)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7562088" y="3054096"/>
            <a:ext cx="4215384" cy="3017520"/>
          </a:xfrm>
          <a:prstGeom prst="roundRect">
            <a:avLst>
              <a:gd name="adj" fmla="val 1515"/>
            </a:avLst>
          </a:prstGeom>
          <a:solidFill>
            <a:srgbClr val="F6F8F5"/>
          </a:solidFill>
          <a:ln w="12700">
            <a:solidFill>
              <a:srgbClr val="F6F8F5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635240" y="3108960"/>
            <a:ext cx="406908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3D2B"/>
                </a:solidFill>
              </a:rPr>
              <a:t>What it shows: 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Disease-sensitive features (top 5 % ReliefF on &gt;= 3 dates, VIF &lt; 10) reduced by SFFS with LDA, kNN or SVM as wrapper.</a:t>
            </a:r>
            <a:endParaRPr lang="en-US" sz="11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B03A2E"/>
                </a:solidFill>
              </a:rPr>
              <a:t>Finding: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Best OFC result: All DSFs + kNN BA 0.920 with a median of 4 features. DSF / OFC sets of only 2-4 features reach BA 0.88-0.92, i.e. most of the accuracy of the full derivative spectrum (0.968), as Tian et al. (2021) reported for blast.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R25. E8 - six published feature-selection methods (Panda 2026)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562088" y="1133856"/>
            <a:ext cx="4215384" cy="4892040"/>
          </a:xfrm>
          <a:prstGeom prst="roundRect">
            <a:avLst>
              <a:gd name="adj" fmla="val 1085"/>
            </a:avLst>
          </a:prstGeom>
          <a:solidFill>
            <a:srgbClr val="F6F8F5"/>
          </a:solidFill>
          <a:ln w="12700">
            <a:solidFill>
              <a:srgbClr val="F6F8F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635240" y="1188720"/>
            <a:ext cx="4069080" cy="4800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D2B"/>
                </a:solidFill>
              </a:rPr>
              <a:t>What it shows: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Six selectors from the researcher's filter/wrapper/embedded comparison applied to the combined plot-level pool.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B03A2E"/>
                </a:solidFill>
              </a:rPr>
              <a:t>Finding: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Best selector: SVM-RFE (k = 15) + LR, BA 0.979. Order: SVM-RFE 0.98, CARS 0.96, Consensus (Borda) 0.95, ReliefF 0.95, LASSO 0.95, SFFS (QDA) 0.92. All selectors favour small-scale CWT and 2nd / 3rd-derivative features at the red-edge / NIR shoulder (780-850 nm), the 950 and 1230 nm water bands and 2170 nm; SVM-RFE was also the top selector at leaf level (Panda 2026).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R26. E9 - equal leaf numbers: is the separation a leaf-count artefact?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562088" y="1133856"/>
            <a:ext cx="4215384" cy="4892040"/>
          </a:xfrm>
          <a:prstGeom prst="roundRect">
            <a:avLst>
              <a:gd name="adj" fmla="val 1085"/>
            </a:avLst>
          </a:prstGeom>
          <a:solidFill>
            <a:srgbClr val="F6F8F5"/>
          </a:solidFill>
          <a:ln w="12700">
            <a:solidFill>
              <a:srgbClr val="F6F8F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635240" y="1188720"/>
            <a:ext cx="4069080" cy="4800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D2B"/>
                </a:solidFill>
              </a:rPr>
              <a:t>What it shows: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Plot means rebuilt from the leaf spectra with all leaves and with only 3 random leaves per plot (equal for both classes).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B03A2E"/>
                </a:solidFill>
              </a:rPr>
              <a:t>Finding: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BA all leaves -&gt; 3 leaves: S1 0.92-&gt;0.87, S2 0.97-&gt;0.92, S3 0.96-&gt;0.93, S4 0.96-&gt;0.87, S6 0.83-&gt;0.81. Rebuilt all-leaf means equal the workbook values (max |diff| 6e-16). Accuracy stays high with equal leaf numbers, so the separation is not an artefact of averaging more leaves in diseased plots; the drop (largest for the noise-sensitive third derivative) reflects noisier 3-leaf means, i.e. averaging more leaves per plot improves detection.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R27. E10 - plot-average models vs leaf-level models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1188720"/>
          <a:ext cx="40690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331720"/>
                <a:gridCol w="7315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Approach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Pipeline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BA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Leaf spectrum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S1 + LR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0.919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Plot-date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S1 + LR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0.971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Plot-date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S2 First derivative, full (201) 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0.968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Plot-date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S8 Optimised two-band indices (i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0.940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7562088" y="3054096"/>
            <a:ext cx="4215384" cy="3017520"/>
          </a:xfrm>
          <a:prstGeom prst="roundRect">
            <a:avLst>
              <a:gd name="adj" fmla="val 1515"/>
            </a:avLst>
          </a:prstGeom>
          <a:solidFill>
            <a:srgbClr val="F6F8F5"/>
          </a:solidFill>
          <a:ln w="12700">
            <a:solidFill>
              <a:srgbClr val="F6F8F5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635240" y="3108960"/>
            <a:ext cx="406908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3D2B"/>
                </a:solidFill>
              </a:rPr>
              <a:t>What it shows: 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Best leaf-level models of the previous chapter vs the plot-average models of this chapter.</a:t>
            </a:r>
            <a:endParaRPr lang="en-US" sz="11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B03A2E"/>
                </a:solidFill>
              </a:rPr>
              <a:t>Finding: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Leaf spectra (leaf-level models): BA 0.919; Leaf models, majority vote per plot-date: BA 0.971; Plot-average spectra (this analysis), best overall: BA 0.968; Plot-average spectra (this analysis), best compact: BA 0.940. Plot averages reach the accuracy of aggregated leaf models with one spectrum per plot.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R28. Final feature set: importance, correlation and VIF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45720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1143000"/>
          <a:ext cx="6492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838200"/>
                <a:gridCol w="838200"/>
                <a:gridCol w="838200"/>
                <a:gridCol w="838200"/>
                <a:gridCol w="838200"/>
                <a:gridCol w="8382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CR6 water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D1_910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D1_1940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CR4 water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WF910_s1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WF1800_s2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CR6 water 1721–230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5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0.10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-0.30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DDA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-0.59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AF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-0.13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-0.14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C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D1_910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0.10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5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0.53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BE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-0.56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B7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-0.57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B4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-0.13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C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D1_1940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-0.30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DDA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0.53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BE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5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-0.12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C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-0.39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39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0.36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D69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CR4 water 1069–125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-0.59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AF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-0.56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B7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-0.12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C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5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0.47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C9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0.29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EA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WF910_s1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-0.13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-0.57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B4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-0.39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39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0.47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C9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5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-0.08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D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WF1800_s2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-0.14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-0.13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0.36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D69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0.29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E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-0.08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52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3200400"/>
          <a:ext cx="6492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188720"/>
                <a:gridCol w="777240"/>
                <a:gridCol w="777240"/>
                <a:gridCol w="82296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Family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AUC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g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VIF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CR4 water 1069–1258 nm positio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Continuum-removal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0.552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0.17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2.97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D1_910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First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0.795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1.14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2.51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CR6 water 1721–2304 nm left ar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Continuum-removal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0.616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0.21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2.16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D1_1940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First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0.783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1.09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2.36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WF910_s1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Wavelet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0.641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-0.45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1.71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WF1800_s2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Wavelet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0.573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0.41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1.61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</a:tbl>
          </a:graphicData>
        </a:graphic>
      </p:graphicFrame>
      <p:sp>
        <p:nvSpPr>
          <p:cNvPr id="6" name="Shape 1"/>
          <p:cNvSpPr/>
          <p:nvPr/>
        </p:nvSpPr>
        <p:spPr>
          <a:xfrm>
            <a:off x="384048" y="5065776"/>
            <a:ext cx="4718304" cy="1005840"/>
          </a:xfrm>
          <a:prstGeom prst="roundRect">
            <a:avLst>
              <a:gd name="adj" fmla="val 4545"/>
            </a:avLst>
          </a:prstGeom>
          <a:solidFill>
            <a:srgbClr val="F6F8F5"/>
          </a:solidFill>
          <a:ln w="12700">
            <a:solidFill>
              <a:srgbClr val="F6F8F5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457200" y="5120640"/>
            <a:ext cx="45720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3D2B"/>
                </a:solidFill>
              </a:rPr>
              <a:t>What it shows: </a:t>
            </a:r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Final robust feature set fitted on all data: permutation importance, correlation and VIF.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B03A2E"/>
                </a:solidFill>
              </a:rPr>
              <a:t>Finding: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6 features, max VIF 3.0, max |r| 0.59, multivariate J-M 1.39 (of 2). Most important: CR4 water 1069–1258 nm position (nm).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of results</a:t>
            </a:r>
            <a:endParaRPr lang="en-US" sz="26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471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81381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Answer from the analysis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Do plot spectra differ?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Yes - PERMANOVA disease p = 0.001; 156 of 183 features significant in mixed models; date effect much larger.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Which features?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Second derivative and Wavelet (CWT) coefficients (AUC up to 0.96); 1810-1950 nm water shoulder and red-edge / NIR slope.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Best plot-level model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S2 First derivative, full (201) + LDA: BA 0.968, MCC 0.912, AUC 0.990.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Compact model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S8 + ELM: BA 0.940 with ~9 features.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Best compact selection (E8)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SVM-RFE, 15 features + LR: BA 0.979 (10 x 4-fold).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Best published-index model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VIs (S6) + PLS-DA: BA 0.901.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Transfer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Unseen date BA 0.90-1.00 with per-date normalisation (0.67-1.00 without); unseen variety 0.95-0.99.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Artefact checks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Permutation p = 0.005 (null BA 0.50); 3-leaf plot means BA 0.93; caveat: inoculated blocks separable from each other (BA 0.79-0.87).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Discussion and conclusions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What the plot-level results mean</a:t>
            </a:r>
            <a:endParaRPr lang="en-US" sz="1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1: what white rust does to the plot-average spectrum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486400" cy="4800600"/>
          </a:xfrm>
          <a:prstGeom prst="roundRect">
            <a:avLst>
              <a:gd name="adj" fmla="val 1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371600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5568" y="1307592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Spectral mechanism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01952"/>
            <a:ext cx="51206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Inoculated plots show changes in the visible / red-edge region (pigment loss, anthocyanin and carotenoid indices rise, red-edge slope falls), as reported for blast, rusts and mildew (Zhang 2012; Mandal 2022; Ashourloo 2014).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largest and most date-stable changes are in the shape of the water-absorption features (1400-1950 nm) and of the NIR plateau: white rust pustules and haustoria disturb mesophyll structure and leaf water.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disease signal is small against the seasonal (date / growth-stage) change, so features that describe local shape (slopes, curvature, wavelet coefficients) are more robust than absolute reflectance.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486400" cy="4800600"/>
          </a:xfrm>
          <a:prstGeom prst="roundRect">
            <a:avLst>
              <a:gd name="adj" fmla="val 1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82512" y="1371600"/>
            <a:ext cx="384048" cy="384048"/>
          </a:xfrm>
          <a:prstGeom prst="ellipse">
            <a:avLst/>
          </a:prstGeom>
          <a:solidFill>
            <a:srgbClr val="2A6FB0"/>
          </a:solidFill>
          <a:ln w="12700">
            <a:solidFill>
              <a:srgbClr val="2A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76288" y="1307592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Why derivatives and wavelets win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901952"/>
            <a:ext cx="51206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Derivatives and small-scale CWT coefficients remove the brightness level that varies with date, leaf angle and probe contact and keep the band shape (Tsai &amp; Philpot 1998; Lv 2023; Tian 2021).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Averaging 3-15 leaves suppresses random noise, so even second / third derivatives of raw plot averages are usable; Savitzky-Golay smoothing helps mainly the third derivative (E1).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Exhaustively optimised two-band indices recover a pigment ratio (green / red) but explain less variance than derivative features, consistent with Mandal et al. (2023).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2: comparison with the reviewed studies</a:t>
            </a:r>
            <a:endParaRPr lang="en-US" sz="26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471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389120"/>
                <a:gridCol w="47548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Study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Their finding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This study (plot level)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Zhang et al. 2012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Derivative and CR features beat VIs for powdery mildew (OA 0.89)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Same pattern: derivative / CWT &gt; CR &gt; VIs at plot level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Mandal et al. 2022, 2023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Red-edge shift and optimised NDSI track blast severity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Red-edge slope lower in diseased plots; best NDSI is a green-red pigment pair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Tian et al. 2021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Date-stable OFCs from SFFS give 65-98.7 % OA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OFCs with few features keep most of the accuracy (E7)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Lv et al. 2023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FD + CWT best; date normalisation helps asymptomatic stages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FD / CWT best; per-date standardisation +0.02 BA pooled (E4) and essential for unseen dates (E3)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Terentev et al. 2023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Cross-experiment validation needed for honest accuracy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Unseen-date (LODO) accuracy lower than pooled CV (E3)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Zhu 2017; Huang 2020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SPA selects few informative bands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SPA reflectance bands are weaker than derivative features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Panda 2026 (leaf level)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Leaf pooled models BA 0.92-0.95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Plot averages give comparable or higher BA with one spectrum per plot (E10)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3: is the separation really disease? Evidence and caveats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486400" cy="4800600"/>
          </a:xfrm>
          <a:prstGeom prst="roundRect">
            <a:avLst>
              <a:gd name="adj" fmla="val 1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371600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5568" y="1307592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Evidence for a disease effect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01952"/>
            <a:ext cx="51206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Matched-control tests: inoculated plots differ from their own control in the same variety x inoculation cell on every date.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Control-vs-inoculated effects exceed block-to-block effects (R12, E6).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Label permutation within cells destroys the accuracy (E5).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Accuracy holds when every plot mean is rebuilt from 3 leaves (E9) and for unseen varieties (E3).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486400" cy="4800600"/>
          </a:xfrm>
          <a:prstGeom prst="roundRect">
            <a:avLst>
              <a:gd name="adj" fmla="val 1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82512" y="1371600"/>
            <a:ext cx="384048" cy="38404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76288" y="1307592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Caveats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901952"/>
            <a:ext cx="51206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All controls are in one block (plots 1-12): disease and field position cannot be separated completely (Hurlbert 1984); inoculated blocks are also separable from each other (E6).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Controls averaged fewer leaves; E9 tested this directly.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Only 12 healthy plots: the minority class drives the uncertainty (wide CIs on specificity).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 severity score per plot: the model is binary and its probability is not a severity estimate.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One season and site; transfer to other years and to canopy / UAV sensors is untested.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plot-level protocol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1430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2B"/>
                </a:solidFill>
              </a:rPr>
              <a:t>Sample: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measure &gt;= 9 leaves per plot with the contact probe and average them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83664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883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837944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2B"/>
                </a:solidFill>
              </a:rPr>
              <a:t>Pre-process: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trim 400-2400 nm; use raw averages (smoothing optional)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57860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578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53288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2B"/>
                </a:solidFill>
              </a:rPr>
              <a:t>Features: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first / second derivative or CWT (small scales) of the plot average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7355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273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22783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2B"/>
                </a:solidFill>
              </a:rPr>
              <a:t>Model: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LDA on the first derivative, or LR on ~15 SVM-RFE-selected derivative / wavelet features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68496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968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92277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2B"/>
                </a:solidFill>
              </a:rPr>
              <a:t>Normalise: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standardise features within each date (all plots of the date, no labels) before applying the model to a new date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6634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46177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2B"/>
                </a:solidFill>
              </a:rPr>
              <a:t>Validate: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cell- or plot-grouped CV; report BA, MCC; test unseen dates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358384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5358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312664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2B"/>
                </a:solidFill>
              </a:rPr>
              <a:t>Decide: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combine the calls of successive dates per plot for the final plot decision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112471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Plot-average spectra separate healthy and white-rust diseased mustard plots on every date; disease explains a small but highly significant share of spectral variation (PERMANOVA p = 0.001).</a:t>
            </a:r>
            <a:endParaRPr lang="en-US" sz="15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Derivative and wavelet features of the raw plot average are the most discriminating and date-stable; the best pipeline (S2 + LDA) reached BA 0.968 on held-out plots.</a:t>
            </a:r>
            <a:endParaRPr lang="en-US" sz="15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Compact sets work as well: SVM-RFE with 15 features + LR reached BA 0.979 (E8) and optimised two-band indices + ELM 0.940; the best published vegetation indices reached BA 0.901.</a:t>
            </a:r>
            <a:endParaRPr lang="en-US" sz="15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Design controls (matched controls, block contrasts, permutations, equal leaf numbers) support a genuine disease effect, but the single control block remains a limitation.</a:t>
            </a:r>
            <a:endParaRPr lang="en-US" sz="15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Standardising the features within each date (Lv et al. 2023) raised the first-derivative LDA model to BA 0.991 in the pooled CV (E4); for a date not seen in training, per-date standardisation is essential (E3); varieties transfer without it.</a:t>
            </a:r>
            <a:endParaRPr lang="en-US" sz="15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Plot averaging gives accuracy comparable to leaf-level models with far fewer spectra to process, and is the natural input for canopy-scale sensors.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future 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486400" cy="4800600"/>
          </a:xfrm>
          <a:prstGeom prst="roundRect">
            <a:avLst>
              <a:gd name="adj" fmla="val 1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371600"/>
            <a:ext cx="384048" cy="38404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5568" y="1307592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Limitations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01952"/>
            <a:ext cx="51206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All controls are in one block (plots 1-12): disease and field position cannot be separated completely (Hurlbert 1984); inoculated blocks are also separable from each other (E6).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Controls averaged fewer leaves; E9 tested this directly.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Only 12 healthy plots: the minority class drives the uncertainty (wide CIs on specificity).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No severity score per plot: the model is binary and its probability is not a severity estimate.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One season and site; transfer to other years and to canopy / UAV sensors is untested.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486400" cy="4800600"/>
          </a:xfrm>
          <a:prstGeom prst="roundRect">
            <a:avLst>
              <a:gd name="adj" fmla="val 1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82512" y="1371600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76288" y="1307592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Future work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901952"/>
            <a:ext cx="51206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Randomise controls across blocks and equalise leaves per plot in the next season.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Record visual severity per plot to model severity, not only presence.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Validate on an independent season / site and simulate canopy, UAV and satellite bands.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Test the derivative / CWT features on canopy spectra and multispectral sensors.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References: papers reviewed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11247120" cy="525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Huang, L., Li, T., Ding, C., Zhao, J., Zhang, D., Yang, G. (2020). Diagnosis of the severity of Fusarium head blight of wheat ears on the basis of image and spectral feature fusion. Sensors, 20, 2887.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Lv, Z., Meng, R., Chen, G., Zhao, F., Xu, B., Zhao, Y., Huang, Z., Zhou, L., Zeng, L., Yan, J. (2023). Combining multiple spectral enhancement features for improving spectroscopic asymptomatic detection and symptomatic severity classification of southern corn leaf blight. Precision Agriculture, 24, 1593-1618.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Mandal, N., et al. (2022). Spectral characterisation of rice blast severity using hyperspectral reflectance. Journal of Agrometeorology.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Mandal, N., et al. (2023). Univariate and multivariate hyperspectral models of rice blast severity. Frontiers in Plant Science.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Nguyen, C., Sagan, V., Skobalski, J., Severo, J.I. (2023). Early detection of wheat yellow rust disease and its impact on terminal yield with multi-spectral UAV-imagery. Remote Sensing, 15, 3301.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Selvaprakash, et al. (2026). Early detection of rice blast using leaf hyperspectral reflectance. Plant Science Today.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Terentev, A., Badenko, V., Shaydayuk, E., Emelyanov, D., Eremenko, D., Klabukov, D., Fedotov, A., Dolzhenko, V. (2023). Hyperspectral remote sensing for early detection of wheat leaf rust caused by Puccinia triticina. Agriculture, 13, 1186.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Tian, L., Xue, B., Wang, Z., Li, D., Yao, X., Cao, Q., Zhu, Y., Cao, W., Cheng, T. (2021). Spectroscopic detection of rice leaf blast infection from asymptomatic to mild stages with integrated machine learning and feature selection. Remote Sensing of Environment, 257, 112350.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Zhang, J.-C., Pu, R., Wang, J., Huang, W., Yuan, L., Luo, J. (2012). Detecting powdery mildew of winter wheat using leaf level hyperspectral measurements. Computers and Electronics in Agriculture, 85, 13-23.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Zhu, H., Chu, B., Zhang, C., Liu, F., Jiang, L., He, Y. (2017). Hyperspectral imaging for presymptomatic detection of tobacco disease with successive projections algorithm and machine-learning classifiers. Scientific Reports, 7, 4125.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Panda, A. (2026, unpublished). Which features detect white rust? Filter, wrapper and embedded feature selection on the K1-K4 spectral feature pool of mustard leaves (23 methods). Division of Agricultural Physics, ICAR-IARI, New Delhi. Workbook and presentation provided by the researcher.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Panda, A. (2026, unpublished). Leaf-level hyperspectral discrimination of white rust in Indian mustard (previous chapter of this thesis; same 48 plots and four dates).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References: methods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11247120" cy="525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Ambroise, C., McLachlan, G.J. (2002). Selection bias in gene extraction on the basis of microarray gene-expression data. PNAS, 99, 6562-6566.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Anderson, M.J. (2001). A new method for non-parametric multivariate analysis of variance. Austral Ecology, 26, 32-46.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Araujo, M.C.U., Saldanha, T.C.B., Galvao, R.K.H., Yoneyama, T., Chame, H.C., Visani, V. (2001). The successive projections algorithm for variable selection in spectroscopic multicomponent analysis. Chemometrics and Intelligent Laboratory Systems, 57, 65-73.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Barker, M., Rayens, W. (2003). Partial least squares for discrimination. Journal of Chemometrics, 17, 166-173.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Barnes, R.J., Dhanoa, M.S., Lister, S.J. (1989). Standard normal variate transformation and de-trending of near-infrared diffuse reflectance spectra. Applied Spectroscopy, 43, 772-777.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Bates, D., Maechler, M., Bolker, B., Walker, S. (2015). Fitting linear mixed-effects models using lme4. Journal of Statistical Software, 67(1), 1-48.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Benjamini, Y., Hochberg, Y. (1995). Controlling the false discovery rate: a practical and powerful approach to multiple testing. Journal of the Royal Statistical Society B, 57, 289-300.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Breiman, L. (2001). Random forests. Machine Learning, 45, 5-32.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Chen, T., Guestrin, C. (2016). XGBoost: a scalable tree boosting system. Proceedings of the 22nd ACM SIGKDD, 785-794.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Cheng, T., Rivard, B., Sanchez-Azofeifa, A. (2011). Spectroscopic determination of leaf water content using continuous wavelet analysis. Remote Sensing of Environment, 115, 659-670.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Chicco, D., Jurman, G. (2020). The advantages of the Matthews correlation coefficient (MCC) over F1 score and accuracy in binary classification evaluation. BMC Genomics, 21, 6.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Clark, R.N., Roush, T.L. (1984). Reflectance spectroscopy: quantitative analysis techniques for remote sensing applications. Journal of Geophysical Research, 89(B7), 6329-6340.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Cohen, J. (1960). A coefficient of agreement for nominal scales. Educational and Psychological Measurement, 20, 37-46.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Cortes, C., Vapnik, V. (1995). Support-vector networks. Machine Learning, 20, 273-297.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Demsar, J. (2006). Statistical comparisons of classifiers over multiple data sets. Journal of Machine Learning Research, 7, 1-30.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Geladi, P., MacDougall, D., Martens, H. (1985). Linearization and scatter-correction for near-infrared reflectance spectra of meat. Applied Spectroscopy, 39, 491-500.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References: methods (cont.)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11247120" cy="525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Hueni, A., Bialek, A. (2017). Cause, effect, and correction of field spectroradiometer interchannel radiometric steps. IEEE Journal of Selected Topics in Applied Earth Observations and Remote Sensing, 10, 1542-1551.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Huang, G.-B., Zhu, Q.-Y., Siew, C.-K. (2006). Extreme learning machine: theory and applications. Neurocomputing, 70, 489-501.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Kokaly, R.F., Clark, R.N. (1999). Spectroscopic determination of leaf biochemistry using band-depth analysis of absorption features and stepwise multiple linear regression. Remote Sensing of Environment, 67, 267-287.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Leardi, R., Lupianez Gonzalez, A. (1998). Genetic algorithms applied to feature selection in PLS regression: how and when to use them. Chemometrics and Intelligent Laboratory Systems, 41, 195-207.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Liu, F.T., Ting, K.M., Zhou, Z.-H. (2008). Isolation forest. Proceedings of the IEEE International Conference on Data Mining, 413-422.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Lundberg, S.M., Lee, S.-I. (2017). A unified approach to interpreting model predictions. Advances in Neural Information Processing Systems, 30.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Mahlein, A.-K., Rumpf, T., Welke, P., Dehne, H.-W., Pluemer, L., Steiner, U., Oerke, E.-C. (2013). Development of spectral indices for detecting and identifying plant diseases. Remote Sensing of Environment, 128, 21-30.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Nadeau, C., Bengio, Y. (2003). Inference for the generalization error. Machine Learning, 52, 239-281.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Pudil, P., Novovicova, J., Kittler, J. (1994). Floating search methods in feature selection. Pattern Recognition Letters, 15, 1119-1125.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Richards, J.A., Jia, X. (2006). Remote Sensing Digital Image Analysis: An Introduction (4th ed.). Springer, Berlin.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Roberts, D.R., Bahn, V., Ciuti, S., Boyce, M.S., Elith, J., Guillera-Arroita, G., et al. (2017). Cross-validation strategies for data with temporal, spatial, hierarchical, or phylogenetic structure. Ecography, 40, 913-929.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Robnik-Sikonja, M., Kononenko, I. (2003). Theoretical and empirical analysis of ReliefF and RReliefF. Machine Learning, 53, 23-69.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Saharan, G.S., Verma, P.R., Meena, P.D., Kumar, A. (2014). White Rust of Crucifers: Biology, Ecology and Management. Springer India (verify edition).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Savitzky, A., Golay, M.J.E. (1964). Smoothing and differentiation of data by simplified least squares procedures. Analytical Chemistry, 36, 1627-1639.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Suykens, J.A.K., Vandewalle, J. (1999). Least squares support vector machine classifiers. Neural Processing Letters, 9, 293-300.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Torrence, C., Compo, G.P. (1998). A practical guide to wavelet analysis. Bulletin of the American Meteorological Society, 79, 61-78.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References: methods (cont.)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11247120" cy="525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Tsai, F., Philpot, W. (1998). Derivative analysis of hyperspectral data. Remote Sensing of Environment, 66, 41-51.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van der Maaten, L., Hinton, G. (2008). Visualizing data using t-SNE. Journal of Machine Learning Research, 9, 2579-2605.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Varma, S., Simon, R. (2006). Bias in error estimation when using cross-validation for model selection. BMC Bioinformatics, 7, 91.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Wold, S., Antti, H., Lindgren, F., Ohman, J. (1998). Orthogonal signal correction of near-infrared spectra. Chemometrics and Intelligent Laboratory Systems, 44, 175-185.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Ojala, M., Garriga, G.C. (2010). Permutation tests for studying classifier performance. Journal of Machine Learning Research, 11, 1833-1863.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Hurlbert, S.H. (1984). Pseudoreplication and the design of ecological field experiments. Ecological Monographs, 54, 187-211.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Hedges, L.V. (1981). Distribution theory for Glass's estimator of effect size and related estimators. Journal of Educational Statistics, 6, 107-128.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Welch, B.L. (1947). The generalization of Student's problem when several different population variances are involved. Biometrika, 34, 28-35.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Hanley, J.A., McNeil, B.J. (1982). The meaning and use of the area under a receiver operating characteristic (ROC) curve. Radiology, 143, 29-36.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Fawcett, T. (2006). An introduction to ROC analysis. Pattern Recognition Letters, 27, 861-874.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Kruskal, W.H., Wallis, W.A. (1952). Use of ranks in one-criterion variance analysis. Journal of the American Statistical Association, 47, 583-621.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Holm, S. (1979). A simple sequentially rejective multiple test procedure. Scandinavian Journal of Statistics, 6, 65-70.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Wilcoxon, F. (1945). Individual comparisons by ranking methods. Biometrics Bulletin, 1, 80-83.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References: feature-selection methods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11247120" cy="525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Das, B., Sahoo, R.N., Biswas, A., Pargal, S., Krishna, G., Verma, R., Chinnusamy, V., Sehgal, V.K., Gupta, V.K. (2020). Discrimination of rice genotypes using field spectroradiometry. Geocarto International, 35(1), 64-77.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Guyon, I., Elisseeff, A. (2003). An introduction to variable and feature selection. Journal of Machine Learning Research, 3, 1157-1182.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Guyon, I., Weston, J., Barnhill, S., Vapnik, V. (2002). Gene selection for cancer classification using support vector machines. Machine Learning, 46, 389-422.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Kira, K., Rendell, L.A. (1992). A practical approach to feature selection. Proceedings of the 9th International Workshop on Machine Learning, 249-256.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Kohavi, R., John, G.H. (1997). Wrappers for feature subset selection. Artificial Intelligence, 97, 273-324.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Kononenko, I. (1994). Estimating attributes: analysis and extensions of RELIEF. Machine Learning: ECML-94, LNCS 784, Springer, 171-182.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Kuncheva, L.I. (2007). A stability index for feature selection. Proceedings of the 25th IASTED International Multi-Conference: Artificial Intelligence and Applications, 390-395.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Kursa, M.B., Rudnicki, W.R. (2010). Feature selection with the Boruta package. Journal of Statistical Software, 36(11), 1-13.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Li, H., Liang, Y., Xu, Q., Cao, D. (2009). Key wavelengths screening using competitive adaptive reweighted sampling method for multivariate calibration. Analytica Chimica Acta, 648(1), 77-84.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Mustafa, G., Zheng, H., Khan, I.H., Tian, L., Jia, H., Li, G., Cheng, T., Tian, Y., Cao, W., Zhu, Y., Yao, X. (2022). Hyperspectral reflectance proxies to diagnose in-field fusarium head blight in wheat with machine learning. Remote Sensing, 14(12), 2784.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Mustafa, G., Zheng, H., et al. (2023). Fusarium head blight monitoring in wheat ears using machine learning and multimodal data from asymptomatic to symptomatic periods. Frontiers in Plant Science, 13, 1102341.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Saeys, Y., Abeel, T., Van de Peer, Y. (2008). Robust feature selection using ensemble feature selection techniques. ECML PKDD 2008, LNAI 5212, Springer, 313-325.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Saeys, Y., Inza, I., Larranaga, P. (2007). A review of feature selection techniques in bioinformatics. Bioinformatics, 23(19), 2507-2517.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Thomas, S., Kuska, M.T., Bohnenkamp, D., Brugger, A., Alisaac, E., Wahabzada, M., Behmann, J., Mahlein, A.-K. (2018). Benefits of hyperspectral imaging for plant disease detection and plant protection: a technical perspective. Journal of Plant Diseases and Protection, 125, 5-20.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Tibshirani, R. (1996). Regression shrinkage and selection via the lasso. Journal of the Royal Statistical Society B, 58(1), 267-288.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Wei, X., Johnson, M.A., Langston, D.B., Mehl, H.L., Li, S. (2021). Identifying optimal wavelengths as disease signatures using hyperspectral sensor and machine learning. Remote Sensing, 13(14), 2833.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References: feature-selection methods (cont.)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11247120" cy="525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Nogueira, S., Sechidis, K., Brown, G. (2018). On the stability of feature selection algorithms. Journal of Machine Learning Research, 18(174), 1-54.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Belsley, D.A., Kuh, E., Welsch, R.E. (1980). Regression Diagnostics: Identifying Influential Data and Sources of Collinearity. Wiley, New York.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Chong, I.-G., Jun, C.-H. (2005). Performance of some variable selection methods when multicollinearity is present. Chemometrics and Intelligent Laboratory Systems, 78, 103-112.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Dormann, C.F., Elith, J., Bacher, S., et al. (2013). Collinearity: a review of methods to deal with it and a simulation study evaluating their performance. Ecography, 36, 27-46.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References: vegetation index and red-edge sources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11247120" cy="525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Apan, A., Held, A., Phinn, S., Markley, J. (2004). Detecting sugarcane 'orange rust' disease using EO-1 Hyperion hyperspectral imagery. International Journal of Remote Sensing, 25, 489-498.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Ashourloo, D., Mobasheri, M.R., Huete, A. (2014). Developing two spectral disease indices for detection of wheat leaf rust (Puccinia triticina). Remote Sensing, 6, 4723-4740.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Barnes, E.M., Clarke, T.R., Richards, S.E., et al. (2000). Coincident detection of crop water stress, nitrogen status and canopy density using ground-based multispectral data. Proc. 5th Int. Conf. Precision Agriculture, Bloomington, USA.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Blackburn, G.A. (1998). Quantifying chlorophylls and caroteniods at leaf and canopy scales: an evaluation of some hyperspectral approaches. Remote Sensing of Environment, 66, 273-285.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Broge, N.H., Leblanc, E. (2001). Comparing prediction power and stability of broadband and hyperspectral vegetation indices for estimation of green leaf area index and canopy chlorophyll density. Remote Sensing of Environment, 76, 156-172.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Dash, J., Curran, P.J. (2004). The MERIS terrestrial chlorophyll index. International Journal of Remote Sensing, 25, 5403-5413.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Datt, B. (1999). Visible/near infrared reflectance and chlorophyll content in Eucalyptus leaves. International Journal of Remote Sensing, 20, 2741-2759.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Daughtry, C.S.T., Walthall, C.L., Kim, M.S., de Colstoun, E.B., McMurtrey, J.E. (2000). Estimating corn leaf chlorophyll concentration from leaf and canopy reflectance. Remote Sensing of Environment, 74, 229-239.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Filella, I., Serrano, L., Serra, J., Penuelas, J. (1995). Evaluating wheat nitrogen status with canopy reflectance indices and discriminant analysis. Crop Science, 35, 1400-1405.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Galvao, L.S., Formaggio, A.R., Tisot, D.A. (2005). Discrimination of sugarcane varieties in southeastern Brazil with EO-1 Hyperion data. Remote Sensing of Environment, 94, 523-534.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Gamon, J.A., Penuelas, J., Field, C.B. (1992). A narrow-waveband spectral index that tracks diurnal changes in photosynthetic efficiency. Remote Sensing of Environment, 41, 35-44.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Gamon, J.A., Surfus, J.S. (1999). Assessing leaf pigment content and activity with a reflectometer. New Phytologist, 143, 105-117.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Gamon, J.A., Huemmrich, K.F., Wong, C.Y.S., et al. (2016). A remotely sensed pigment index reveals photosynthetic phenology in evergreen conifers. PNAS, 113, 13087-13092.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Gao, B.-C. (1996). NDWI - a normalized difference water index for remote sensing of vegetation liquid water from space. Remote Sensing of Environment, 58, 257-266.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Gitelson, A.A., Kaufman, Y.J., Merzlyak, M.N. (1996). Use of a green channel in remote sensing of global vegetation from EOS-MODIS. Remote Sensing of Environment, 58, 289-298.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Gitelson, A.A., Merzlyak, M.N., Chivkunova, O.B. (2001). Optical properties and nondestructive estimation of anthocyanin content in plant leaves. Photochemistry and Photobiology, 74, 38-45.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References: vegetation index and red-edge sources (cont.)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11247120" cy="525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Gitelson, A.A., Zur, Y., Chivkunova, O.B., Merzlyak, M.N. (2002). Assessing carotenoid content in plant leaves with reflectance spectroscopy. Photochemistry and Photobiology, 75, 272-281.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Gitelson, A.A., Gritz, Y., Merzlyak, M.N. (2003). Relationships between leaf chlorophyll content and spectral reflectance and algorithms for non-destructive chlorophyll assessment in higher plant leaves. Journal of Plant Physiology, 160, 271-282.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Guyot, G., Baret, F. (1988). Utilisation de la haute resolution spectrale pour suivre l'etat des couverts vegetaux. Proc. 4th Int. Colloquium on Spectral Signatures of Objects in Remote Sensing, ESA SP-287, 279-286.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Haboudane, D., Miller, J.R., Tremblay, N., Zarco-Tejada, P.J., Dextraze, L. (2002). Integrated narrow-band vegetation indices for prediction of crop chlorophyll content for application to precision agriculture. Remote Sensing of Environment, 81, 416-426.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Hardisky, M.A., Klemas, V., Smart, R.M. (1983). The influence of soil salinity, growth form, and leaf moisture on the spectral radiance of Spartina alterniflora canopies. Photogrammetric Engineering and Remote Sensing, 49, 77-83.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Hunt, E.R., Rock, B.N. (1989). Detection of changes in leaf water content using near- and middle-infrared reflectances. Remote Sensing of Environment, 30, 43-54.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Jordan, C.F. (1969). Derivation of leaf-area index from quality of light on the forest floor. Ecology, 50, 663-666.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Merton, R., Huntington, J. (1999). Early simulation results of the ARIES-1 satellite sensor for multi-temporal vegetation research derived from AVIRIS. Summaries of the 8th JPL Airborne Earth Science Workshop, Pasadena, 299-307.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Merzlyak, M.N., Gitelson, A.A., Chivkunova, O.B., Rakitin, V.Y. (1999). Non-destructive optical detection of pigment changes during leaf senescence and fruit ripening. Physiologia Plantarum, 106, 135-141.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Nagler, P.L., Daughtry, C.S.T., Goward, S.N. (2000). Plant litter and soil reflectance. Remote Sensing of Environment, 71, 207-215.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Penuelas, J., Baret, F., Filella, I. (1995). Semi-empirical indices to assess carotenoids/chlorophyll a ratio from leaf spectral reflectance. Photosynthetica, 31, 221-230.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Penuelas, J., Pinol, J., Ogaya, R., Filella, I. (1997). Estimation of plant water concentration by the reflectance water index WI (R900/R970). International Journal of Remote Sensing, 18, 2869-2875.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Rondeaux, G., Steven, M., Baret, F. (1996). Optimization of soil-adjusted vegetation indices. Remote Sensing of Environment, 55, 95-107.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Rouse, J.W., Haas, R.H., Schell, J.A., Deering, D.W. (1974). Monitoring vegetation systems in the Great Plains with ERTS. NASA SP-351, 309-317.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Serrano, L., Penuelas, J., Ustin, S.L. (2002). Remote sensing of nitrogen and lignin in Mediterranean vegetation from AVIRIS data. Remote Sensing of Environment, 81, 355-364.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Sims, D.A., Gamon, J.A. (2002). Relationships between leaf pigment content and spectral reflectance across a wide range of species, leaf structures and developmental stages. Remote Sensing of Environment, 81, 337-354.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References: vegetation index and red-edge sources (cont.)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11247120" cy="525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Vogelmann, J.E., Rock, B.N., Moss, D.M. (1993). Red edge spectral measurements from sugar maple leaves. International Journal of Remote Sensing, 14, 1563-1575.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Gong, P., Pu, R., Heald, R.C. (2002). Analysis of in situ hyperspectral data for nutrient estimation of giant sequoia. International Journal of Remote Sensing, 23, 1827-1850.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Horler, D.N.H., Dockray, M., Barber, J. (1983). The red edge of plant leaf reflectance. International Journal of Remote Sensing, 4, 273-288.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Dawson, T.P., Curran, P.J. (1998). A new technique for interpolating the reflectance red edge position. International Journal of Remote Sensing, 19, 2133-2139.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Cho, M.A., Skidmore, A.K. (2006). A new technique for extracting the red edge position from hyperspectral data: the linear extrapolation method. Remote Sensing of Environment, 101, 181-193.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Filella, I., Penuelas, J. (1994). The red edge position and shape as indicators of plant chlorophyll content, biomass and hydric status. International Journal of Remote Sensing, 15, 1459-1470.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Questions and suggestions are welcome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ustard White Rust">
  <a:themeElements>
    <a:clrScheme name="Mustard White Rust">
      <a:dk1>
        <a:srgbClr val="1A1A1A"/>
      </a:dk1>
      <a:lt1>
        <a:srgbClr val="FFFFFF"/>
      </a:lt1>
      <a:dk2>
        <a:srgbClr val="1F3D2B"/>
      </a:dk2>
      <a:lt2>
        <a:srgbClr val="EEF3EC"/>
      </a:lt2>
      <a:accent1>
        <a:srgbClr val="2E7D32"/>
      </a:accent1>
      <a:accent2>
        <a:srgbClr val="D08A00"/>
      </a:accent2>
      <a:accent3>
        <a:srgbClr val="2A6FB0"/>
      </a:accent3>
      <a:accent4>
        <a:srgbClr val="B03A2E"/>
      </a:accent4>
      <a:accent5>
        <a:srgbClr val="6B8E23"/>
      </a:accent5>
      <a:accent6>
        <a:srgbClr val="6E6E6E"/>
      </a:accent6>
      <a:hlink>
        <a:srgbClr val="2A6FB0"/>
      </a:hlink>
      <a:folHlink>
        <a:srgbClr val="7A4E9C"/>
      </a:folHlink>
    </a:clrScheme>
    <a:fontScheme name="Mustard White Rus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65</Slides>
  <Notes>65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Plot-level hyperspectral discrimination of white rust in Indian mustard</dc:title>
  <dc:subject>PptxGenJS Presentation</dc:subject>
  <dc:creator>PhD research seminar</dc:creator>
  <cp:lastModifiedBy>PhD research seminar</cp:lastModifiedBy>
  <cp:revision>1</cp:revision>
  <dcterms:created xsi:type="dcterms:W3CDTF">2026-10-21T16:19:19Z</dcterms:created>
  <dcterms:modified xsi:type="dcterms:W3CDTF">2026-10-21T16:19:19Z</dcterms:modified>
</cp:coreProperties>
</file>